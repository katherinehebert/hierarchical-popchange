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7" r:id="rId2"/>
    <p:sldId id="259" r:id="rId3"/>
    <p:sldId id="260" r:id="rId4"/>
    <p:sldId id="263" r:id="rId5"/>
    <p:sldId id="266" r:id="rId6"/>
    <p:sldId id="265" r:id="rId7"/>
    <p:sldId id="261" r:id="rId8"/>
    <p:sldId id="262" r:id="rId9"/>
    <p:sldId id="264" r:id="rId10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B359"/>
    <a:srgbClr val="DE5441"/>
    <a:srgbClr val="63B3DD"/>
    <a:srgbClr val="F8FBC7"/>
    <a:srgbClr val="B6EACD"/>
    <a:srgbClr val="9DDDD8"/>
    <a:srgbClr val="164495"/>
    <a:srgbClr val="C8E69D"/>
    <a:srgbClr val="9FD276"/>
    <a:srgbClr val="F3B3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22"/>
    <p:restoredTop sz="94718"/>
  </p:normalViewPr>
  <p:slideViewPr>
    <p:cSldViewPr snapToGrid="0">
      <p:cViewPr>
        <p:scale>
          <a:sx n="72" d="100"/>
          <a:sy n="72" d="100"/>
        </p:scale>
        <p:origin x="1672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22A07-043F-A248-B7C8-8272F2A0CE82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D61AB-8000-A148-8537-476D7EABEC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6602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D61AB-8000-A148-8537-476D7EABEC2C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9822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11C26-9E64-9CAC-852A-F976852E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4EF00-CE2A-F794-04F3-FE7CDA149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AE20B-84F9-71F6-B837-538B4F91B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8E3F8-6DBA-1CAC-C72B-71889121B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D61AB-8000-A148-8537-476D7EABEC2C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5570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F6AF7-E77B-8B51-F007-F92D33D8C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323E4-8D6E-D932-AA70-1F459933E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A2784-3A87-56CC-2CCE-E27FCFF61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4E36E-F964-2AA5-920D-48CAB7290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D61AB-8000-A148-8537-476D7EABEC2C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6679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AD117-FF98-D888-AFA6-AD2E38F0A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E20CD-C9DE-98F8-A312-D21C8D5DA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2070F-9946-38E2-483A-DB181C005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B9059-F272-F6D3-00E1-A76B12E0F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D61AB-8000-A148-8537-476D7EABEC2C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9749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CFAE7-0822-B1DB-80B8-256E21F2F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2C75D-C6B9-16CF-379A-DD50E352D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EFDCB-7A0F-6CC1-C8A2-F60B298FD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B7C7-2B30-ED95-3B9D-8A4778037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D61AB-8000-A148-8537-476D7EABEC2C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6914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196C-1160-B170-DE53-2FEFAD37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2CE26-D75F-F552-0B28-649F0D4FF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4FF4A-D643-688F-EBA7-821D6D4A2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2A06D-F87A-080A-B1BD-A733BFE51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D61AB-8000-A148-8537-476D7EABEC2C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9236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8BA6B-CD44-BB76-0F4C-55F0F931A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66C8A-0D10-E7F3-75BA-0E94B5D0C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5DF9B-B533-6666-C3E4-11172DEE9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EB49B-5214-68CC-D28A-0718280E3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D61AB-8000-A148-8537-476D7EABEC2C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1787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3F235-679E-7550-51E4-BEA086425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39AA1-EA4E-247A-D6F5-ED4D026BB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3F631-C57B-FAE0-496E-372397A71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51DE1-50BF-8055-3062-30D302D546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D61AB-8000-A148-8537-476D7EABEC2C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8062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969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796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3798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234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493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781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478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0997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401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4409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1939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B53D7-DBEB-514A-BF12-2568E4D13EF8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7898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pn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19" Type="http://schemas.openxmlformats.org/officeDocument/2006/relationships/image" Target="../media/image22.sv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6.svg"/><Relationship Id="rId18" Type="http://schemas.openxmlformats.org/officeDocument/2006/relationships/image" Target="../media/image21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14.svg"/><Relationship Id="rId5" Type="http://schemas.openxmlformats.org/officeDocument/2006/relationships/image" Target="../media/image25.pn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19" Type="http://schemas.openxmlformats.org/officeDocument/2006/relationships/image" Target="../media/image22.sv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7.png"/><Relationship Id="rId18" Type="http://schemas.openxmlformats.org/officeDocument/2006/relationships/image" Target="../media/image22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15.png"/><Relationship Id="rId5" Type="http://schemas.openxmlformats.org/officeDocument/2006/relationships/image" Target="../media/image25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19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7.png"/><Relationship Id="rId18" Type="http://schemas.openxmlformats.org/officeDocument/2006/relationships/image" Target="../media/image22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15.png"/><Relationship Id="rId5" Type="http://schemas.openxmlformats.org/officeDocument/2006/relationships/image" Target="../media/image25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4" Type="http://schemas.openxmlformats.org/officeDocument/2006/relationships/image" Target="../media/image24.pn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5.png"/><Relationship Id="rId3" Type="http://schemas.openxmlformats.org/officeDocument/2006/relationships/image" Target="../media/image34.png"/><Relationship Id="rId7" Type="http://schemas.openxmlformats.org/officeDocument/2006/relationships/image" Target="../media/image16.sv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F4A98-5D2E-DD4D-8906-1BE50859B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A68651B-B10B-D75D-22F6-836F25B94D14}"/>
              </a:ext>
            </a:extLst>
          </p:cNvPr>
          <p:cNvGrpSpPr/>
          <p:nvPr/>
        </p:nvGrpSpPr>
        <p:grpSpPr>
          <a:xfrm>
            <a:off x="397861" y="1666784"/>
            <a:ext cx="5814306" cy="5810432"/>
            <a:chOff x="189350" y="650930"/>
            <a:chExt cx="5814306" cy="58104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CCA649E-5E29-C0B3-C4A2-E809B3C88442}"/>
                </a:ext>
              </a:extLst>
            </p:cNvPr>
            <p:cNvSpPr/>
            <p:nvPr/>
          </p:nvSpPr>
          <p:spPr>
            <a:xfrm rot="16200000">
              <a:off x="3098441" y="3556146"/>
              <a:ext cx="664994" cy="5145437"/>
            </a:xfrm>
            <a:prstGeom prst="rect">
              <a:avLst/>
            </a:prstGeom>
            <a:gradFill>
              <a:gsLst>
                <a:gs pos="72000">
                  <a:srgbClr val="C8E69D"/>
                </a:gs>
                <a:gs pos="14000">
                  <a:srgbClr val="F3B37A"/>
                </a:gs>
                <a:gs pos="48000">
                  <a:srgbClr val="F8FBC7"/>
                </a:gs>
                <a:gs pos="84000">
                  <a:srgbClr val="9FD276"/>
                </a:gs>
                <a:gs pos="0">
                  <a:srgbClr val="DE5441"/>
                </a:gs>
                <a:gs pos="100000">
                  <a:srgbClr val="5AB359"/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149D183-F483-6EE5-1582-EA5C4FFAAC10}"/>
                </a:ext>
              </a:extLst>
            </p:cNvPr>
            <p:cNvSpPr/>
            <p:nvPr/>
          </p:nvSpPr>
          <p:spPr>
            <a:xfrm rot="10800000">
              <a:off x="189350" y="650930"/>
              <a:ext cx="664994" cy="5145437"/>
            </a:xfrm>
            <a:prstGeom prst="rect">
              <a:avLst/>
            </a:prstGeom>
            <a:gradFill>
              <a:gsLst>
                <a:gs pos="50000">
                  <a:schemeClr val="accent1">
                    <a:lumMod val="5000"/>
                    <a:lumOff val="95000"/>
                  </a:schemeClr>
                </a:gs>
                <a:gs pos="16995">
                  <a:srgbClr val="8CBAE6"/>
                </a:gs>
                <a:gs pos="33000">
                  <a:srgbClr val="CAE8FE"/>
                </a:gs>
                <a:gs pos="75991">
                  <a:srgbClr val="F5B0B2"/>
                </a:gs>
                <a:gs pos="0">
                  <a:srgbClr val="2C77A6"/>
                </a:gs>
                <a:gs pos="100000">
                  <a:srgbClr val="BC2726"/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53DF194-0CE8-83AD-FB0D-BB1F0F0A72DB}"/>
                </a:ext>
              </a:extLst>
            </p:cNvPr>
            <p:cNvSpPr/>
            <p:nvPr/>
          </p:nvSpPr>
          <p:spPr>
            <a:xfrm>
              <a:off x="854344" y="650930"/>
              <a:ext cx="5149311" cy="514543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D6C524B-9324-D9DF-1F2E-F6E6802947BF}"/>
                </a:ext>
              </a:extLst>
            </p:cNvPr>
            <p:cNvCxnSpPr>
              <a:stCxn id="4" idx="0"/>
              <a:endCxn id="4" idx="2"/>
            </p:cNvCxnSpPr>
            <p:nvPr/>
          </p:nvCxnSpPr>
          <p:spPr>
            <a:xfrm>
              <a:off x="3429000" y="650930"/>
              <a:ext cx="0" cy="51454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4632A92-8DE2-3D17-C446-239347E2E4D3}"/>
                </a:ext>
              </a:extLst>
            </p:cNvPr>
            <p:cNvCxnSpPr>
              <a:cxnSpLocks/>
              <a:stCxn id="4" idx="1"/>
              <a:endCxn id="4" idx="3"/>
            </p:cNvCxnSpPr>
            <p:nvPr/>
          </p:nvCxnSpPr>
          <p:spPr>
            <a:xfrm>
              <a:off x="854344" y="3223649"/>
              <a:ext cx="514931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49F4A66-5CB9-026B-F1B5-B8842A260B69}"/>
                </a:ext>
              </a:extLst>
            </p:cNvPr>
            <p:cNvSpPr txBox="1"/>
            <p:nvPr/>
          </p:nvSpPr>
          <p:spPr>
            <a:xfrm>
              <a:off x="2844576" y="5836476"/>
              <a:ext cx="11688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200" dirty="0"/>
                <a:t>Trend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BDB4E99-32CB-1B9E-F6DF-805C900FB213}"/>
                </a:ext>
              </a:extLst>
            </p:cNvPr>
            <p:cNvSpPr txBox="1"/>
            <p:nvPr/>
          </p:nvSpPr>
          <p:spPr>
            <a:xfrm rot="16200000">
              <a:off x="-611061" y="2931261"/>
              <a:ext cx="21855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200" dirty="0"/>
                <a:t>Correlation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E46E1C-1CDC-7BEB-A71E-2CB83A28D43E}"/>
                </a:ext>
              </a:extLst>
            </p:cNvPr>
            <p:cNvSpPr txBox="1"/>
            <p:nvPr/>
          </p:nvSpPr>
          <p:spPr>
            <a:xfrm>
              <a:off x="5443778" y="5836476"/>
              <a:ext cx="4042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200" dirty="0"/>
                <a:t>+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E2BFA6-9487-4D40-C767-07DDE1659C8E}"/>
                </a:ext>
              </a:extLst>
            </p:cNvPr>
            <p:cNvSpPr txBox="1"/>
            <p:nvPr/>
          </p:nvSpPr>
          <p:spPr>
            <a:xfrm>
              <a:off x="936368" y="5843508"/>
              <a:ext cx="3241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200" dirty="0"/>
                <a:t>-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D18A46F-D5D9-8BCE-D339-81A1CD9409FB}"/>
                </a:ext>
              </a:extLst>
            </p:cNvPr>
            <p:cNvSpPr txBox="1"/>
            <p:nvPr/>
          </p:nvSpPr>
          <p:spPr>
            <a:xfrm>
              <a:off x="354591" y="5211592"/>
              <a:ext cx="3241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200" dirty="0"/>
                <a:t>-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3CF11E-F89A-97E6-E57D-4AA28CD0167D}"/>
                </a:ext>
              </a:extLst>
            </p:cNvPr>
            <p:cNvSpPr txBox="1"/>
            <p:nvPr/>
          </p:nvSpPr>
          <p:spPr>
            <a:xfrm>
              <a:off x="308051" y="671381"/>
              <a:ext cx="4042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200" dirty="0"/>
                <a:t>+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9674784-2A58-9D94-8619-AFD6678A5B84}"/>
              </a:ext>
            </a:extLst>
          </p:cNvPr>
          <p:cNvSpPr txBox="1"/>
          <p:nvPr/>
        </p:nvSpPr>
        <p:spPr>
          <a:xfrm>
            <a:off x="1200486" y="3318681"/>
            <a:ext cx="235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Declines without reshuffling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A692F0-B1BA-4EEF-B2B1-815CAAF6B7F8}"/>
              </a:ext>
            </a:extLst>
          </p:cNvPr>
          <p:cNvSpPr txBox="1"/>
          <p:nvPr/>
        </p:nvSpPr>
        <p:spPr>
          <a:xfrm>
            <a:off x="1200486" y="5810108"/>
            <a:ext cx="235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Declines with reshuffling</a:t>
            </a:r>
            <a:endParaRPr lang="en-CA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B19B946-CD00-C1F5-1BD3-4606A66871C7}"/>
              </a:ext>
            </a:extLst>
          </p:cNvPr>
          <p:cNvCxnSpPr>
            <a:cxnSpLocks/>
          </p:cNvCxnSpPr>
          <p:nvPr/>
        </p:nvCxnSpPr>
        <p:spPr>
          <a:xfrm>
            <a:off x="1755435" y="1962776"/>
            <a:ext cx="960895" cy="687849"/>
          </a:xfrm>
          <a:prstGeom prst="line">
            <a:avLst/>
          </a:prstGeom>
          <a:ln w="38100">
            <a:solidFill>
              <a:srgbClr val="BC2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31CDEB-833F-D5E5-C28A-17C722C20194}"/>
              </a:ext>
            </a:extLst>
          </p:cNvPr>
          <p:cNvCxnSpPr>
            <a:cxnSpLocks/>
          </p:cNvCxnSpPr>
          <p:nvPr/>
        </p:nvCxnSpPr>
        <p:spPr>
          <a:xfrm>
            <a:off x="1793535" y="2168696"/>
            <a:ext cx="960895" cy="687849"/>
          </a:xfrm>
          <a:prstGeom prst="line">
            <a:avLst/>
          </a:prstGeom>
          <a:ln w="38100">
            <a:solidFill>
              <a:srgbClr val="BC2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827E8A2-8B74-327E-7E16-23F09EFF19B3}"/>
              </a:ext>
            </a:extLst>
          </p:cNvPr>
          <p:cNvCxnSpPr/>
          <p:nvPr/>
        </p:nvCxnSpPr>
        <p:spPr>
          <a:xfrm>
            <a:off x="1755201" y="4838013"/>
            <a:ext cx="960895" cy="687849"/>
          </a:xfrm>
          <a:prstGeom prst="line">
            <a:avLst/>
          </a:prstGeom>
          <a:ln w="38100">
            <a:solidFill>
              <a:srgbClr val="BC2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1119872-02E5-674E-C807-416144915A91}"/>
              </a:ext>
            </a:extLst>
          </p:cNvPr>
          <p:cNvCxnSpPr>
            <a:cxnSpLocks/>
          </p:cNvCxnSpPr>
          <p:nvPr/>
        </p:nvCxnSpPr>
        <p:spPr>
          <a:xfrm flipV="1">
            <a:off x="4406293" y="1978274"/>
            <a:ext cx="960895" cy="687849"/>
          </a:xfrm>
          <a:prstGeom prst="line">
            <a:avLst/>
          </a:prstGeom>
          <a:ln w="38100">
            <a:solidFill>
              <a:srgbClr val="5AB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21C05E9-7300-6A7B-501F-D31644BA15B2}"/>
              </a:ext>
            </a:extLst>
          </p:cNvPr>
          <p:cNvCxnSpPr>
            <a:cxnSpLocks/>
          </p:cNvCxnSpPr>
          <p:nvPr/>
        </p:nvCxnSpPr>
        <p:spPr>
          <a:xfrm flipV="1">
            <a:off x="4444393" y="2168696"/>
            <a:ext cx="960895" cy="687849"/>
          </a:xfrm>
          <a:prstGeom prst="line">
            <a:avLst/>
          </a:prstGeom>
          <a:ln w="38100">
            <a:solidFill>
              <a:srgbClr val="5AB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2183A1-EFB0-57C2-140F-73FF45F37D2B}"/>
              </a:ext>
            </a:extLst>
          </p:cNvPr>
          <p:cNvCxnSpPr>
            <a:cxnSpLocks/>
          </p:cNvCxnSpPr>
          <p:nvPr/>
        </p:nvCxnSpPr>
        <p:spPr>
          <a:xfrm flipV="1">
            <a:off x="4482493" y="2359118"/>
            <a:ext cx="960895" cy="687849"/>
          </a:xfrm>
          <a:prstGeom prst="line">
            <a:avLst/>
          </a:prstGeom>
          <a:ln w="38100">
            <a:solidFill>
              <a:srgbClr val="5AB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0E9099C-1F45-5266-8906-A83A78A48ACC}"/>
              </a:ext>
            </a:extLst>
          </p:cNvPr>
          <p:cNvSpPr txBox="1"/>
          <p:nvPr/>
        </p:nvSpPr>
        <p:spPr>
          <a:xfrm>
            <a:off x="3748373" y="3341260"/>
            <a:ext cx="235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Growth without reshuffling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0A2C7E-0F75-51B6-D6AB-79CA36817B15}"/>
              </a:ext>
            </a:extLst>
          </p:cNvPr>
          <p:cNvCxnSpPr>
            <a:cxnSpLocks/>
          </p:cNvCxnSpPr>
          <p:nvPr/>
        </p:nvCxnSpPr>
        <p:spPr>
          <a:xfrm flipV="1">
            <a:off x="1793535" y="4878376"/>
            <a:ext cx="960895" cy="687849"/>
          </a:xfrm>
          <a:prstGeom prst="line">
            <a:avLst/>
          </a:prstGeom>
          <a:ln w="38100">
            <a:solidFill>
              <a:srgbClr val="5AB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4CCD24B-5C46-12D5-1315-822035AD11F6}"/>
              </a:ext>
            </a:extLst>
          </p:cNvPr>
          <p:cNvCxnSpPr>
            <a:cxnSpLocks/>
          </p:cNvCxnSpPr>
          <p:nvPr/>
        </p:nvCxnSpPr>
        <p:spPr>
          <a:xfrm>
            <a:off x="1818252" y="2377334"/>
            <a:ext cx="960895" cy="687849"/>
          </a:xfrm>
          <a:prstGeom prst="line">
            <a:avLst/>
          </a:prstGeom>
          <a:ln w="38100">
            <a:solidFill>
              <a:srgbClr val="BC2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FE03614-0A11-15D0-70A6-F7B29265784E}"/>
              </a:ext>
            </a:extLst>
          </p:cNvPr>
          <p:cNvCxnSpPr/>
          <p:nvPr/>
        </p:nvCxnSpPr>
        <p:spPr>
          <a:xfrm>
            <a:off x="1697244" y="4959954"/>
            <a:ext cx="960895" cy="687849"/>
          </a:xfrm>
          <a:prstGeom prst="line">
            <a:avLst/>
          </a:prstGeom>
          <a:ln w="38100">
            <a:solidFill>
              <a:srgbClr val="BC2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5B68B1-C487-0341-97FE-395BB58C328E}"/>
              </a:ext>
            </a:extLst>
          </p:cNvPr>
          <p:cNvCxnSpPr>
            <a:cxnSpLocks/>
          </p:cNvCxnSpPr>
          <p:nvPr/>
        </p:nvCxnSpPr>
        <p:spPr>
          <a:xfrm flipV="1">
            <a:off x="4406291" y="4655327"/>
            <a:ext cx="960895" cy="687849"/>
          </a:xfrm>
          <a:prstGeom prst="line">
            <a:avLst/>
          </a:prstGeom>
          <a:ln w="38100">
            <a:solidFill>
              <a:srgbClr val="5AB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FFE356C-FE76-A146-CDFF-F2436BD4563C}"/>
              </a:ext>
            </a:extLst>
          </p:cNvPr>
          <p:cNvCxnSpPr>
            <a:cxnSpLocks/>
          </p:cNvCxnSpPr>
          <p:nvPr/>
        </p:nvCxnSpPr>
        <p:spPr>
          <a:xfrm flipV="1">
            <a:off x="4444391" y="4845749"/>
            <a:ext cx="960895" cy="687849"/>
          </a:xfrm>
          <a:prstGeom prst="line">
            <a:avLst/>
          </a:prstGeom>
          <a:ln w="38100">
            <a:solidFill>
              <a:srgbClr val="5AB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78A7762-3DEF-5492-0E71-7D4843685681}"/>
              </a:ext>
            </a:extLst>
          </p:cNvPr>
          <p:cNvCxnSpPr/>
          <p:nvPr/>
        </p:nvCxnSpPr>
        <p:spPr>
          <a:xfrm>
            <a:off x="4368191" y="4779314"/>
            <a:ext cx="960895" cy="687849"/>
          </a:xfrm>
          <a:prstGeom prst="line">
            <a:avLst/>
          </a:prstGeom>
          <a:ln w="38100">
            <a:solidFill>
              <a:srgbClr val="BC2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C491952-E570-E5E1-F046-25D17F3C8298}"/>
              </a:ext>
            </a:extLst>
          </p:cNvPr>
          <p:cNvSpPr txBox="1"/>
          <p:nvPr/>
        </p:nvSpPr>
        <p:spPr>
          <a:xfrm>
            <a:off x="3732835" y="5826537"/>
            <a:ext cx="235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Growth with reshuffling</a:t>
            </a:r>
            <a:endParaRPr lang="en-CA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05426C-0302-A5F8-BDAC-F177A6D40F73}"/>
              </a:ext>
            </a:extLst>
          </p:cNvPr>
          <p:cNvSpPr txBox="1"/>
          <p:nvPr/>
        </p:nvSpPr>
        <p:spPr>
          <a:xfrm>
            <a:off x="6620429" y="5047638"/>
            <a:ext cx="2978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Community reshuffling </a:t>
            </a:r>
          </a:p>
          <a:p>
            <a:r>
              <a:rPr lang="en-CA" dirty="0"/>
              <a:t>Species are reshuffled within the community, altering its functioning.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814DDC-9A76-A638-D107-00C06A570648}"/>
              </a:ext>
            </a:extLst>
          </p:cNvPr>
          <p:cNvSpPr txBox="1"/>
          <p:nvPr/>
        </p:nvSpPr>
        <p:spPr>
          <a:xfrm>
            <a:off x="6620431" y="2168696"/>
            <a:ext cx="27715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Large community-level losses or gains</a:t>
            </a:r>
          </a:p>
          <a:p>
            <a:r>
              <a:rPr lang="en-CA" dirty="0"/>
              <a:t>Species-level changes combine and amplify the community-level trend.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37842D-9166-F715-BCB1-12327AC77AED}"/>
              </a:ext>
            </a:extLst>
          </p:cNvPr>
          <p:cNvSpPr txBox="1"/>
          <p:nvPr/>
        </p:nvSpPr>
        <p:spPr>
          <a:xfrm>
            <a:off x="1173834" y="983677"/>
            <a:ext cx="237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Most species lose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59C832-0E4B-0F93-64BF-0BA665FD52E6}"/>
              </a:ext>
            </a:extLst>
          </p:cNvPr>
          <p:cNvSpPr txBox="1"/>
          <p:nvPr/>
        </p:nvSpPr>
        <p:spPr>
          <a:xfrm>
            <a:off x="3679475" y="999035"/>
            <a:ext cx="249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Most species benefit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AC9601B-0D6C-99FE-FE67-E7C685BEA873}"/>
              </a:ext>
            </a:extLst>
          </p:cNvPr>
          <p:cNvCxnSpPr>
            <a:cxnSpLocks/>
          </p:cNvCxnSpPr>
          <p:nvPr/>
        </p:nvCxnSpPr>
        <p:spPr>
          <a:xfrm flipV="1">
            <a:off x="6416298" y="1666784"/>
            <a:ext cx="0" cy="2320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F5575C9-48FF-29DC-3632-3D14554C34C3}"/>
              </a:ext>
            </a:extLst>
          </p:cNvPr>
          <p:cNvCxnSpPr>
            <a:cxnSpLocks/>
          </p:cNvCxnSpPr>
          <p:nvPr/>
        </p:nvCxnSpPr>
        <p:spPr>
          <a:xfrm>
            <a:off x="6416298" y="4448014"/>
            <a:ext cx="0" cy="2364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41F7CE8-BD41-59B9-5A1A-05D3A31277C2}"/>
              </a:ext>
            </a:extLst>
          </p:cNvPr>
          <p:cNvCxnSpPr>
            <a:cxnSpLocks/>
          </p:cNvCxnSpPr>
          <p:nvPr/>
        </p:nvCxnSpPr>
        <p:spPr>
          <a:xfrm>
            <a:off x="3748373" y="1434587"/>
            <a:ext cx="2463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16C1A7D-1788-8EFC-2C71-9A6199ED6B79}"/>
              </a:ext>
            </a:extLst>
          </p:cNvPr>
          <p:cNvCxnSpPr>
            <a:cxnSpLocks/>
          </p:cNvCxnSpPr>
          <p:nvPr/>
        </p:nvCxnSpPr>
        <p:spPr>
          <a:xfrm flipH="1">
            <a:off x="1121652" y="1434587"/>
            <a:ext cx="24317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E46C4F2-0DDC-757E-42F2-477078D4E1E9}"/>
              </a:ext>
            </a:extLst>
          </p:cNvPr>
          <p:cNvCxnSpPr>
            <a:cxnSpLocks/>
          </p:cNvCxnSpPr>
          <p:nvPr/>
        </p:nvCxnSpPr>
        <p:spPr>
          <a:xfrm flipV="1">
            <a:off x="4482492" y="-35406"/>
            <a:ext cx="960895" cy="687849"/>
          </a:xfrm>
          <a:prstGeom prst="line">
            <a:avLst/>
          </a:prstGeom>
          <a:ln w="38100">
            <a:solidFill>
              <a:srgbClr val="5AB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A05F434-C78D-3211-9B21-CE5BB8BE05F3}"/>
              </a:ext>
            </a:extLst>
          </p:cNvPr>
          <p:cNvCxnSpPr>
            <a:cxnSpLocks/>
          </p:cNvCxnSpPr>
          <p:nvPr/>
        </p:nvCxnSpPr>
        <p:spPr>
          <a:xfrm>
            <a:off x="1697243" y="-59954"/>
            <a:ext cx="960895" cy="687849"/>
          </a:xfrm>
          <a:prstGeom prst="line">
            <a:avLst/>
          </a:prstGeom>
          <a:ln w="38100">
            <a:solidFill>
              <a:srgbClr val="BC2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1E558B0-8B39-8ADA-8214-F657E48D07C8}"/>
              </a:ext>
            </a:extLst>
          </p:cNvPr>
          <p:cNvSpPr txBox="1"/>
          <p:nvPr/>
        </p:nvSpPr>
        <p:spPr>
          <a:xfrm>
            <a:off x="-908904" y="-246528"/>
            <a:ext cx="22356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Absolute community-level change</a:t>
            </a:r>
          </a:p>
        </p:txBody>
      </p:sp>
    </p:spTree>
    <p:extLst>
      <p:ext uri="{BB962C8B-B14F-4D97-AF65-F5344CB8AC3E}">
        <p14:creationId xmlns:p14="http://schemas.microsoft.com/office/powerpoint/2010/main" val="3522427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BDED-C8EC-0511-8F58-C55A80F40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B12B6904-B59A-073E-F217-9448EB5063E4}"/>
              </a:ext>
            </a:extLst>
          </p:cNvPr>
          <p:cNvGrpSpPr/>
          <p:nvPr/>
        </p:nvGrpSpPr>
        <p:grpSpPr>
          <a:xfrm>
            <a:off x="397861" y="1666783"/>
            <a:ext cx="5814306" cy="5810433"/>
            <a:chOff x="189350" y="650929"/>
            <a:chExt cx="5814306" cy="581043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E122FB-E642-12EF-6960-8CEFD2DC4502}"/>
                </a:ext>
              </a:extLst>
            </p:cNvPr>
            <p:cNvSpPr/>
            <p:nvPr/>
          </p:nvSpPr>
          <p:spPr>
            <a:xfrm rot="16200000">
              <a:off x="3098441" y="3556146"/>
              <a:ext cx="664994" cy="5145437"/>
            </a:xfrm>
            <a:prstGeom prst="rect">
              <a:avLst/>
            </a:prstGeom>
            <a:gradFill>
              <a:gsLst>
                <a:gs pos="72000">
                  <a:srgbClr val="C8E69D"/>
                </a:gs>
                <a:gs pos="14000">
                  <a:srgbClr val="F3B37A"/>
                </a:gs>
                <a:gs pos="48000">
                  <a:srgbClr val="F8FBC7"/>
                </a:gs>
                <a:gs pos="84000">
                  <a:srgbClr val="9FD276"/>
                </a:gs>
                <a:gs pos="0">
                  <a:srgbClr val="DE5441"/>
                </a:gs>
                <a:gs pos="100000">
                  <a:srgbClr val="5AB359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5A81087-B99F-F1EA-1FE5-F7E3F76BB7C5}"/>
                </a:ext>
              </a:extLst>
            </p:cNvPr>
            <p:cNvSpPr/>
            <p:nvPr/>
          </p:nvSpPr>
          <p:spPr>
            <a:xfrm rot="10800000">
              <a:off x="189350" y="650929"/>
              <a:ext cx="664992" cy="5145437"/>
            </a:xfrm>
            <a:prstGeom prst="rect">
              <a:avLst/>
            </a:prstGeom>
            <a:gradFill>
              <a:gsLst>
                <a:gs pos="50000">
                  <a:schemeClr val="accent1">
                    <a:lumMod val="5000"/>
                    <a:lumOff val="95000"/>
                  </a:schemeClr>
                </a:gs>
                <a:gs pos="16995">
                  <a:srgbClr val="8CBAE6"/>
                </a:gs>
                <a:gs pos="33000">
                  <a:srgbClr val="CAE8FE"/>
                </a:gs>
                <a:gs pos="75991">
                  <a:srgbClr val="F5B0B2"/>
                </a:gs>
                <a:gs pos="0">
                  <a:srgbClr val="2C77A6"/>
                </a:gs>
                <a:gs pos="100000">
                  <a:srgbClr val="BC2726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578D00-58EF-7295-B297-D9D0E746AAF8}"/>
                </a:ext>
              </a:extLst>
            </p:cNvPr>
            <p:cNvSpPr/>
            <p:nvPr/>
          </p:nvSpPr>
          <p:spPr>
            <a:xfrm>
              <a:off x="854344" y="650930"/>
              <a:ext cx="5149311" cy="514543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E652E35-5CD1-6599-DF03-DED5309D048E}"/>
                </a:ext>
              </a:extLst>
            </p:cNvPr>
            <p:cNvCxnSpPr>
              <a:stCxn id="4" idx="0"/>
              <a:endCxn id="4" idx="2"/>
            </p:cNvCxnSpPr>
            <p:nvPr/>
          </p:nvCxnSpPr>
          <p:spPr>
            <a:xfrm>
              <a:off x="3429000" y="650930"/>
              <a:ext cx="0" cy="51454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DFF782B-13DF-8BD9-1780-8CFCD326E96E}"/>
                </a:ext>
              </a:extLst>
            </p:cNvPr>
            <p:cNvCxnSpPr>
              <a:cxnSpLocks/>
              <a:stCxn id="4" idx="1"/>
              <a:endCxn id="4" idx="3"/>
            </p:cNvCxnSpPr>
            <p:nvPr/>
          </p:nvCxnSpPr>
          <p:spPr>
            <a:xfrm>
              <a:off x="854344" y="3223649"/>
              <a:ext cx="514931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23C4534-9779-E40F-A9FD-9FD8E6B7A3B5}"/>
                </a:ext>
              </a:extLst>
            </p:cNvPr>
            <p:cNvSpPr txBox="1"/>
            <p:nvPr/>
          </p:nvSpPr>
          <p:spPr>
            <a:xfrm>
              <a:off x="2844576" y="5836476"/>
              <a:ext cx="11688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200" dirty="0"/>
                <a:t>Trend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05DBE-3DA6-B7DE-77E7-070870E02205}"/>
                </a:ext>
              </a:extLst>
            </p:cNvPr>
            <p:cNvSpPr txBox="1"/>
            <p:nvPr/>
          </p:nvSpPr>
          <p:spPr>
            <a:xfrm rot="16200000">
              <a:off x="-611061" y="2931261"/>
              <a:ext cx="21855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200" dirty="0"/>
                <a:t>Correlation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E127258-73CF-C21D-C40B-C54C51D5FA40}"/>
                </a:ext>
              </a:extLst>
            </p:cNvPr>
            <p:cNvSpPr txBox="1"/>
            <p:nvPr/>
          </p:nvSpPr>
          <p:spPr>
            <a:xfrm>
              <a:off x="5443778" y="5836476"/>
              <a:ext cx="4042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200" dirty="0"/>
                <a:t>+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0691795-710F-F346-E3A1-FB1A8D05CE31}"/>
                </a:ext>
              </a:extLst>
            </p:cNvPr>
            <p:cNvSpPr txBox="1"/>
            <p:nvPr/>
          </p:nvSpPr>
          <p:spPr>
            <a:xfrm>
              <a:off x="936368" y="5843508"/>
              <a:ext cx="3241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200" dirty="0"/>
                <a:t>-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866FE3D-E275-AEE4-E877-563A67966D97}"/>
                </a:ext>
              </a:extLst>
            </p:cNvPr>
            <p:cNvSpPr txBox="1"/>
            <p:nvPr/>
          </p:nvSpPr>
          <p:spPr>
            <a:xfrm>
              <a:off x="354591" y="5211592"/>
              <a:ext cx="3241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200" dirty="0"/>
                <a:t>-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E4693B-5984-A877-1971-B3A6B8883197}"/>
                </a:ext>
              </a:extLst>
            </p:cNvPr>
            <p:cNvSpPr txBox="1"/>
            <p:nvPr/>
          </p:nvSpPr>
          <p:spPr>
            <a:xfrm>
              <a:off x="308051" y="671381"/>
              <a:ext cx="4042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200" dirty="0"/>
                <a:t>+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2A7CE33-D4F0-ECD5-075B-1B823A2EC4B8}"/>
              </a:ext>
            </a:extLst>
          </p:cNvPr>
          <p:cNvSpPr txBox="1"/>
          <p:nvPr/>
        </p:nvSpPr>
        <p:spPr>
          <a:xfrm>
            <a:off x="1200486" y="3513130"/>
            <a:ext cx="235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Decline without reshuffling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7FD994-2B5A-C5DB-2CD4-54B8119B4C1A}"/>
              </a:ext>
            </a:extLst>
          </p:cNvPr>
          <p:cNvSpPr txBox="1"/>
          <p:nvPr/>
        </p:nvSpPr>
        <p:spPr>
          <a:xfrm>
            <a:off x="1200486" y="6048800"/>
            <a:ext cx="235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Decline with reshuffling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8B19C5-D06D-7CDF-CB68-7D4EA976282B}"/>
              </a:ext>
            </a:extLst>
          </p:cNvPr>
          <p:cNvSpPr txBox="1"/>
          <p:nvPr/>
        </p:nvSpPr>
        <p:spPr>
          <a:xfrm>
            <a:off x="3748373" y="3535709"/>
            <a:ext cx="235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Growth without reshuffling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1ECDD5-8942-C22A-A9E8-4B5F71DBC8B1}"/>
              </a:ext>
            </a:extLst>
          </p:cNvPr>
          <p:cNvSpPr txBox="1"/>
          <p:nvPr/>
        </p:nvSpPr>
        <p:spPr>
          <a:xfrm>
            <a:off x="3732835" y="6065229"/>
            <a:ext cx="235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Growth with reshuffling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1EEAFC-6BB2-973E-791C-FB09E13126F8}"/>
              </a:ext>
            </a:extLst>
          </p:cNvPr>
          <p:cNvSpPr txBox="1"/>
          <p:nvPr/>
        </p:nvSpPr>
        <p:spPr>
          <a:xfrm>
            <a:off x="6620429" y="5047638"/>
            <a:ext cx="2978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Community reshuffling </a:t>
            </a:r>
          </a:p>
          <a:p>
            <a:r>
              <a:rPr lang="en-CA" dirty="0"/>
              <a:t>Species are reshuffled within the community, altering its functioning.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9590FEC-D3C2-6F56-A221-E38FFAA15BC5}"/>
                  </a:ext>
                </a:extLst>
              </p:cNvPr>
              <p:cNvSpPr txBox="1"/>
              <p:nvPr/>
            </p:nvSpPr>
            <p:spPr>
              <a:xfrm>
                <a:off x="6620431" y="2168696"/>
                <a:ext cx="277154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b="1" dirty="0"/>
                  <a:t>Large community-level losses or gains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sz="1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CA" sz="1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CA" b="1" dirty="0"/>
                  <a:t> )</a:t>
                </a:r>
              </a:p>
              <a:p>
                <a:r>
                  <a:rPr lang="en-CA" dirty="0"/>
                  <a:t>Species-level changes combine and amplify the community-level trend.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9590FEC-D3C2-6F56-A221-E38FFAA15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431" y="2168696"/>
                <a:ext cx="2771542" cy="1477328"/>
              </a:xfrm>
              <a:prstGeom prst="rect">
                <a:avLst/>
              </a:prstGeom>
              <a:blipFill>
                <a:blip r:embed="rId3"/>
                <a:stretch>
                  <a:fillRect l="-1826" t="-1695" b="-50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C842BC5D-5F59-41E8-A278-A8B13043F00D}"/>
              </a:ext>
            </a:extLst>
          </p:cNvPr>
          <p:cNvSpPr txBox="1"/>
          <p:nvPr/>
        </p:nvSpPr>
        <p:spPr>
          <a:xfrm>
            <a:off x="1173834" y="983677"/>
            <a:ext cx="237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Most species lose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AA73CA-F922-DCE7-4F8E-787028BCAB2A}"/>
              </a:ext>
            </a:extLst>
          </p:cNvPr>
          <p:cNvSpPr txBox="1"/>
          <p:nvPr/>
        </p:nvSpPr>
        <p:spPr>
          <a:xfrm>
            <a:off x="3679475" y="999035"/>
            <a:ext cx="249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Most species benefit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1ADF873-6230-1B18-EA66-70BB2C6C5560}"/>
              </a:ext>
            </a:extLst>
          </p:cNvPr>
          <p:cNvCxnSpPr>
            <a:cxnSpLocks/>
          </p:cNvCxnSpPr>
          <p:nvPr/>
        </p:nvCxnSpPr>
        <p:spPr>
          <a:xfrm flipV="1">
            <a:off x="6416298" y="1666784"/>
            <a:ext cx="0" cy="2320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B049EF1-35DF-3EB3-C2CA-8239529D60A2}"/>
              </a:ext>
            </a:extLst>
          </p:cNvPr>
          <p:cNvCxnSpPr>
            <a:cxnSpLocks/>
          </p:cNvCxnSpPr>
          <p:nvPr/>
        </p:nvCxnSpPr>
        <p:spPr>
          <a:xfrm>
            <a:off x="6416298" y="4448014"/>
            <a:ext cx="0" cy="2364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8D16F31-6787-40A8-0A0A-53510FB566F5}"/>
              </a:ext>
            </a:extLst>
          </p:cNvPr>
          <p:cNvCxnSpPr>
            <a:cxnSpLocks/>
          </p:cNvCxnSpPr>
          <p:nvPr/>
        </p:nvCxnSpPr>
        <p:spPr>
          <a:xfrm>
            <a:off x="3748373" y="1434587"/>
            <a:ext cx="2463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2355722-91E7-88BF-14D2-0C075C741DC7}"/>
              </a:ext>
            </a:extLst>
          </p:cNvPr>
          <p:cNvCxnSpPr>
            <a:cxnSpLocks/>
          </p:cNvCxnSpPr>
          <p:nvPr/>
        </p:nvCxnSpPr>
        <p:spPr>
          <a:xfrm flipH="1">
            <a:off x="1121652" y="1434587"/>
            <a:ext cx="24317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A70FEDF8-9D1D-2C16-2232-9811CCABA3FA}"/>
              </a:ext>
            </a:extLst>
          </p:cNvPr>
          <p:cNvSpPr/>
          <p:nvPr/>
        </p:nvSpPr>
        <p:spPr>
          <a:xfrm>
            <a:off x="3996023" y="5232245"/>
            <a:ext cx="1764280" cy="637340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918291 h 936221"/>
              <a:gd name="connsiteX1" fmla="*/ 547770 w 914400"/>
              <a:gd name="connsiteY1" fmla="*/ 83236 h 936221"/>
              <a:gd name="connsiteX2" fmla="*/ 896470 w 914400"/>
              <a:gd name="connsiteY2" fmla="*/ 936221 h 936221"/>
              <a:gd name="connsiteX3" fmla="*/ 896470 w 914400"/>
              <a:gd name="connsiteY3" fmla="*/ 936221 h 936221"/>
              <a:gd name="connsiteX4" fmla="*/ 914400 w 914400"/>
              <a:gd name="connsiteY4" fmla="*/ 936221 h 936221"/>
              <a:gd name="connsiteX0" fmla="*/ 0 w 914400"/>
              <a:gd name="connsiteY0" fmla="*/ 835213 h 853143"/>
              <a:gd name="connsiteX1" fmla="*/ 547770 w 914400"/>
              <a:gd name="connsiteY1" fmla="*/ 158 h 853143"/>
              <a:gd name="connsiteX2" fmla="*/ 896470 w 914400"/>
              <a:gd name="connsiteY2" fmla="*/ 853143 h 853143"/>
              <a:gd name="connsiteX3" fmla="*/ 896470 w 914400"/>
              <a:gd name="connsiteY3" fmla="*/ 853143 h 853143"/>
              <a:gd name="connsiteX4" fmla="*/ 914400 w 914400"/>
              <a:gd name="connsiteY4" fmla="*/ 853143 h 853143"/>
              <a:gd name="connsiteX0" fmla="*/ 0 w 914400"/>
              <a:gd name="connsiteY0" fmla="*/ 791451 h 809381"/>
              <a:gd name="connsiteX1" fmla="*/ 640463 w 914400"/>
              <a:gd name="connsiteY1" fmla="*/ 179 h 809381"/>
              <a:gd name="connsiteX2" fmla="*/ 896470 w 914400"/>
              <a:gd name="connsiteY2" fmla="*/ 809381 h 809381"/>
              <a:gd name="connsiteX3" fmla="*/ 896470 w 914400"/>
              <a:gd name="connsiteY3" fmla="*/ 809381 h 809381"/>
              <a:gd name="connsiteX4" fmla="*/ 914400 w 914400"/>
              <a:gd name="connsiteY4" fmla="*/ 809381 h 809381"/>
              <a:gd name="connsiteX0" fmla="*/ 0 w 914400"/>
              <a:gd name="connsiteY0" fmla="*/ 813339 h 831269"/>
              <a:gd name="connsiteX1" fmla="*/ 640463 w 914400"/>
              <a:gd name="connsiteY1" fmla="*/ 22067 h 831269"/>
              <a:gd name="connsiteX2" fmla="*/ 896470 w 914400"/>
              <a:gd name="connsiteY2" fmla="*/ 831269 h 831269"/>
              <a:gd name="connsiteX3" fmla="*/ 896470 w 914400"/>
              <a:gd name="connsiteY3" fmla="*/ 831269 h 831269"/>
              <a:gd name="connsiteX4" fmla="*/ 914400 w 914400"/>
              <a:gd name="connsiteY4" fmla="*/ 831269 h 831269"/>
              <a:gd name="connsiteX0" fmla="*/ 0 w 914400"/>
              <a:gd name="connsiteY0" fmla="*/ 827648 h 845578"/>
              <a:gd name="connsiteX1" fmla="*/ 424180 w 914400"/>
              <a:gd name="connsiteY1" fmla="*/ 21781 h 845578"/>
              <a:gd name="connsiteX2" fmla="*/ 896470 w 914400"/>
              <a:gd name="connsiteY2" fmla="*/ 845578 h 845578"/>
              <a:gd name="connsiteX3" fmla="*/ 896470 w 914400"/>
              <a:gd name="connsiteY3" fmla="*/ 845578 h 845578"/>
              <a:gd name="connsiteX4" fmla="*/ 914400 w 914400"/>
              <a:gd name="connsiteY4" fmla="*/ 845578 h 845578"/>
              <a:gd name="connsiteX0" fmla="*/ 0 w 914400"/>
              <a:gd name="connsiteY0" fmla="*/ 806228 h 824158"/>
              <a:gd name="connsiteX1" fmla="*/ 424180 w 914400"/>
              <a:gd name="connsiteY1" fmla="*/ 361 h 824158"/>
              <a:gd name="connsiteX2" fmla="*/ 896470 w 914400"/>
              <a:gd name="connsiteY2" fmla="*/ 824158 h 824158"/>
              <a:gd name="connsiteX3" fmla="*/ 896470 w 914400"/>
              <a:gd name="connsiteY3" fmla="*/ 824158 h 824158"/>
              <a:gd name="connsiteX4" fmla="*/ 914400 w 914400"/>
              <a:gd name="connsiteY4" fmla="*/ 824158 h 824158"/>
              <a:gd name="connsiteX0" fmla="*/ 0 w 914400"/>
              <a:gd name="connsiteY0" fmla="*/ 879172 h 897102"/>
              <a:gd name="connsiteX1" fmla="*/ 455077 w 914400"/>
              <a:gd name="connsiteY1" fmla="*/ 332 h 897102"/>
              <a:gd name="connsiteX2" fmla="*/ 896470 w 914400"/>
              <a:gd name="connsiteY2" fmla="*/ 897102 h 897102"/>
              <a:gd name="connsiteX3" fmla="*/ 896470 w 914400"/>
              <a:gd name="connsiteY3" fmla="*/ 897102 h 897102"/>
              <a:gd name="connsiteX4" fmla="*/ 914400 w 914400"/>
              <a:gd name="connsiteY4" fmla="*/ 897102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896470 w 1115234"/>
              <a:gd name="connsiteY3" fmla="*/ 897102 h 897102"/>
              <a:gd name="connsiteX4" fmla="*/ 1115234 w 1115234"/>
              <a:gd name="connsiteY4" fmla="*/ 882507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1081855 w 1115234"/>
              <a:gd name="connsiteY3" fmla="*/ 882508 h 897102"/>
              <a:gd name="connsiteX4" fmla="*/ 1115234 w 1115234"/>
              <a:gd name="connsiteY4" fmla="*/ 882507 h 897102"/>
              <a:gd name="connsiteX0" fmla="*/ 0 w 1115234"/>
              <a:gd name="connsiteY0" fmla="*/ 878948 h 882284"/>
              <a:gd name="connsiteX1" fmla="*/ 455077 w 1115234"/>
              <a:gd name="connsiteY1" fmla="*/ 108 h 882284"/>
              <a:gd name="connsiteX2" fmla="*/ 1057788 w 1115234"/>
              <a:gd name="connsiteY2" fmla="*/ 813307 h 882284"/>
              <a:gd name="connsiteX3" fmla="*/ 1081855 w 1115234"/>
              <a:gd name="connsiteY3" fmla="*/ 882284 h 882284"/>
              <a:gd name="connsiteX4" fmla="*/ 1115234 w 1115234"/>
              <a:gd name="connsiteY4" fmla="*/ 882283 h 882284"/>
              <a:gd name="connsiteX0" fmla="*/ 0 w 1141253"/>
              <a:gd name="connsiteY0" fmla="*/ 878948 h 882284"/>
              <a:gd name="connsiteX1" fmla="*/ 455077 w 1141253"/>
              <a:gd name="connsiteY1" fmla="*/ 108 h 882284"/>
              <a:gd name="connsiteX2" fmla="*/ 1057788 w 1141253"/>
              <a:gd name="connsiteY2" fmla="*/ 813307 h 882284"/>
              <a:gd name="connsiteX3" fmla="*/ 1081855 w 1141253"/>
              <a:gd name="connsiteY3" fmla="*/ 882284 h 882284"/>
              <a:gd name="connsiteX4" fmla="*/ 1141253 w 1141253"/>
              <a:gd name="connsiteY4" fmla="*/ 862619 h 882284"/>
              <a:gd name="connsiteX0" fmla="*/ 0 w 1081855"/>
              <a:gd name="connsiteY0" fmla="*/ 878948 h 882284"/>
              <a:gd name="connsiteX1" fmla="*/ 455077 w 1081855"/>
              <a:gd name="connsiteY1" fmla="*/ 108 h 882284"/>
              <a:gd name="connsiteX2" fmla="*/ 1057788 w 1081855"/>
              <a:gd name="connsiteY2" fmla="*/ 813307 h 882284"/>
              <a:gd name="connsiteX3" fmla="*/ 1081855 w 1081855"/>
              <a:gd name="connsiteY3" fmla="*/ 882284 h 882284"/>
              <a:gd name="connsiteX0" fmla="*/ 0 w 1057788"/>
              <a:gd name="connsiteY0" fmla="*/ 878948 h 878948"/>
              <a:gd name="connsiteX1" fmla="*/ 455077 w 1057788"/>
              <a:gd name="connsiteY1" fmla="*/ 108 h 878948"/>
              <a:gd name="connsiteX2" fmla="*/ 1057788 w 1057788"/>
              <a:gd name="connsiteY2" fmla="*/ 813307 h 878948"/>
              <a:gd name="connsiteX0" fmla="*/ 0 w 1146253"/>
              <a:gd name="connsiteY0" fmla="*/ 878847 h 878847"/>
              <a:gd name="connsiteX1" fmla="*/ 455077 w 1146253"/>
              <a:gd name="connsiteY1" fmla="*/ 7 h 878847"/>
              <a:gd name="connsiteX2" fmla="*/ 1146253 w 1146253"/>
              <a:gd name="connsiteY2" fmla="*/ 862366 h 878847"/>
              <a:gd name="connsiteX0" fmla="*/ 0 w 1146253"/>
              <a:gd name="connsiteY0" fmla="*/ 886730 h 886730"/>
              <a:gd name="connsiteX1" fmla="*/ 455077 w 1146253"/>
              <a:gd name="connsiteY1" fmla="*/ 7890 h 886730"/>
              <a:gd name="connsiteX2" fmla="*/ 901419 w 1146253"/>
              <a:gd name="connsiteY2" fmla="*/ 476918 h 886730"/>
              <a:gd name="connsiteX3" fmla="*/ 1146253 w 1146253"/>
              <a:gd name="connsiteY3" fmla="*/ 870249 h 886730"/>
              <a:gd name="connsiteX0" fmla="*/ 0 w 1146253"/>
              <a:gd name="connsiteY0" fmla="*/ 893192 h 893192"/>
              <a:gd name="connsiteX1" fmla="*/ 455077 w 1146253"/>
              <a:gd name="connsiteY1" fmla="*/ 14352 h 893192"/>
              <a:gd name="connsiteX2" fmla="*/ 1005495 w 1146253"/>
              <a:gd name="connsiteY2" fmla="*/ 385060 h 893192"/>
              <a:gd name="connsiteX3" fmla="*/ 1146253 w 1146253"/>
              <a:gd name="connsiteY3" fmla="*/ 876711 h 893192"/>
              <a:gd name="connsiteX0" fmla="*/ 0 w 1146253"/>
              <a:gd name="connsiteY0" fmla="*/ 888633 h 888633"/>
              <a:gd name="connsiteX1" fmla="*/ 455077 w 1146253"/>
              <a:gd name="connsiteY1" fmla="*/ 9793 h 888633"/>
              <a:gd name="connsiteX2" fmla="*/ 1005495 w 1146253"/>
              <a:gd name="connsiteY2" fmla="*/ 380501 h 888633"/>
              <a:gd name="connsiteX3" fmla="*/ 1146253 w 1146253"/>
              <a:gd name="connsiteY3" fmla="*/ 872152 h 888633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709220 h 709220"/>
              <a:gd name="connsiteX1" fmla="*/ 335391 w 1146253"/>
              <a:gd name="connsiteY1" fmla="*/ 12272 h 709220"/>
              <a:gd name="connsiteX2" fmla="*/ 1005495 w 1146253"/>
              <a:gd name="connsiteY2" fmla="*/ 201088 h 709220"/>
              <a:gd name="connsiteX3" fmla="*/ 1146253 w 1146253"/>
              <a:gd name="connsiteY3" fmla="*/ 692739 h 709220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17500 h 717500"/>
              <a:gd name="connsiteX1" fmla="*/ 335391 w 1146253"/>
              <a:gd name="connsiteY1" fmla="*/ 20552 h 717500"/>
              <a:gd name="connsiteX2" fmla="*/ 911828 w 1146253"/>
              <a:gd name="connsiteY2" fmla="*/ 199535 h 717500"/>
              <a:gd name="connsiteX3" fmla="*/ 1146253 w 1146253"/>
              <a:gd name="connsiteY3" fmla="*/ 701019 h 717500"/>
              <a:gd name="connsiteX0" fmla="*/ 0 w 1146253"/>
              <a:gd name="connsiteY0" fmla="*/ 530916 h 530916"/>
              <a:gd name="connsiteX1" fmla="*/ 293761 w 1146253"/>
              <a:gd name="connsiteY1" fmla="*/ 178088 h 530916"/>
              <a:gd name="connsiteX2" fmla="*/ 911828 w 1146253"/>
              <a:gd name="connsiteY2" fmla="*/ 12951 h 530916"/>
              <a:gd name="connsiteX3" fmla="*/ 1146253 w 1146253"/>
              <a:gd name="connsiteY3" fmla="*/ 514435 h 530916"/>
              <a:gd name="connsiteX0" fmla="*/ 0 w 1146253"/>
              <a:gd name="connsiteY0" fmla="*/ 533602 h 533602"/>
              <a:gd name="connsiteX1" fmla="*/ 293761 w 1146253"/>
              <a:gd name="connsiteY1" fmla="*/ 180774 h 533602"/>
              <a:gd name="connsiteX2" fmla="*/ 911828 w 1146253"/>
              <a:gd name="connsiteY2" fmla="*/ 15637 h 533602"/>
              <a:gd name="connsiteX3" fmla="*/ 1146253 w 1146253"/>
              <a:gd name="connsiteY3" fmla="*/ 517121 h 533602"/>
              <a:gd name="connsiteX0" fmla="*/ 0 w 1146253"/>
              <a:gd name="connsiteY0" fmla="*/ 527286 h 527286"/>
              <a:gd name="connsiteX1" fmla="*/ 293761 w 1146253"/>
              <a:gd name="connsiteY1" fmla="*/ 174458 h 527286"/>
              <a:gd name="connsiteX2" fmla="*/ 911828 w 1146253"/>
              <a:gd name="connsiteY2" fmla="*/ 9321 h 527286"/>
              <a:gd name="connsiteX3" fmla="*/ 1146253 w 1146253"/>
              <a:gd name="connsiteY3" fmla="*/ 510805 h 527286"/>
              <a:gd name="connsiteX0" fmla="*/ 0 w 1146253"/>
              <a:gd name="connsiteY0" fmla="*/ 530915 h 530915"/>
              <a:gd name="connsiteX1" fmla="*/ 293761 w 1146253"/>
              <a:gd name="connsiteY1" fmla="*/ 178087 h 530915"/>
              <a:gd name="connsiteX2" fmla="*/ 911828 w 1146253"/>
              <a:gd name="connsiteY2" fmla="*/ 12950 h 530915"/>
              <a:gd name="connsiteX3" fmla="*/ 1146253 w 1146253"/>
              <a:gd name="connsiteY3" fmla="*/ 514434 h 530915"/>
              <a:gd name="connsiteX0" fmla="*/ 0 w 1146253"/>
              <a:gd name="connsiteY0" fmla="*/ 535588 h 535588"/>
              <a:gd name="connsiteX1" fmla="*/ 293761 w 1146253"/>
              <a:gd name="connsiteY1" fmla="*/ 182760 h 535588"/>
              <a:gd name="connsiteX2" fmla="*/ 911828 w 1146253"/>
              <a:gd name="connsiteY2" fmla="*/ 17623 h 535588"/>
              <a:gd name="connsiteX3" fmla="*/ 1146253 w 1146253"/>
              <a:gd name="connsiteY3" fmla="*/ 519107 h 535588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4406 h 524406"/>
              <a:gd name="connsiteX1" fmla="*/ 175114 w 1146253"/>
              <a:gd name="connsiteY1" fmla="*/ 329430 h 524406"/>
              <a:gd name="connsiteX2" fmla="*/ 911828 w 1146253"/>
              <a:gd name="connsiteY2" fmla="*/ 6441 h 524406"/>
              <a:gd name="connsiteX3" fmla="*/ 1146253 w 1146253"/>
              <a:gd name="connsiteY3" fmla="*/ 507925 h 524406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91678 h 491678"/>
              <a:gd name="connsiteX1" fmla="*/ 175114 w 1146253"/>
              <a:gd name="connsiteY1" fmla="*/ 296702 h 491678"/>
              <a:gd name="connsiteX2" fmla="*/ 812956 w 1146253"/>
              <a:gd name="connsiteY2" fmla="*/ 7539 h 491678"/>
              <a:gd name="connsiteX3" fmla="*/ 1146253 w 1146253"/>
              <a:gd name="connsiteY3" fmla="*/ 475197 h 491678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812956 w 1146253"/>
              <a:gd name="connsiteY1" fmla="*/ 0 h 484139"/>
              <a:gd name="connsiteX2" fmla="*/ 1146253 w 1146253"/>
              <a:gd name="connsiteY2" fmla="*/ 467658 h 484139"/>
              <a:gd name="connsiteX0" fmla="*/ 0 w 1146253"/>
              <a:gd name="connsiteY0" fmla="*/ 592554 h 592554"/>
              <a:gd name="connsiteX1" fmla="*/ 840118 w 1146253"/>
              <a:gd name="connsiteY1" fmla="*/ 0 h 592554"/>
              <a:gd name="connsiteX2" fmla="*/ 1146253 w 1146253"/>
              <a:gd name="connsiteY2" fmla="*/ 576073 h 592554"/>
              <a:gd name="connsiteX0" fmla="*/ 0 w 1146253"/>
              <a:gd name="connsiteY0" fmla="*/ 394309 h 394309"/>
              <a:gd name="connsiteX1" fmla="*/ 986797 w 1146253"/>
              <a:gd name="connsiteY1" fmla="*/ 0 h 394309"/>
              <a:gd name="connsiteX2" fmla="*/ 1146253 w 1146253"/>
              <a:gd name="connsiteY2" fmla="*/ 377828 h 394309"/>
              <a:gd name="connsiteX0" fmla="*/ 0 w 1146253"/>
              <a:gd name="connsiteY0" fmla="*/ 396358 h 396358"/>
              <a:gd name="connsiteX1" fmla="*/ 329457 w 1146253"/>
              <a:gd name="connsiteY1" fmla="*/ 236225 h 396358"/>
              <a:gd name="connsiteX2" fmla="*/ 986797 w 1146253"/>
              <a:gd name="connsiteY2" fmla="*/ 2049 h 396358"/>
              <a:gd name="connsiteX3" fmla="*/ 1146253 w 1146253"/>
              <a:gd name="connsiteY3" fmla="*/ 379877 h 396358"/>
              <a:gd name="connsiteX0" fmla="*/ 0 w 1146253"/>
              <a:gd name="connsiteY0" fmla="*/ 397090 h 397090"/>
              <a:gd name="connsiteX1" fmla="*/ 166480 w 1146253"/>
              <a:gd name="connsiteY1" fmla="*/ 181200 h 397090"/>
              <a:gd name="connsiteX2" fmla="*/ 986797 w 1146253"/>
              <a:gd name="connsiteY2" fmla="*/ 2781 h 397090"/>
              <a:gd name="connsiteX3" fmla="*/ 1146253 w 1146253"/>
              <a:gd name="connsiteY3" fmla="*/ 380609 h 397090"/>
              <a:gd name="connsiteX0" fmla="*/ 0 w 1146253"/>
              <a:gd name="connsiteY0" fmla="*/ 395886 h 395886"/>
              <a:gd name="connsiteX1" fmla="*/ 166480 w 1146253"/>
              <a:gd name="connsiteY1" fmla="*/ 179996 h 395886"/>
              <a:gd name="connsiteX2" fmla="*/ 986797 w 1146253"/>
              <a:gd name="connsiteY2" fmla="*/ 1577 h 395886"/>
              <a:gd name="connsiteX3" fmla="*/ 1146253 w 1146253"/>
              <a:gd name="connsiteY3" fmla="*/ 379405 h 395886"/>
              <a:gd name="connsiteX0" fmla="*/ 95212 w 1241465"/>
              <a:gd name="connsiteY0" fmla="*/ 395886 h 395886"/>
              <a:gd name="connsiteX1" fmla="*/ 261692 w 1241465"/>
              <a:gd name="connsiteY1" fmla="*/ 179996 h 395886"/>
              <a:gd name="connsiteX2" fmla="*/ 1082009 w 1241465"/>
              <a:gd name="connsiteY2" fmla="*/ 1577 h 395886"/>
              <a:gd name="connsiteX3" fmla="*/ 1241465 w 1241465"/>
              <a:gd name="connsiteY3" fmla="*/ 379405 h 395886"/>
              <a:gd name="connsiteX0" fmla="*/ 0 w 1146253"/>
              <a:gd name="connsiteY0" fmla="*/ 396431 h 396431"/>
              <a:gd name="connsiteX1" fmla="*/ 166480 w 1146253"/>
              <a:gd name="connsiteY1" fmla="*/ 180541 h 396431"/>
              <a:gd name="connsiteX2" fmla="*/ 986797 w 1146253"/>
              <a:gd name="connsiteY2" fmla="*/ 2122 h 396431"/>
              <a:gd name="connsiteX3" fmla="*/ 1146253 w 1146253"/>
              <a:gd name="connsiteY3" fmla="*/ 379950 h 396431"/>
              <a:gd name="connsiteX0" fmla="*/ 0 w 1146253"/>
              <a:gd name="connsiteY0" fmla="*/ 395863 h 395863"/>
              <a:gd name="connsiteX1" fmla="*/ 334889 w 1146253"/>
              <a:gd name="connsiteY1" fmla="*/ 254315 h 395863"/>
              <a:gd name="connsiteX2" fmla="*/ 986797 w 1146253"/>
              <a:gd name="connsiteY2" fmla="*/ 1554 h 395863"/>
              <a:gd name="connsiteX3" fmla="*/ 1146253 w 1146253"/>
              <a:gd name="connsiteY3" fmla="*/ 379382 h 395863"/>
              <a:gd name="connsiteX0" fmla="*/ 0 w 1146253"/>
              <a:gd name="connsiteY0" fmla="*/ 395506 h 395506"/>
              <a:gd name="connsiteX1" fmla="*/ 334889 w 1146253"/>
              <a:gd name="connsiteY1" fmla="*/ 253958 h 395506"/>
              <a:gd name="connsiteX2" fmla="*/ 986797 w 1146253"/>
              <a:gd name="connsiteY2" fmla="*/ 1197 h 395506"/>
              <a:gd name="connsiteX3" fmla="*/ 1146253 w 1146253"/>
              <a:gd name="connsiteY3" fmla="*/ 379025 h 395506"/>
              <a:gd name="connsiteX0" fmla="*/ 0 w 1146253"/>
              <a:gd name="connsiteY0" fmla="*/ 395581 h 395581"/>
              <a:gd name="connsiteX1" fmla="*/ 334889 w 1146253"/>
              <a:gd name="connsiteY1" fmla="*/ 254033 h 395581"/>
              <a:gd name="connsiteX2" fmla="*/ 986797 w 1146253"/>
              <a:gd name="connsiteY2" fmla="*/ 1272 h 395581"/>
              <a:gd name="connsiteX3" fmla="*/ 1146253 w 1146253"/>
              <a:gd name="connsiteY3" fmla="*/ 379100 h 395581"/>
              <a:gd name="connsiteX0" fmla="*/ 0 w 1146253"/>
              <a:gd name="connsiteY0" fmla="*/ 395695 h 395695"/>
              <a:gd name="connsiteX1" fmla="*/ 242536 w 1146253"/>
              <a:gd name="connsiteY1" fmla="*/ 226269 h 395695"/>
              <a:gd name="connsiteX2" fmla="*/ 986797 w 1146253"/>
              <a:gd name="connsiteY2" fmla="*/ 1386 h 395695"/>
              <a:gd name="connsiteX3" fmla="*/ 1146253 w 1146253"/>
              <a:gd name="connsiteY3" fmla="*/ 379214 h 395695"/>
              <a:gd name="connsiteX0" fmla="*/ 0 w 1146253"/>
              <a:gd name="connsiteY0" fmla="*/ 399523 h 399523"/>
              <a:gd name="connsiteX1" fmla="*/ 242536 w 1146253"/>
              <a:gd name="connsiteY1" fmla="*/ 230097 h 399523"/>
              <a:gd name="connsiteX2" fmla="*/ 899876 w 1146253"/>
              <a:gd name="connsiteY2" fmla="*/ 2116 h 399523"/>
              <a:gd name="connsiteX3" fmla="*/ 1146253 w 1146253"/>
              <a:gd name="connsiteY3" fmla="*/ 383042 h 399523"/>
              <a:gd name="connsiteX0" fmla="*/ 0 w 1146253"/>
              <a:gd name="connsiteY0" fmla="*/ 398796 h 398796"/>
              <a:gd name="connsiteX1" fmla="*/ 242536 w 1146253"/>
              <a:gd name="connsiteY1" fmla="*/ 229370 h 398796"/>
              <a:gd name="connsiteX2" fmla="*/ 899876 w 1146253"/>
              <a:gd name="connsiteY2" fmla="*/ 1389 h 398796"/>
              <a:gd name="connsiteX3" fmla="*/ 1146253 w 1146253"/>
              <a:gd name="connsiteY3" fmla="*/ 382315 h 398796"/>
              <a:gd name="connsiteX0" fmla="*/ 0 w 1146253"/>
              <a:gd name="connsiteY0" fmla="*/ 398873 h 398873"/>
              <a:gd name="connsiteX1" fmla="*/ 242536 w 1146253"/>
              <a:gd name="connsiteY1" fmla="*/ 229447 h 398873"/>
              <a:gd name="connsiteX2" fmla="*/ 899876 w 1146253"/>
              <a:gd name="connsiteY2" fmla="*/ 1466 h 398873"/>
              <a:gd name="connsiteX3" fmla="*/ 1146253 w 1146253"/>
              <a:gd name="connsiteY3" fmla="*/ 382392 h 398873"/>
              <a:gd name="connsiteX0" fmla="*/ 0 w 1146253"/>
              <a:gd name="connsiteY0" fmla="*/ 398550 h 398550"/>
              <a:gd name="connsiteX1" fmla="*/ 250788 w 1146253"/>
              <a:gd name="connsiteY1" fmla="*/ 312156 h 398550"/>
              <a:gd name="connsiteX2" fmla="*/ 899876 w 1146253"/>
              <a:gd name="connsiteY2" fmla="*/ 1143 h 398550"/>
              <a:gd name="connsiteX3" fmla="*/ 1146253 w 1146253"/>
              <a:gd name="connsiteY3" fmla="*/ 382069 h 398550"/>
              <a:gd name="connsiteX0" fmla="*/ 0 w 1146253"/>
              <a:gd name="connsiteY0" fmla="*/ 392033 h 392033"/>
              <a:gd name="connsiteX1" fmla="*/ 250788 w 1146253"/>
              <a:gd name="connsiteY1" fmla="*/ 312511 h 392033"/>
              <a:gd name="connsiteX2" fmla="*/ 899876 w 1146253"/>
              <a:gd name="connsiteY2" fmla="*/ 1498 h 392033"/>
              <a:gd name="connsiteX3" fmla="*/ 1146253 w 1146253"/>
              <a:gd name="connsiteY3" fmla="*/ 382424 h 392033"/>
              <a:gd name="connsiteX0" fmla="*/ 0 w 1146253"/>
              <a:gd name="connsiteY0" fmla="*/ 397947 h 397947"/>
              <a:gd name="connsiteX1" fmla="*/ 206402 w 1146253"/>
              <a:gd name="connsiteY1" fmla="*/ 84790 h 397947"/>
              <a:gd name="connsiteX2" fmla="*/ 899876 w 1146253"/>
              <a:gd name="connsiteY2" fmla="*/ 7412 h 397947"/>
              <a:gd name="connsiteX3" fmla="*/ 1146253 w 1146253"/>
              <a:gd name="connsiteY3" fmla="*/ 388338 h 397947"/>
              <a:gd name="connsiteX0" fmla="*/ 0 w 1146253"/>
              <a:gd name="connsiteY0" fmla="*/ 392533 h 392533"/>
              <a:gd name="connsiteX1" fmla="*/ 206402 w 1146253"/>
              <a:gd name="connsiteY1" fmla="*/ 79376 h 392533"/>
              <a:gd name="connsiteX2" fmla="*/ 899876 w 1146253"/>
              <a:gd name="connsiteY2" fmla="*/ 1998 h 392533"/>
              <a:gd name="connsiteX3" fmla="*/ 1146253 w 1146253"/>
              <a:gd name="connsiteY3" fmla="*/ 382924 h 392533"/>
              <a:gd name="connsiteX0" fmla="*/ 0 w 1146253"/>
              <a:gd name="connsiteY0" fmla="*/ 391706 h 391706"/>
              <a:gd name="connsiteX1" fmla="*/ 226888 w 1146253"/>
              <a:gd name="connsiteY1" fmla="*/ 229724 h 391706"/>
              <a:gd name="connsiteX2" fmla="*/ 899876 w 1146253"/>
              <a:gd name="connsiteY2" fmla="*/ 1171 h 391706"/>
              <a:gd name="connsiteX3" fmla="*/ 1146253 w 1146253"/>
              <a:gd name="connsiteY3" fmla="*/ 382097 h 391706"/>
              <a:gd name="connsiteX0" fmla="*/ 0 w 1146253"/>
              <a:gd name="connsiteY0" fmla="*/ 419909 h 419909"/>
              <a:gd name="connsiteX1" fmla="*/ 226888 w 1146253"/>
              <a:gd name="connsiteY1" fmla="*/ 257927 h 419909"/>
              <a:gd name="connsiteX2" fmla="*/ 882805 w 1146253"/>
              <a:gd name="connsiteY2" fmla="*/ 1888 h 419909"/>
              <a:gd name="connsiteX3" fmla="*/ 1146253 w 1146253"/>
              <a:gd name="connsiteY3" fmla="*/ 410300 h 419909"/>
              <a:gd name="connsiteX0" fmla="*/ 0 w 1146253"/>
              <a:gd name="connsiteY0" fmla="*/ 418021 h 418021"/>
              <a:gd name="connsiteX1" fmla="*/ 226888 w 1146253"/>
              <a:gd name="connsiteY1" fmla="*/ 256039 h 418021"/>
              <a:gd name="connsiteX2" fmla="*/ 882805 w 1146253"/>
              <a:gd name="connsiteY2" fmla="*/ 0 h 418021"/>
              <a:gd name="connsiteX3" fmla="*/ 1146253 w 1146253"/>
              <a:gd name="connsiteY3" fmla="*/ 408412 h 418021"/>
              <a:gd name="connsiteX0" fmla="*/ 0 w 1146253"/>
              <a:gd name="connsiteY0" fmla="*/ 418021 h 418021"/>
              <a:gd name="connsiteX1" fmla="*/ 226888 w 1146253"/>
              <a:gd name="connsiteY1" fmla="*/ 256039 h 418021"/>
              <a:gd name="connsiteX2" fmla="*/ 882805 w 1146253"/>
              <a:gd name="connsiteY2" fmla="*/ 0 h 418021"/>
              <a:gd name="connsiteX3" fmla="*/ 1146253 w 1146253"/>
              <a:gd name="connsiteY3" fmla="*/ 408412 h 418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253" h="418021">
                <a:moveTo>
                  <a:pt x="0" y="418021"/>
                </a:moveTo>
                <a:cubicBezTo>
                  <a:pt x="54909" y="391332"/>
                  <a:pt x="35368" y="136740"/>
                  <a:pt x="226888" y="256039"/>
                </a:cubicBezTo>
                <a:cubicBezTo>
                  <a:pt x="418408" y="375338"/>
                  <a:pt x="647658" y="27596"/>
                  <a:pt x="882805" y="0"/>
                </a:cubicBezTo>
                <a:cubicBezTo>
                  <a:pt x="1018816" y="6078"/>
                  <a:pt x="1105447" y="342857"/>
                  <a:pt x="1146253" y="408412"/>
                </a:cubicBezTo>
              </a:path>
            </a:pathLst>
          </a:custGeom>
          <a:gradFill flip="none" rotWithShape="1">
            <a:gsLst>
              <a:gs pos="0">
                <a:srgbClr val="DA4035"/>
              </a:gs>
              <a:gs pos="50000">
                <a:srgbClr val="F7FCC9"/>
              </a:gs>
              <a:gs pos="37000">
                <a:srgbClr val="FEEC9D"/>
              </a:gs>
              <a:gs pos="90000">
                <a:srgbClr val="8DCB65"/>
              </a:gs>
              <a:gs pos="100000">
                <a:srgbClr val="2D9C52"/>
              </a:gs>
            </a:gsLst>
            <a:lin ang="0" scaled="0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D8EF9C9-DD4C-1D37-0D81-551B473B088A}"/>
              </a:ext>
            </a:extLst>
          </p:cNvPr>
          <p:cNvSpPr/>
          <p:nvPr/>
        </p:nvSpPr>
        <p:spPr>
          <a:xfrm flipH="1">
            <a:off x="1490812" y="2257063"/>
            <a:ext cx="670252" cy="1111202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918291 h 936221"/>
              <a:gd name="connsiteX1" fmla="*/ 547770 w 914400"/>
              <a:gd name="connsiteY1" fmla="*/ 83236 h 936221"/>
              <a:gd name="connsiteX2" fmla="*/ 896470 w 914400"/>
              <a:gd name="connsiteY2" fmla="*/ 936221 h 936221"/>
              <a:gd name="connsiteX3" fmla="*/ 896470 w 914400"/>
              <a:gd name="connsiteY3" fmla="*/ 936221 h 936221"/>
              <a:gd name="connsiteX4" fmla="*/ 914400 w 914400"/>
              <a:gd name="connsiteY4" fmla="*/ 936221 h 936221"/>
              <a:gd name="connsiteX0" fmla="*/ 0 w 914400"/>
              <a:gd name="connsiteY0" fmla="*/ 835213 h 853143"/>
              <a:gd name="connsiteX1" fmla="*/ 547770 w 914400"/>
              <a:gd name="connsiteY1" fmla="*/ 158 h 853143"/>
              <a:gd name="connsiteX2" fmla="*/ 896470 w 914400"/>
              <a:gd name="connsiteY2" fmla="*/ 853143 h 853143"/>
              <a:gd name="connsiteX3" fmla="*/ 896470 w 914400"/>
              <a:gd name="connsiteY3" fmla="*/ 853143 h 853143"/>
              <a:gd name="connsiteX4" fmla="*/ 914400 w 914400"/>
              <a:gd name="connsiteY4" fmla="*/ 853143 h 853143"/>
              <a:gd name="connsiteX0" fmla="*/ 0 w 914400"/>
              <a:gd name="connsiteY0" fmla="*/ 791451 h 809381"/>
              <a:gd name="connsiteX1" fmla="*/ 640463 w 914400"/>
              <a:gd name="connsiteY1" fmla="*/ 179 h 809381"/>
              <a:gd name="connsiteX2" fmla="*/ 896470 w 914400"/>
              <a:gd name="connsiteY2" fmla="*/ 809381 h 809381"/>
              <a:gd name="connsiteX3" fmla="*/ 896470 w 914400"/>
              <a:gd name="connsiteY3" fmla="*/ 809381 h 809381"/>
              <a:gd name="connsiteX4" fmla="*/ 914400 w 914400"/>
              <a:gd name="connsiteY4" fmla="*/ 809381 h 809381"/>
              <a:gd name="connsiteX0" fmla="*/ 0 w 914400"/>
              <a:gd name="connsiteY0" fmla="*/ 813339 h 831269"/>
              <a:gd name="connsiteX1" fmla="*/ 640463 w 914400"/>
              <a:gd name="connsiteY1" fmla="*/ 22067 h 831269"/>
              <a:gd name="connsiteX2" fmla="*/ 896470 w 914400"/>
              <a:gd name="connsiteY2" fmla="*/ 831269 h 831269"/>
              <a:gd name="connsiteX3" fmla="*/ 896470 w 914400"/>
              <a:gd name="connsiteY3" fmla="*/ 831269 h 831269"/>
              <a:gd name="connsiteX4" fmla="*/ 914400 w 914400"/>
              <a:gd name="connsiteY4" fmla="*/ 831269 h 831269"/>
              <a:gd name="connsiteX0" fmla="*/ 0 w 914400"/>
              <a:gd name="connsiteY0" fmla="*/ 827648 h 845578"/>
              <a:gd name="connsiteX1" fmla="*/ 424180 w 914400"/>
              <a:gd name="connsiteY1" fmla="*/ 21781 h 845578"/>
              <a:gd name="connsiteX2" fmla="*/ 896470 w 914400"/>
              <a:gd name="connsiteY2" fmla="*/ 845578 h 845578"/>
              <a:gd name="connsiteX3" fmla="*/ 896470 w 914400"/>
              <a:gd name="connsiteY3" fmla="*/ 845578 h 845578"/>
              <a:gd name="connsiteX4" fmla="*/ 914400 w 914400"/>
              <a:gd name="connsiteY4" fmla="*/ 845578 h 845578"/>
              <a:gd name="connsiteX0" fmla="*/ 0 w 914400"/>
              <a:gd name="connsiteY0" fmla="*/ 806228 h 824158"/>
              <a:gd name="connsiteX1" fmla="*/ 424180 w 914400"/>
              <a:gd name="connsiteY1" fmla="*/ 361 h 824158"/>
              <a:gd name="connsiteX2" fmla="*/ 896470 w 914400"/>
              <a:gd name="connsiteY2" fmla="*/ 824158 h 824158"/>
              <a:gd name="connsiteX3" fmla="*/ 896470 w 914400"/>
              <a:gd name="connsiteY3" fmla="*/ 824158 h 824158"/>
              <a:gd name="connsiteX4" fmla="*/ 914400 w 914400"/>
              <a:gd name="connsiteY4" fmla="*/ 824158 h 824158"/>
              <a:gd name="connsiteX0" fmla="*/ 0 w 914400"/>
              <a:gd name="connsiteY0" fmla="*/ 879172 h 897102"/>
              <a:gd name="connsiteX1" fmla="*/ 455077 w 914400"/>
              <a:gd name="connsiteY1" fmla="*/ 332 h 897102"/>
              <a:gd name="connsiteX2" fmla="*/ 896470 w 914400"/>
              <a:gd name="connsiteY2" fmla="*/ 897102 h 897102"/>
              <a:gd name="connsiteX3" fmla="*/ 896470 w 914400"/>
              <a:gd name="connsiteY3" fmla="*/ 897102 h 897102"/>
              <a:gd name="connsiteX4" fmla="*/ 914400 w 914400"/>
              <a:gd name="connsiteY4" fmla="*/ 897102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896470 w 1115234"/>
              <a:gd name="connsiteY3" fmla="*/ 897102 h 897102"/>
              <a:gd name="connsiteX4" fmla="*/ 1115234 w 1115234"/>
              <a:gd name="connsiteY4" fmla="*/ 882507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1081855 w 1115234"/>
              <a:gd name="connsiteY3" fmla="*/ 882508 h 897102"/>
              <a:gd name="connsiteX4" fmla="*/ 1115234 w 1115234"/>
              <a:gd name="connsiteY4" fmla="*/ 882507 h 897102"/>
              <a:gd name="connsiteX0" fmla="*/ 0 w 1115234"/>
              <a:gd name="connsiteY0" fmla="*/ 878948 h 882284"/>
              <a:gd name="connsiteX1" fmla="*/ 455077 w 1115234"/>
              <a:gd name="connsiteY1" fmla="*/ 108 h 882284"/>
              <a:gd name="connsiteX2" fmla="*/ 1057788 w 1115234"/>
              <a:gd name="connsiteY2" fmla="*/ 813307 h 882284"/>
              <a:gd name="connsiteX3" fmla="*/ 1081855 w 1115234"/>
              <a:gd name="connsiteY3" fmla="*/ 882284 h 882284"/>
              <a:gd name="connsiteX4" fmla="*/ 1115234 w 1115234"/>
              <a:gd name="connsiteY4" fmla="*/ 882283 h 882284"/>
              <a:gd name="connsiteX0" fmla="*/ 0 w 1141253"/>
              <a:gd name="connsiteY0" fmla="*/ 878948 h 882284"/>
              <a:gd name="connsiteX1" fmla="*/ 455077 w 1141253"/>
              <a:gd name="connsiteY1" fmla="*/ 108 h 882284"/>
              <a:gd name="connsiteX2" fmla="*/ 1057788 w 1141253"/>
              <a:gd name="connsiteY2" fmla="*/ 813307 h 882284"/>
              <a:gd name="connsiteX3" fmla="*/ 1081855 w 1141253"/>
              <a:gd name="connsiteY3" fmla="*/ 882284 h 882284"/>
              <a:gd name="connsiteX4" fmla="*/ 1141253 w 1141253"/>
              <a:gd name="connsiteY4" fmla="*/ 862619 h 882284"/>
              <a:gd name="connsiteX0" fmla="*/ 0 w 1081855"/>
              <a:gd name="connsiteY0" fmla="*/ 878948 h 882284"/>
              <a:gd name="connsiteX1" fmla="*/ 455077 w 1081855"/>
              <a:gd name="connsiteY1" fmla="*/ 108 h 882284"/>
              <a:gd name="connsiteX2" fmla="*/ 1057788 w 1081855"/>
              <a:gd name="connsiteY2" fmla="*/ 813307 h 882284"/>
              <a:gd name="connsiteX3" fmla="*/ 1081855 w 1081855"/>
              <a:gd name="connsiteY3" fmla="*/ 882284 h 882284"/>
              <a:gd name="connsiteX0" fmla="*/ 0 w 1057788"/>
              <a:gd name="connsiteY0" fmla="*/ 878948 h 878948"/>
              <a:gd name="connsiteX1" fmla="*/ 455077 w 1057788"/>
              <a:gd name="connsiteY1" fmla="*/ 108 h 878948"/>
              <a:gd name="connsiteX2" fmla="*/ 1057788 w 1057788"/>
              <a:gd name="connsiteY2" fmla="*/ 813307 h 878948"/>
              <a:gd name="connsiteX0" fmla="*/ 0 w 1146253"/>
              <a:gd name="connsiteY0" fmla="*/ 878847 h 878847"/>
              <a:gd name="connsiteX1" fmla="*/ 455077 w 1146253"/>
              <a:gd name="connsiteY1" fmla="*/ 7 h 878847"/>
              <a:gd name="connsiteX2" fmla="*/ 1146253 w 1146253"/>
              <a:gd name="connsiteY2" fmla="*/ 862366 h 878847"/>
              <a:gd name="connsiteX0" fmla="*/ 0 w 1146253"/>
              <a:gd name="connsiteY0" fmla="*/ 886730 h 886730"/>
              <a:gd name="connsiteX1" fmla="*/ 455077 w 1146253"/>
              <a:gd name="connsiteY1" fmla="*/ 7890 h 886730"/>
              <a:gd name="connsiteX2" fmla="*/ 901419 w 1146253"/>
              <a:gd name="connsiteY2" fmla="*/ 476918 h 886730"/>
              <a:gd name="connsiteX3" fmla="*/ 1146253 w 1146253"/>
              <a:gd name="connsiteY3" fmla="*/ 870249 h 886730"/>
              <a:gd name="connsiteX0" fmla="*/ 0 w 1146253"/>
              <a:gd name="connsiteY0" fmla="*/ 893192 h 893192"/>
              <a:gd name="connsiteX1" fmla="*/ 455077 w 1146253"/>
              <a:gd name="connsiteY1" fmla="*/ 14352 h 893192"/>
              <a:gd name="connsiteX2" fmla="*/ 1005495 w 1146253"/>
              <a:gd name="connsiteY2" fmla="*/ 385060 h 893192"/>
              <a:gd name="connsiteX3" fmla="*/ 1146253 w 1146253"/>
              <a:gd name="connsiteY3" fmla="*/ 876711 h 893192"/>
              <a:gd name="connsiteX0" fmla="*/ 0 w 1146253"/>
              <a:gd name="connsiteY0" fmla="*/ 888633 h 888633"/>
              <a:gd name="connsiteX1" fmla="*/ 455077 w 1146253"/>
              <a:gd name="connsiteY1" fmla="*/ 9793 h 888633"/>
              <a:gd name="connsiteX2" fmla="*/ 1005495 w 1146253"/>
              <a:gd name="connsiteY2" fmla="*/ 380501 h 888633"/>
              <a:gd name="connsiteX3" fmla="*/ 1146253 w 1146253"/>
              <a:gd name="connsiteY3" fmla="*/ 872152 h 888633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709220 h 709220"/>
              <a:gd name="connsiteX1" fmla="*/ 335391 w 1146253"/>
              <a:gd name="connsiteY1" fmla="*/ 12272 h 709220"/>
              <a:gd name="connsiteX2" fmla="*/ 1005495 w 1146253"/>
              <a:gd name="connsiteY2" fmla="*/ 201088 h 709220"/>
              <a:gd name="connsiteX3" fmla="*/ 1146253 w 1146253"/>
              <a:gd name="connsiteY3" fmla="*/ 692739 h 709220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17500 h 717500"/>
              <a:gd name="connsiteX1" fmla="*/ 335391 w 1146253"/>
              <a:gd name="connsiteY1" fmla="*/ 20552 h 717500"/>
              <a:gd name="connsiteX2" fmla="*/ 911828 w 1146253"/>
              <a:gd name="connsiteY2" fmla="*/ 199535 h 717500"/>
              <a:gd name="connsiteX3" fmla="*/ 1146253 w 1146253"/>
              <a:gd name="connsiteY3" fmla="*/ 701019 h 717500"/>
              <a:gd name="connsiteX0" fmla="*/ 0 w 1146253"/>
              <a:gd name="connsiteY0" fmla="*/ 530916 h 530916"/>
              <a:gd name="connsiteX1" fmla="*/ 293761 w 1146253"/>
              <a:gd name="connsiteY1" fmla="*/ 178088 h 530916"/>
              <a:gd name="connsiteX2" fmla="*/ 911828 w 1146253"/>
              <a:gd name="connsiteY2" fmla="*/ 12951 h 530916"/>
              <a:gd name="connsiteX3" fmla="*/ 1146253 w 1146253"/>
              <a:gd name="connsiteY3" fmla="*/ 514435 h 530916"/>
              <a:gd name="connsiteX0" fmla="*/ 0 w 1146253"/>
              <a:gd name="connsiteY0" fmla="*/ 533602 h 533602"/>
              <a:gd name="connsiteX1" fmla="*/ 293761 w 1146253"/>
              <a:gd name="connsiteY1" fmla="*/ 180774 h 533602"/>
              <a:gd name="connsiteX2" fmla="*/ 911828 w 1146253"/>
              <a:gd name="connsiteY2" fmla="*/ 15637 h 533602"/>
              <a:gd name="connsiteX3" fmla="*/ 1146253 w 1146253"/>
              <a:gd name="connsiteY3" fmla="*/ 517121 h 533602"/>
              <a:gd name="connsiteX0" fmla="*/ 0 w 1146253"/>
              <a:gd name="connsiteY0" fmla="*/ 527286 h 527286"/>
              <a:gd name="connsiteX1" fmla="*/ 293761 w 1146253"/>
              <a:gd name="connsiteY1" fmla="*/ 174458 h 527286"/>
              <a:gd name="connsiteX2" fmla="*/ 911828 w 1146253"/>
              <a:gd name="connsiteY2" fmla="*/ 9321 h 527286"/>
              <a:gd name="connsiteX3" fmla="*/ 1146253 w 1146253"/>
              <a:gd name="connsiteY3" fmla="*/ 510805 h 527286"/>
              <a:gd name="connsiteX0" fmla="*/ 0 w 1146253"/>
              <a:gd name="connsiteY0" fmla="*/ 530915 h 530915"/>
              <a:gd name="connsiteX1" fmla="*/ 293761 w 1146253"/>
              <a:gd name="connsiteY1" fmla="*/ 178087 h 530915"/>
              <a:gd name="connsiteX2" fmla="*/ 911828 w 1146253"/>
              <a:gd name="connsiteY2" fmla="*/ 12950 h 530915"/>
              <a:gd name="connsiteX3" fmla="*/ 1146253 w 1146253"/>
              <a:gd name="connsiteY3" fmla="*/ 514434 h 530915"/>
              <a:gd name="connsiteX0" fmla="*/ 0 w 1146253"/>
              <a:gd name="connsiteY0" fmla="*/ 535588 h 535588"/>
              <a:gd name="connsiteX1" fmla="*/ 293761 w 1146253"/>
              <a:gd name="connsiteY1" fmla="*/ 182760 h 535588"/>
              <a:gd name="connsiteX2" fmla="*/ 911828 w 1146253"/>
              <a:gd name="connsiteY2" fmla="*/ 17623 h 535588"/>
              <a:gd name="connsiteX3" fmla="*/ 1146253 w 1146253"/>
              <a:gd name="connsiteY3" fmla="*/ 519107 h 535588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4406 h 524406"/>
              <a:gd name="connsiteX1" fmla="*/ 175114 w 1146253"/>
              <a:gd name="connsiteY1" fmla="*/ 329430 h 524406"/>
              <a:gd name="connsiteX2" fmla="*/ 911828 w 1146253"/>
              <a:gd name="connsiteY2" fmla="*/ 6441 h 524406"/>
              <a:gd name="connsiteX3" fmla="*/ 1146253 w 1146253"/>
              <a:gd name="connsiteY3" fmla="*/ 507925 h 524406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91678 h 491678"/>
              <a:gd name="connsiteX1" fmla="*/ 175114 w 1146253"/>
              <a:gd name="connsiteY1" fmla="*/ 296702 h 491678"/>
              <a:gd name="connsiteX2" fmla="*/ 812956 w 1146253"/>
              <a:gd name="connsiteY2" fmla="*/ 7539 h 491678"/>
              <a:gd name="connsiteX3" fmla="*/ 1146253 w 1146253"/>
              <a:gd name="connsiteY3" fmla="*/ 475197 h 491678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812956 w 1146253"/>
              <a:gd name="connsiteY1" fmla="*/ 0 h 484139"/>
              <a:gd name="connsiteX2" fmla="*/ 1146253 w 1146253"/>
              <a:gd name="connsiteY2" fmla="*/ 467658 h 484139"/>
              <a:gd name="connsiteX0" fmla="*/ 0 w 1146253"/>
              <a:gd name="connsiteY0" fmla="*/ 592554 h 592554"/>
              <a:gd name="connsiteX1" fmla="*/ 840118 w 1146253"/>
              <a:gd name="connsiteY1" fmla="*/ 0 h 592554"/>
              <a:gd name="connsiteX2" fmla="*/ 1146253 w 1146253"/>
              <a:gd name="connsiteY2" fmla="*/ 576073 h 592554"/>
              <a:gd name="connsiteX0" fmla="*/ 0 w 1146253"/>
              <a:gd name="connsiteY0" fmla="*/ 394309 h 394309"/>
              <a:gd name="connsiteX1" fmla="*/ 986797 w 1146253"/>
              <a:gd name="connsiteY1" fmla="*/ 0 h 394309"/>
              <a:gd name="connsiteX2" fmla="*/ 1146253 w 1146253"/>
              <a:gd name="connsiteY2" fmla="*/ 377828 h 394309"/>
              <a:gd name="connsiteX0" fmla="*/ 0 w 1146253"/>
              <a:gd name="connsiteY0" fmla="*/ 396358 h 396358"/>
              <a:gd name="connsiteX1" fmla="*/ 329457 w 1146253"/>
              <a:gd name="connsiteY1" fmla="*/ 236225 h 396358"/>
              <a:gd name="connsiteX2" fmla="*/ 986797 w 1146253"/>
              <a:gd name="connsiteY2" fmla="*/ 2049 h 396358"/>
              <a:gd name="connsiteX3" fmla="*/ 1146253 w 1146253"/>
              <a:gd name="connsiteY3" fmla="*/ 379877 h 396358"/>
              <a:gd name="connsiteX0" fmla="*/ 0 w 1146253"/>
              <a:gd name="connsiteY0" fmla="*/ 397090 h 397090"/>
              <a:gd name="connsiteX1" fmla="*/ 166480 w 1146253"/>
              <a:gd name="connsiteY1" fmla="*/ 181200 h 397090"/>
              <a:gd name="connsiteX2" fmla="*/ 986797 w 1146253"/>
              <a:gd name="connsiteY2" fmla="*/ 2781 h 397090"/>
              <a:gd name="connsiteX3" fmla="*/ 1146253 w 1146253"/>
              <a:gd name="connsiteY3" fmla="*/ 380609 h 397090"/>
              <a:gd name="connsiteX0" fmla="*/ 0 w 1146253"/>
              <a:gd name="connsiteY0" fmla="*/ 395886 h 395886"/>
              <a:gd name="connsiteX1" fmla="*/ 166480 w 1146253"/>
              <a:gd name="connsiteY1" fmla="*/ 179996 h 395886"/>
              <a:gd name="connsiteX2" fmla="*/ 986797 w 1146253"/>
              <a:gd name="connsiteY2" fmla="*/ 1577 h 395886"/>
              <a:gd name="connsiteX3" fmla="*/ 1146253 w 1146253"/>
              <a:gd name="connsiteY3" fmla="*/ 379405 h 395886"/>
              <a:gd name="connsiteX0" fmla="*/ 95212 w 1241465"/>
              <a:gd name="connsiteY0" fmla="*/ 395886 h 395886"/>
              <a:gd name="connsiteX1" fmla="*/ 261692 w 1241465"/>
              <a:gd name="connsiteY1" fmla="*/ 179996 h 395886"/>
              <a:gd name="connsiteX2" fmla="*/ 1082009 w 1241465"/>
              <a:gd name="connsiteY2" fmla="*/ 1577 h 395886"/>
              <a:gd name="connsiteX3" fmla="*/ 1241465 w 1241465"/>
              <a:gd name="connsiteY3" fmla="*/ 379405 h 395886"/>
              <a:gd name="connsiteX0" fmla="*/ 0 w 1146253"/>
              <a:gd name="connsiteY0" fmla="*/ 396431 h 396431"/>
              <a:gd name="connsiteX1" fmla="*/ 166480 w 1146253"/>
              <a:gd name="connsiteY1" fmla="*/ 180541 h 396431"/>
              <a:gd name="connsiteX2" fmla="*/ 986797 w 1146253"/>
              <a:gd name="connsiteY2" fmla="*/ 2122 h 396431"/>
              <a:gd name="connsiteX3" fmla="*/ 1146253 w 1146253"/>
              <a:gd name="connsiteY3" fmla="*/ 379950 h 396431"/>
              <a:gd name="connsiteX0" fmla="*/ 0 w 1146253"/>
              <a:gd name="connsiteY0" fmla="*/ 395863 h 395863"/>
              <a:gd name="connsiteX1" fmla="*/ 334889 w 1146253"/>
              <a:gd name="connsiteY1" fmla="*/ 254315 h 395863"/>
              <a:gd name="connsiteX2" fmla="*/ 986797 w 1146253"/>
              <a:gd name="connsiteY2" fmla="*/ 1554 h 395863"/>
              <a:gd name="connsiteX3" fmla="*/ 1146253 w 1146253"/>
              <a:gd name="connsiteY3" fmla="*/ 379382 h 395863"/>
              <a:gd name="connsiteX0" fmla="*/ 0 w 1146253"/>
              <a:gd name="connsiteY0" fmla="*/ 395506 h 395506"/>
              <a:gd name="connsiteX1" fmla="*/ 334889 w 1146253"/>
              <a:gd name="connsiteY1" fmla="*/ 253958 h 395506"/>
              <a:gd name="connsiteX2" fmla="*/ 986797 w 1146253"/>
              <a:gd name="connsiteY2" fmla="*/ 1197 h 395506"/>
              <a:gd name="connsiteX3" fmla="*/ 1146253 w 1146253"/>
              <a:gd name="connsiteY3" fmla="*/ 379025 h 395506"/>
              <a:gd name="connsiteX0" fmla="*/ 0 w 1146253"/>
              <a:gd name="connsiteY0" fmla="*/ 395581 h 395581"/>
              <a:gd name="connsiteX1" fmla="*/ 334889 w 1146253"/>
              <a:gd name="connsiteY1" fmla="*/ 254033 h 395581"/>
              <a:gd name="connsiteX2" fmla="*/ 986797 w 1146253"/>
              <a:gd name="connsiteY2" fmla="*/ 1272 h 395581"/>
              <a:gd name="connsiteX3" fmla="*/ 1146253 w 1146253"/>
              <a:gd name="connsiteY3" fmla="*/ 379100 h 395581"/>
              <a:gd name="connsiteX0" fmla="*/ 0 w 1146253"/>
              <a:gd name="connsiteY0" fmla="*/ 395695 h 395695"/>
              <a:gd name="connsiteX1" fmla="*/ 242536 w 1146253"/>
              <a:gd name="connsiteY1" fmla="*/ 226269 h 395695"/>
              <a:gd name="connsiteX2" fmla="*/ 986797 w 1146253"/>
              <a:gd name="connsiteY2" fmla="*/ 1386 h 395695"/>
              <a:gd name="connsiteX3" fmla="*/ 1146253 w 1146253"/>
              <a:gd name="connsiteY3" fmla="*/ 379214 h 395695"/>
              <a:gd name="connsiteX0" fmla="*/ 0 w 1146253"/>
              <a:gd name="connsiteY0" fmla="*/ 399523 h 399523"/>
              <a:gd name="connsiteX1" fmla="*/ 242536 w 1146253"/>
              <a:gd name="connsiteY1" fmla="*/ 230097 h 399523"/>
              <a:gd name="connsiteX2" fmla="*/ 899876 w 1146253"/>
              <a:gd name="connsiteY2" fmla="*/ 2116 h 399523"/>
              <a:gd name="connsiteX3" fmla="*/ 1146253 w 1146253"/>
              <a:gd name="connsiteY3" fmla="*/ 383042 h 399523"/>
              <a:gd name="connsiteX0" fmla="*/ 0 w 1146253"/>
              <a:gd name="connsiteY0" fmla="*/ 398796 h 398796"/>
              <a:gd name="connsiteX1" fmla="*/ 242536 w 1146253"/>
              <a:gd name="connsiteY1" fmla="*/ 229370 h 398796"/>
              <a:gd name="connsiteX2" fmla="*/ 899876 w 1146253"/>
              <a:gd name="connsiteY2" fmla="*/ 1389 h 398796"/>
              <a:gd name="connsiteX3" fmla="*/ 1146253 w 1146253"/>
              <a:gd name="connsiteY3" fmla="*/ 382315 h 398796"/>
              <a:gd name="connsiteX0" fmla="*/ 0 w 1146253"/>
              <a:gd name="connsiteY0" fmla="*/ 398873 h 398873"/>
              <a:gd name="connsiteX1" fmla="*/ 242536 w 1146253"/>
              <a:gd name="connsiteY1" fmla="*/ 229447 h 398873"/>
              <a:gd name="connsiteX2" fmla="*/ 899876 w 1146253"/>
              <a:gd name="connsiteY2" fmla="*/ 1466 h 398873"/>
              <a:gd name="connsiteX3" fmla="*/ 1146253 w 1146253"/>
              <a:gd name="connsiteY3" fmla="*/ 382392 h 398873"/>
              <a:gd name="connsiteX0" fmla="*/ 0 w 1146253"/>
              <a:gd name="connsiteY0" fmla="*/ 398550 h 398550"/>
              <a:gd name="connsiteX1" fmla="*/ 250788 w 1146253"/>
              <a:gd name="connsiteY1" fmla="*/ 312156 h 398550"/>
              <a:gd name="connsiteX2" fmla="*/ 899876 w 1146253"/>
              <a:gd name="connsiteY2" fmla="*/ 1143 h 398550"/>
              <a:gd name="connsiteX3" fmla="*/ 1146253 w 1146253"/>
              <a:gd name="connsiteY3" fmla="*/ 382069 h 398550"/>
              <a:gd name="connsiteX0" fmla="*/ 0 w 1146253"/>
              <a:gd name="connsiteY0" fmla="*/ 397407 h 397407"/>
              <a:gd name="connsiteX1" fmla="*/ 899876 w 1146253"/>
              <a:gd name="connsiteY1" fmla="*/ 0 h 397407"/>
              <a:gd name="connsiteX2" fmla="*/ 1146253 w 1146253"/>
              <a:gd name="connsiteY2" fmla="*/ 380926 h 397407"/>
              <a:gd name="connsiteX0" fmla="*/ 0 w 552167"/>
              <a:gd name="connsiteY0" fmla="*/ 405710 h 405710"/>
              <a:gd name="connsiteX1" fmla="*/ 305790 w 552167"/>
              <a:gd name="connsiteY1" fmla="*/ 0 h 405710"/>
              <a:gd name="connsiteX2" fmla="*/ 552167 w 552167"/>
              <a:gd name="connsiteY2" fmla="*/ 380926 h 405710"/>
              <a:gd name="connsiteX0" fmla="*/ 0 w 552167"/>
              <a:gd name="connsiteY0" fmla="*/ 405710 h 405710"/>
              <a:gd name="connsiteX1" fmla="*/ 305790 w 552167"/>
              <a:gd name="connsiteY1" fmla="*/ 0 h 405710"/>
              <a:gd name="connsiteX2" fmla="*/ 552167 w 552167"/>
              <a:gd name="connsiteY2" fmla="*/ 404297 h 405710"/>
              <a:gd name="connsiteX0" fmla="*/ 0 w 556530"/>
              <a:gd name="connsiteY0" fmla="*/ 405710 h 414920"/>
              <a:gd name="connsiteX1" fmla="*/ 30579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30579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05710"/>
              <a:gd name="connsiteX1" fmla="*/ 292700 w 556530"/>
              <a:gd name="connsiteY1" fmla="*/ 0 h 405710"/>
              <a:gd name="connsiteX2" fmla="*/ 556530 w 556530"/>
              <a:gd name="connsiteY2" fmla="*/ 402172 h 405710"/>
              <a:gd name="connsiteX0" fmla="*/ 0 w 560893"/>
              <a:gd name="connsiteY0" fmla="*/ 405710 h 414920"/>
              <a:gd name="connsiteX1" fmla="*/ 292700 w 560893"/>
              <a:gd name="connsiteY1" fmla="*/ 0 h 414920"/>
              <a:gd name="connsiteX2" fmla="*/ 560893 w 560893"/>
              <a:gd name="connsiteY2" fmla="*/ 414920 h 414920"/>
              <a:gd name="connsiteX0" fmla="*/ 0 w 556530"/>
              <a:gd name="connsiteY0" fmla="*/ 405710 h 405710"/>
              <a:gd name="connsiteX1" fmla="*/ 292700 w 556530"/>
              <a:gd name="connsiteY1" fmla="*/ 0 h 405710"/>
              <a:gd name="connsiteX2" fmla="*/ 556530 w 556530"/>
              <a:gd name="connsiteY2" fmla="*/ 404297 h 405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6530" h="405710">
                <a:moveTo>
                  <a:pt x="0" y="405710"/>
                </a:moveTo>
                <a:cubicBezTo>
                  <a:pt x="95840" y="293173"/>
                  <a:pt x="162747" y="623"/>
                  <a:pt x="292700" y="0"/>
                </a:cubicBezTo>
                <a:cubicBezTo>
                  <a:pt x="428711" y="6078"/>
                  <a:pt x="506998" y="325994"/>
                  <a:pt x="556530" y="404297"/>
                </a:cubicBezTo>
              </a:path>
            </a:pathLst>
          </a:custGeom>
          <a:gradFill flip="none" rotWithShape="1">
            <a:gsLst>
              <a:gs pos="0">
                <a:srgbClr val="DA4035"/>
              </a:gs>
              <a:gs pos="100000">
                <a:srgbClr val="F7FCC9"/>
              </a:gs>
              <a:gs pos="61000">
                <a:srgbClr val="FEEC9D"/>
              </a:gs>
            </a:gsLst>
            <a:lin ang="108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E58BA256-1BCC-7D1C-3F2E-8A3CF2D7E856}"/>
              </a:ext>
            </a:extLst>
          </p:cNvPr>
          <p:cNvSpPr/>
          <p:nvPr/>
        </p:nvSpPr>
        <p:spPr>
          <a:xfrm flipH="1">
            <a:off x="4982037" y="2257063"/>
            <a:ext cx="670252" cy="1111202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918291 h 936221"/>
              <a:gd name="connsiteX1" fmla="*/ 547770 w 914400"/>
              <a:gd name="connsiteY1" fmla="*/ 83236 h 936221"/>
              <a:gd name="connsiteX2" fmla="*/ 896470 w 914400"/>
              <a:gd name="connsiteY2" fmla="*/ 936221 h 936221"/>
              <a:gd name="connsiteX3" fmla="*/ 896470 w 914400"/>
              <a:gd name="connsiteY3" fmla="*/ 936221 h 936221"/>
              <a:gd name="connsiteX4" fmla="*/ 914400 w 914400"/>
              <a:gd name="connsiteY4" fmla="*/ 936221 h 936221"/>
              <a:gd name="connsiteX0" fmla="*/ 0 w 914400"/>
              <a:gd name="connsiteY0" fmla="*/ 835213 h 853143"/>
              <a:gd name="connsiteX1" fmla="*/ 547770 w 914400"/>
              <a:gd name="connsiteY1" fmla="*/ 158 h 853143"/>
              <a:gd name="connsiteX2" fmla="*/ 896470 w 914400"/>
              <a:gd name="connsiteY2" fmla="*/ 853143 h 853143"/>
              <a:gd name="connsiteX3" fmla="*/ 896470 w 914400"/>
              <a:gd name="connsiteY3" fmla="*/ 853143 h 853143"/>
              <a:gd name="connsiteX4" fmla="*/ 914400 w 914400"/>
              <a:gd name="connsiteY4" fmla="*/ 853143 h 853143"/>
              <a:gd name="connsiteX0" fmla="*/ 0 w 914400"/>
              <a:gd name="connsiteY0" fmla="*/ 791451 h 809381"/>
              <a:gd name="connsiteX1" fmla="*/ 640463 w 914400"/>
              <a:gd name="connsiteY1" fmla="*/ 179 h 809381"/>
              <a:gd name="connsiteX2" fmla="*/ 896470 w 914400"/>
              <a:gd name="connsiteY2" fmla="*/ 809381 h 809381"/>
              <a:gd name="connsiteX3" fmla="*/ 896470 w 914400"/>
              <a:gd name="connsiteY3" fmla="*/ 809381 h 809381"/>
              <a:gd name="connsiteX4" fmla="*/ 914400 w 914400"/>
              <a:gd name="connsiteY4" fmla="*/ 809381 h 809381"/>
              <a:gd name="connsiteX0" fmla="*/ 0 w 914400"/>
              <a:gd name="connsiteY0" fmla="*/ 813339 h 831269"/>
              <a:gd name="connsiteX1" fmla="*/ 640463 w 914400"/>
              <a:gd name="connsiteY1" fmla="*/ 22067 h 831269"/>
              <a:gd name="connsiteX2" fmla="*/ 896470 w 914400"/>
              <a:gd name="connsiteY2" fmla="*/ 831269 h 831269"/>
              <a:gd name="connsiteX3" fmla="*/ 896470 w 914400"/>
              <a:gd name="connsiteY3" fmla="*/ 831269 h 831269"/>
              <a:gd name="connsiteX4" fmla="*/ 914400 w 914400"/>
              <a:gd name="connsiteY4" fmla="*/ 831269 h 831269"/>
              <a:gd name="connsiteX0" fmla="*/ 0 w 914400"/>
              <a:gd name="connsiteY0" fmla="*/ 827648 h 845578"/>
              <a:gd name="connsiteX1" fmla="*/ 424180 w 914400"/>
              <a:gd name="connsiteY1" fmla="*/ 21781 h 845578"/>
              <a:gd name="connsiteX2" fmla="*/ 896470 w 914400"/>
              <a:gd name="connsiteY2" fmla="*/ 845578 h 845578"/>
              <a:gd name="connsiteX3" fmla="*/ 896470 w 914400"/>
              <a:gd name="connsiteY3" fmla="*/ 845578 h 845578"/>
              <a:gd name="connsiteX4" fmla="*/ 914400 w 914400"/>
              <a:gd name="connsiteY4" fmla="*/ 845578 h 845578"/>
              <a:gd name="connsiteX0" fmla="*/ 0 w 914400"/>
              <a:gd name="connsiteY0" fmla="*/ 806228 h 824158"/>
              <a:gd name="connsiteX1" fmla="*/ 424180 w 914400"/>
              <a:gd name="connsiteY1" fmla="*/ 361 h 824158"/>
              <a:gd name="connsiteX2" fmla="*/ 896470 w 914400"/>
              <a:gd name="connsiteY2" fmla="*/ 824158 h 824158"/>
              <a:gd name="connsiteX3" fmla="*/ 896470 w 914400"/>
              <a:gd name="connsiteY3" fmla="*/ 824158 h 824158"/>
              <a:gd name="connsiteX4" fmla="*/ 914400 w 914400"/>
              <a:gd name="connsiteY4" fmla="*/ 824158 h 824158"/>
              <a:gd name="connsiteX0" fmla="*/ 0 w 914400"/>
              <a:gd name="connsiteY0" fmla="*/ 879172 h 897102"/>
              <a:gd name="connsiteX1" fmla="*/ 455077 w 914400"/>
              <a:gd name="connsiteY1" fmla="*/ 332 h 897102"/>
              <a:gd name="connsiteX2" fmla="*/ 896470 w 914400"/>
              <a:gd name="connsiteY2" fmla="*/ 897102 h 897102"/>
              <a:gd name="connsiteX3" fmla="*/ 896470 w 914400"/>
              <a:gd name="connsiteY3" fmla="*/ 897102 h 897102"/>
              <a:gd name="connsiteX4" fmla="*/ 914400 w 914400"/>
              <a:gd name="connsiteY4" fmla="*/ 897102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896470 w 1115234"/>
              <a:gd name="connsiteY3" fmla="*/ 897102 h 897102"/>
              <a:gd name="connsiteX4" fmla="*/ 1115234 w 1115234"/>
              <a:gd name="connsiteY4" fmla="*/ 882507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1081855 w 1115234"/>
              <a:gd name="connsiteY3" fmla="*/ 882508 h 897102"/>
              <a:gd name="connsiteX4" fmla="*/ 1115234 w 1115234"/>
              <a:gd name="connsiteY4" fmla="*/ 882507 h 897102"/>
              <a:gd name="connsiteX0" fmla="*/ 0 w 1115234"/>
              <a:gd name="connsiteY0" fmla="*/ 878948 h 882284"/>
              <a:gd name="connsiteX1" fmla="*/ 455077 w 1115234"/>
              <a:gd name="connsiteY1" fmla="*/ 108 h 882284"/>
              <a:gd name="connsiteX2" fmla="*/ 1057788 w 1115234"/>
              <a:gd name="connsiteY2" fmla="*/ 813307 h 882284"/>
              <a:gd name="connsiteX3" fmla="*/ 1081855 w 1115234"/>
              <a:gd name="connsiteY3" fmla="*/ 882284 h 882284"/>
              <a:gd name="connsiteX4" fmla="*/ 1115234 w 1115234"/>
              <a:gd name="connsiteY4" fmla="*/ 882283 h 882284"/>
              <a:gd name="connsiteX0" fmla="*/ 0 w 1141253"/>
              <a:gd name="connsiteY0" fmla="*/ 878948 h 882284"/>
              <a:gd name="connsiteX1" fmla="*/ 455077 w 1141253"/>
              <a:gd name="connsiteY1" fmla="*/ 108 h 882284"/>
              <a:gd name="connsiteX2" fmla="*/ 1057788 w 1141253"/>
              <a:gd name="connsiteY2" fmla="*/ 813307 h 882284"/>
              <a:gd name="connsiteX3" fmla="*/ 1081855 w 1141253"/>
              <a:gd name="connsiteY3" fmla="*/ 882284 h 882284"/>
              <a:gd name="connsiteX4" fmla="*/ 1141253 w 1141253"/>
              <a:gd name="connsiteY4" fmla="*/ 862619 h 882284"/>
              <a:gd name="connsiteX0" fmla="*/ 0 w 1081855"/>
              <a:gd name="connsiteY0" fmla="*/ 878948 h 882284"/>
              <a:gd name="connsiteX1" fmla="*/ 455077 w 1081855"/>
              <a:gd name="connsiteY1" fmla="*/ 108 h 882284"/>
              <a:gd name="connsiteX2" fmla="*/ 1057788 w 1081855"/>
              <a:gd name="connsiteY2" fmla="*/ 813307 h 882284"/>
              <a:gd name="connsiteX3" fmla="*/ 1081855 w 1081855"/>
              <a:gd name="connsiteY3" fmla="*/ 882284 h 882284"/>
              <a:gd name="connsiteX0" fmla="*/ 0 w 1057788"/>
              <a:gd name="connsiteY0" fmla="*/ 878948 h 878948"/>
              <a:gd name="connsiteX1" fmla="*/ 455077 w 1057788"/>
              <a:gd name="connsiteY1" fmla="*/ 108 h 878948"/>
              <a:gd name="connsiteX2" fmla="*/ 1057788 w 1057788"/>
              <a:gd name="connsiteY2" fmla="*/ 813307 h 878948"/>
              <a:gd name="connsiteX0" fmla="*/ 0 w 1146253"/>
              <a:gd name="connsiteY0" fmla="*/ 878847 h 878847"/>
              <a:gd name="connsiteX1" fmla="*/ 455077 w 1146253"/>
              <a:gd name="connsiteY1" fmla="*/ 7 h 878847"/>
              <a:gd name="connsiteX2" fmla="*/ 1146253 w 1146253"/>
              <a:gd name="connsiteY2" fmla="*/ 862366 h 878847"/>
              <a:gd name="connsiteX0" fmla="*/ 0 w 1146253"/>
              <a:gd name="connsiteY0" fmla="*/ 886730 h 886730"/>
              <a:gd name="connsiteX1" fmla="*/ 455077 w 1146253"/>
              <a:gd name="connsiteY1" fmla="*/ 7890 h 886730"/>
              <a:gd name="connsiteX2" fmla="*/ 901419 w 1146253"/>
              <a:gd name="connsiteY2" fmla="*/ 476918 h 886730"/>
              <a:gd name="connsiteX3" fmla="*/ 1146253 w 1146253"/>
              <a:gd name="connsiteY3" fmla="*/ 870249 h 886730"/>
              <a:gd name="connsiteX0" fmla="*/ 0 w 1146253"/>
              <a:gd name="connsiteY0" fmla="*/ 893192 h 893192"/>
              <a:gd name="connsiteX1" fmla="*/ 455077 w 1146253"/>
              <a:gd name="connsiteY1" fmla="*/ 14352 h 893192"/>
              <a:gd name="connsiteX2" fmla="*/ 1005495 w 1146253"/>
              <a:gd name="connsiteY2" fmla="*/ 385060 h 893192"/>
              <a:gd name="connsiteX3" fmla="*/ 1146253 w 1146253"/>
              <a:gd name="connsiteY3" fmla="*/ 876711 h 893192"/>
              <a:gd name="connsiteX0" fmla="*/ 0 w 1146253"/>
              <a:gd name="connsiteY0" fmla="*/ 888633 h 888633"/>
              <a:gd name="connsiteX1" fmla="*/ 455077 w 1146253"/>
              <a:gd name="connsiteY1" fmla="*/ 9793 h 888633"/>
              <a:gd name="connsiteX2" fmla="*/ 1005495 w 1146253"/>
              <a:gd name="connsiteY2" fmla="*/ 380501 h 888633"/>
              <a:gd name="connsiteX3" fmla="*/ 1146253 w 1146253"/>
              <a:gd name="connsiteY3" fmla="*/ 872152 h 888633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709220 h 709220"/>
              <a:gd name="connsiteX1" fmla="*/ 335391 w 1146253"/>
              <a:gd name="connsiteY1" fmla="*/ 12272 h 709220"/>
              <a:gd name="connsiteX2" fmla="*/ 1005495 w 1146253"/>
              <a:gd name="connsiteY2" fmla="*/ 201088 h 709220"/>
              <a:gd name="connsiteX3" fmla="*/ 1146253 w 1146253"/>
              <a:gd name="connsiteY3" fmla="*/ 692739 h 709220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17500 h 717500"/>
              <a:gd name="connsiteX1" fmla="*/ 335391 w 1146253"/>
              <a:gd name="connsiteY1" fmla="*/ 20552 h 717500"/>
              <a:gd name="connsiteX2" fmla="*/ 911828 w 1146253"/>
              <a:gd name="connsiteY2" fmla="*/ 199535 h 717500"/>
              <a:gd name="connsiteX3" fmla="*/ 1146253 w 1146253"/>
              <a:gd name="connsiteY3" fmla="*/ 701019 h 717500"/>
              <a:gd name="connsiteX0" fmla="*/ 0 w 1146253"/>
              <a:gd name="connsiteY0" fmla="*/ 530916 h 530916"/>
              <a:gd name="connsiteX1" fmla="*/ 293761 w 1146253"/>
              <a:gd name="connsiteY1" fmla="*/ 178088 h 530916"/>
              <a:gd name="connsiteX2" fmla="*/ 911828 w 1146253"/>
              <a:gd name="connsiteY2" fmla="*/ 12951 h 530916"/>
              <a:gd name="connsiteX3" fmla="*/ 1146253 w 1146253"/>
              <a:gd name="connsiteY3" fmla="*/ 514435 h 530916"/>
              <a:gd name="connsiteX0" fmla="*/ 0 w 1146253"/>
              <a:gd name="connsiteY0" fmla="*/ 533602 h 533602"/>
              <a:gd name="connsiteX1" fmla="*/ 293761 w 1146253"/>
              <a:gd name="connsiteY1" fmla="*/ 180774 h 533602"/>
              <a:gd name="connsiteX2" fmla="*/ 911828 w 1146253"/>
              <a:gd name="connsiteY2" fmla="*/ 15637 h 533602"/>
              <a:gd name="connsiteX3" fmla="*/ 1146253 w 1146253"/>
              <a:gd name="connsiteY3" fmla="*/ 517121 h 533602"/>
              <a:gd name="connsiteX0" fmla="*/ 0 w 1146253"/>
              <a:gd name="connsiteY0" fmla="*/ 527286 h 527286"/>
              <a:gd name="connsiteX1" fmla="*/ 293761 w 1146253"/>
              <a:gd name="connsiteY1" fmla="*/ 174458 h 527286"/>
              <a:gd name="connsiteX2" fmla="*/ 911828 w 1146253"/>
              <a:gd name="connsiteY2" fmla="*/ 9321 h 527286"/>
              <a:gd name="connsiteX3" fmla="*/ 1146253 w 1146253"/>
              <a:gd name="connsiteY3" fmla="*/ 510805 h 527286"/>
              <a:gd name="connsiteX0" fmla="*/ 0 w 1146253"/>
              <a:gd name="connsiteY0" fmla="*/ 530915 h 530915"/>
              <a:gd name="connsiteX1" fmla="*/ 293761 w 1146253"/>
              <a:gd name="connsiteY1" fmla="*/ 178087 h 530915"/>
              <a:gd name="connsiteX2" fmla="*/ 911828 w 1146253"/>
              <a:gd name="connsiteY2" fmla="*/ 12950 h 530915"/>
              <a:gd name="connsiteX3" fmla="*/ 1146253 w 1146253"/>
              <a:gd name="connsiteY3" fmla="*/ 514434 h 530915"/>
              <a:gd name="connsiteX0" fmla="*/ 0 w 1146253"/>
              <a:gd name="connsiteY0" fmla="*/ 535588 h 535588"/>
              <a:gd name="connsiteX1" fmla="*/ 293761 w 1146253"/>
              <a:gd name="connsiteY1" fmla="*/ 182760 h 535588"/>
              <a:gd name="connsiteX2" fmla="*/ 911828 w 1146253"/>
              <a:gd name="connsiteY2" fmla="*/ 17623 h 535588"/>
              <a:gd name="connsiteX3" fmla="*/ 1146253 w 1146253"/>
              <a:gd name="connsiteY3" fmla="*/ 519107 h 535588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4406 h 524406"/>
              <a:gd name="connsiteX1" fmla="*/ 175114 w 1146253"/>
              <a:gd name="connsiteY1" fmla="*/ 329430 h 524406"/>
              <a:gd name="connsiteX2" fmla="*/ 911828 w 1146253"/>
              <a:gd name="connsiteY2" fmla="*/ 6441 h 524406"/>
              <a:gd name="connsiteX3" fmla="*/ 1146253 w 1146253"/>
              <a:gd name="connsiteY3" fmla="*/ 507925 h 524406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91678 h 491678"/>
              <a:gd name="connsiteX1" fmla="*/ 175114 w 1146253"/>
              <a:gd name="connsiteY1" fmla="*/ 296702 h 491678"/>
              <a:gd name="connsiteX2" fmla="*/ 812956 w 1146253"/>
              <a:gd name="connsiteY2" fmla="*/ 7539 h 491678"/>
              <a:gd name="connsiteX3" fmla="*/ 1146253 w 1146253"/>
              <a:gd name="connsiteY3" fmla="*/ 475197 h 491678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812956 w 1146253"/>
              <a:gd name="connsiteY1" fmla="*/ 0 h 484139"/>
              <a:gd name="connsiteX2" fmla="*/ 1146253 w 1146253"/>
              <a:gd name="connsiteY2" fmla="*/ 467658 h 484139"/>
              <a:gd name="connsiteX0" fmla="*/ 0 w 1146253"/>
              <a:gd name="connsiteY0" fmla="*/ 592554 h 592554"/>
              <a:gd name="connsiteX1" fmla="*/ 840118 w 1146253"/>
              <a:gd name="connsiteY1" fmla="*/ 0 h 592554"/>
              <a:gd name="connsiteX2" fmla="*/ 1146253 w 1146253"/>
              <a:gd name="connsiteY2" fmla="*/ 576073 h 592554"/>
              <a:gd name="connsiteX0" fmla="*/ 0 w 1146253"/>
              <a:gd name="connsiteY0" fmla="*/ 394309 h 394309"/>
              <a:gd name="connsiteX1" fmla="*/ 986797 w 1146253"/>
              <a:gd name="connsiteY1" fmla="*/ 0 h 394309"/>
              <a:gd name="connsiteX2" fmla="*/ 1146253 w 1146253"/>
              <a:gd name="connsiteY2" fmla="*/ 377828 h 394309"/>
              <a:gd name="connsiteX0" fmla="*/ 0 w 1146253"/>
              <a:gd name="connsiteY0" fmla="*/ 396358 h 396358"/>
              <a:gd name="connsiteX1" fmla="*/ 329457 w 1146253"/>
              <a:gd name="connsiteY1" fmla="*/ 236225 h 396358"/>
              <a:gd name="connsiteX2" fmla="*/ 986797 w 1146253"/>
              <a:gd name="connsiteY2" fmla="*/ 2049 h 396358"/>
              <a:gd name="connsiteX3" fmla="*/ 1146253 w 1146253"/>
              <a:gd name="connsiteY3" fmla="*/ 379877 h 396358"/>
              <a:gd name="connsiteX0" fmla="*/ 0 w 1146253"/>
              <a:gd name="connsiteY0" fmla="*/ 397090 h 397090"/>
              <a:gd name="connsiteX1" fmla="*/ 166480 w 1146253"/>
              <a:gd name="connsiteY1" fmla="*/ 181200 h 397090"/>
              <a:gd name="connsiteX2" fmla="*/ 986797 w 1146253"/>
              <a:gd name="connsiteY2" fmla="*/ 2781 h 397090"/>
              <a:gd name="connsiteX3" fmla="*/ 1146253 w 1146253"/>
              <a:gd name="connsiteY3" fmla="*/ 380609 h 397090"/>
              <a:gd name="connsiteX0" fmla="*/ 0 w 1146253"/>
              <a:gd name="connsiteY0" fmla="*/ 395886 h 395886"/>
              <a:gd name="connsiteX1" fmla="*/ 166480 w 1146253"/>
              <a:gd name="connsiteY1" fmla="*/ 179996 h 395886"/>
              <a:gd name="connsiteX2" fmla="*/ 986797 w 1146253"/>
              <a:gd name="connsiteY2" fmla="*/ 1577 h 395886"/>
              <a:gd name="connsiteX3" fmla="*/ 1146253 w 1146253"/>
              <a:gd name="connsiteY3" fmla="*/ 379405 h 395886"/>
              <a:gd name="connsiteX0" fmla="*/ 95212 w 1241465"/>
              <a:gd name="connsiteY0" fmla="*/ 395886 h 395886"/>
              <a:gd name="connsiteX1" fmla="*/ 261692 w 1241465"/>
              <a:gd name="connsiteY1" fmla="*/ 179996 h 395886"/>
              <a:gd name="connsiteX2" fmla="*/ 1082009 w 1241465"/>
              <a:gd name="connsiteY2" fmla="*/ 1577 h 395886"/>
              <a:gd name="connsiteX3" fmla="*/ 1241465 w 1241465"/>
              <a:gd name="connsiteY3" fmla="*/ 379405 h 395886"/>
              <a:gd name="connsiteX0" fmla="*/ 0 w 1146253"/>
              <a:gd name="connsiteY0" fmla="*/ 396431 h 396431"/>
              <a:gd name="connsiteX1" fmla="*/ 166480 w 1146253"/>
              <a:gd name="connsiteY1" fmla="*/ 180541 h 396431"/>
              <a:gd name="connsiteX2" fmla="*/ 986797 w 1146253"/>
              <a:gd name="connsiteY2" fmla="*/ 2122 h 396431"/>
              <a:gd name="connsiteX3" fmla="*/ 1146253 w 1146253"/>
              <a:gd name="connsiteY3" fmla="*/ 379950 h 396431"/>
              <a:gd name="connsiteX0" fmla="*/ 0 w 1146253"/>
              <a:gd name="connsiteY0" fmla="*/ 395863 h 395863"/>
              <a:gd name="connsiteX1" fmla="*/ 334889 w 1146253"/>
              <a:gd name="connsiteY1" fmla="*/ 254315 h 395863"/>
              <a:gd name="connsiteX2" fmla="*/ 986797 w 1146253"/>
              <a:gd name="connsiteY2" fmla="*/ 1554 h 395863"/>
              <a:gd name="connsiteX3" fmla="*/ 1146253 w 1146253"/>
              <a:gd name="connsiteY3" fmla="*/ 379382 h 395863"/>
              <a:gd name="connsiteX0" fmla="*/ 0 w 1146253"/>
              <a:gd name="connsiteY0" fmla="*/ 395506 h 395506"/>
              <a:gd name="connsiteX1" fmla="*/ 334889 w 1146253"/>
              <a:gd name="connsiteY1" fmla="*/ 253958 h 395506"/>
              <a:gd name="connsiteX2" fmla="*/ 986797 w 1146253"/>
              <a:gd name="connsiteY2" fmla="*/ 1197 h 395506"/>
              <a:gd name="connsiteX3" fmla="*/ 1146253 w 1146253"/>
              <a:gd name="connsiteY3" fmla="*/ 379025 h 395506"/>
              <a:gd name="connsiteX0" fmla="*/ 0 w 1146253"/>
              <a:gd name="connsiteY0" fmla="*/ 395581 h 395581"/>
              <a:gd name="connsiteX1" fmla="*/ 334889 w 1146253"/>
              <a:gd name="connsiteY1" fmla="*/ 254033 h 395581"/>
              <a:gd name="connsiteX2" fmla="*/ 986797 w 1146253"/>
              <a:gd name="connsiteY2" fmla="*/ 1272 h 395581"/>
              <a:gd name="connsiteX3" fmla="*/ 1146253 w 1146253"/>
              <a:gd name="connsiteY3" fmla="*/ 379100 h 395581"/>
              <a:gd name="connsiteX0" fmla="*/ 0 w 1146253"/>
              <a:gd name="connsiteY0" fmla="*/ 395695 h 395695"/>
              <a:gd name="connsiteX1" fmla="*/ 242536 w 1146253"/>
              <a:gd name="connsiteY1" fmla="*/ 226269 h 395695"/>
              <a:gd name="connsiteX2" fmla="*/ 986797 w 1146253"/>
              <a:gd name="connsiteY2" fmla="*/ 1386 h 395695"/>
              <a:gd name="connsiteX3" fmla="*/ 1146253 w 1146253"/>
              <a:gd name="connsiteY3" fmla="*/ 379214 h 395695"/>
              <a:gd name="connsiteX0" fmla="*/ 0 w 1146253"/>
              <a:gd name="connsiteY0" fmla="*/ 399523 h 399523"/>
              <a:gd name="connsiteX1" fmla="*/ 242536 w 1146253"/>
              <a:gd name="connsiteY1" fmla="*/ 230097 h 399523"/>
              <a:gd name="connsiteX2" fmla="*/ 899876 w 1146253"/>
              <a:gd name="connsiteY2" fmla="*/ 2116 h 399523"/>
              <a:gd name="connsiteX3" fmla="*/ 1146253 w 1146253"/>
              <a:gd name="connsiteY3" fmla="*/ 383042 h 399523"/>
              <a:gd name="connsiteX0" fmla="*/ 0 w 1146253"/>
              <a:gd name="connsiteY0" fmla="*/ 398796 h 398796"/>
              <a:gd name="connsiteX1" fmla="*/ 242536 w 1146253"/>
              <a:gd name="connsiteY1" fmla="*/ 229370 h 398796"/>
              <a:gd name="connsiteX2" fmla="*/ 899876 w 1146253"/>
              <a:gd name="connsiteY2" fmla="*/ 1389 h 398796"/>
              <a:gd name="connsiteX3" fmla="*/ 1146253 w 1146253"/>
              <a:gd name="connsiteY3" fmla="*/ 382315 h 398796"/>
              <a:gd name="connsiteX0" fmla="*/ 0 w 1146253"/>
              <a:gd name="connsiteY0" fmla="*/ 398873 h 398873"/>
              <a:gd name="connsiteX1" fmla="*/ 242536 w 1146253"/>
              <a:gd name="connsiteY1" fmla="*/ 229447 h 398873"/>
              <a:gd name="connsiteX2" fmla="*/ 899876 w 1146253"/>
              <a:gd name="connsiteY2" fmla="*/ 1466 h 398873"/>
              <a:gd name="connsiteX3" fmla="*/ 1146253 w 1146253"/>
              <a:gd name="connsiteY3" fmla="*/ 382392 h 398873"/>
              <a:gd name="connsiteX0" fmla="*/ 0 w 1146253"/>
              <a:gd name="connsiteY0" fmla="*/ 398550 h 398550"/>
              <a:gd name="connsiteX1" fmla="*/ 250788 w 1146253"/>
              <a:gd name="connsiteY1" fmla="*/ 312156 h 398550"/>
              <a:gd name="connsiteX2" fmla="*/ 899876 w 1146253"/>
              <a:gd name="connsiteY2" fmla="*/ 1143 h 398550"/>
              <a:gd name="connsiteX3" fmla="*/ 1146253 w 1146253"/>
              <a:gd name="connsiteY3" fmla="*/ 382069 h 398550"/>
              <a:gd name="connsiteX0" fmla="*/ 0 w 1146253"/>
              <a:gd name="connsiteY0" fmla="*/ 397407 h 397407"/>
              <a:gd name="connsiteX1" fmla="*/ 899876 w 1146253"/>
              <a:gd name="connsiteY1" fmla="*/ 0 h 397407"/>
              <a:gd name="connsiteX2" fmla="*/ 1146253 w 1146253"/>
              <a:gd name="connsiteY2" fmla="*/ 380926 h 397407"/>
              <a:gd name="connsiteX0" fmla="*/ 0 w 552167"/>
              <a:gd name="connsiteY0" fmla="*/ 405710 h 405710"/>
              <a:gd name="connsiteX1" fmla="*/ 305790 w 552167"/>
              <a:gd name="connsiteY1" fmla="*/ 0 h 405710"/>
              <a:gd name="connsiteX2" fmla="*/ 552167 w 552167"/>
              <a:gd name="connsiteY2" fmla="*/ 380926 h 405710"/>
              <a:gd name="connsiteX0" fmla="*/ 0 w 552167"/>
              <a:gd name="connsiteY0" fmla="*/ 405710 h 405710"/>
              <a:gd name="connsiteX1" fmla="*/ 305790 w 552167"/>
              <a:gd name="connsiteY1" fmla="*/ 0 h 405710"/>
              <a:gd name="connsiteX2" fmla="*/ 552167 w 552167"/>
              <a:gd name="connsiteY2" fmla="*/ 404297 h 405710"/>
              <a:gd name="connsiteX0" fmla="*/ 0 w 556530"/>
              <a:gd name="connsiteY0" fmla="*/ 405710 h 414920"/>
              <a:gd name="connsiteX1" fmla="*/ 30579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30579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05710"/>
              <a:gd name="connsiteX1" fmla="*/ 292700 w 556530"/>
              <a:gd name="connsiteY1" fmla="*/ 0 h 405710"/>
              <a:gd name="connsiteX2" fmla="*/ 556530 w 556530"/>
              <a:gd name="connsiteY2" fmla="*/ 402172 h 405710"/>
              <a:gd name="connsiteX0" fmla="*/ 0 w 560893"/>
              <a:gd name="connsiteY0" fmla="*/ 405710 h 414920"/>
              <a:gd name="connsiteX1" fmla="*/ 292700 w 560893"/>
              <a:gd name="connsiteY1" fmla="*/ 0 h 414920"/>
              <a:gd name="connsiteX2" fmla="*/ 560893 w 560893"/>
              <a:gd name="connsiteY2" fmla="*/ 414920 h 414920"/>
              <a:gd name="connsiteX0" fmla="*/ 0 w 556530"/>
              <a:gd name="connsiteY0" fmla="*/ 405710 h 405710"/>
              <a:gd name="connsiteX1" fmla="*/ 292700 w 556530"/>
              <a:gd name="connsiteY1" fmla="*/ 0 h 405710"/>
              <a:gd name="connsiteX2" fmla="*/ 556530 w 556530"/>
              <a:gd name="connsiteY2" fmla="*/ 404297 h 405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6530" h="405710">
                <a:moveTo>
                  <a:pt x="0" y="405710"/>
                </a:moveTo>
                <a:cubicBezTo>
                  <a:pt x="95840" y="293173"/>
                  <a:pt x="162747" y="623"/>
                  <a:pt x="292700" y="0"/>
                </a:cubicBezTo>
                <a:cubicBezTo>
                  <a:pt x="428711" y="6078"/>
                  <a:pt x="506998" y="325994"/>
                  <a:pt x="556530" y="404297"/>
                </a:cubicBezTo>
              </a:path>
            </a:pathLst>
          </a:custGeom>
          <a:gradFill flip="none" rotWithShape="1">
            <a:gsLst>
              <a:gs pos="100000">
                <a:srgbClr val="5AB359"/>
              </a:gs>
              <a:gs pos="81000">
                <a:srgbClr val="9FD276"/>
              </a:gs>
              <a:gs pos="2000">
                <a:srgbClr val="F8FBC7"/>
              </a:gs>
            </a:gsLst>
            <a:lin ang="108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60F81EF-5B8E-5517-BF5B-FEEFB5BFA8FA}"/>
              </a:ext>
            </a:extLst>
          </p:cNvPr>
          <p:cNvCxnSpPr>
            <a:cxnSpLocks/>
          </p:cNvCxnSpPr>
          <p:nvPr/>
        </p:nvCxnSpPr>
        <p:spPr>
          <a:xfrm flipV="1">
            <a:off x="3996023" y="5860190"/>
            <a:ext cx="1764280" cy="1989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737DE9A-F89B-7339-E688-4F1141369DBE}"/>
              </a:ext>
            </a:extLst>
          </p:cNvPr>
          <p:cNvCxnSpPr>
            <a:cxnSpLocks/>
          </p:cNvCxnSpPr>
          <p:nvPr/>
        </p:nvCxnSpPr>
        <p:spPr>
          <a:xfrm flipV="1">
            <a:off x="3996023" y="3368265"/>
            <a:ext cx="176428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Freeform 42">
            <a:extLst>
              <a:ext uri="{FF2B5EF4-FFF2-40B4-BE49-F238E27FC236}">
                <a16:creationId xmlns:a16="http://schemas.microsoft.com/office/drawing/2014/main" id="{8D1297F3-C452-BC25-E106-93C370B1C9F7}"/>
              </a:ext>
            </a:extLst>
          </p:cNvPr>
          <p:cNvSpPr/>
          <p:nvPr/>
        </p:nvSpPr>
        <p:spPr>
          <a:xfrm flipH="1">
            <a:off x="1341148" y="5227664"/>
            <a:ext cx="1764280" cy="637340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918291 h 936221"/>
              <a:gd name="connsiteX1" fmla="*/ 547770 w 914400"/>
              <a:gd name="connsiteY1" fmla="*/ 83236 h 936221"/>
              <a:gd name="connsiteX2" fmla="*/ 896470 w 914400"/>
              <a:gd name="connsiteY2" fmla="*/ 936221 h 936221"/>
              <a:gd name="connsiteX3" fmla="*/ 896470 w 914400"/>
              <a:gd name="connsiteY3" fmla="*/ 936221 h 936221"/>
              <a:gd name="connsiteX4" fmla="*/ 914400 w 914400"/>
              <a:gd name="connsiteY4" fmla="*/ 936221 h 936221"/>
              <a:gd name="connsiteX0" fmla="*/ 0 w 914400"/>
              <a:gd name="connsiteY0" fmla="*/ 835213 h 853143"/>
              <a:gd name="connsiteX1" fmla="*/ 547770 w 914400"/>
              <a:gd name="connsiteY1" fmla="*/ 158 h 853143"/>
              <a:gd name="connsiteX2" fmla="*/ 896470 w 914400"/>
              <a:gd name="connsiteY2" fmla="*/ 853143 h 853143"/>
              <a:gd name="connsiteX3" fmla="*/ 896470 w 914400"/>
              <a:gd name="connsiteY3" fmla="*/ 853143 h 853143"/>
              <a:gd name="connsiteX4" fmla="*/ 914400 w 914400"/>
              <a:gd name="connsiteY4" fmla="*/ 853143 h 853143"/>
              <a:gd name="connsiteX0" fmla="*/ 0 w 914400"/>
              <a:gd name="connsiteY0" fmla="*/ 791451 h 809381"/>
              <a:gd name="connsiteX1" fmla="*/ 640463 w 914400"/>
              <a:gd name="connsiteY1" fmla="*/ 179 h 809381"/>
              <a:gd name="connsiteX2" fmla="*/ 896470 w 914400"/>
              <a:gd name="connsiteY2" fmla="*/ 809381 h 809381"/>
              <a:gd name="connsiteX3" fmla="*/ 896470 w 914400"/>
              <a:gd name="connsiteY3" fmla="*/ 809381 h 809381"/>
              <a:gd name="connsiteX4" fmla="*/ 914400 w 914400"/>
              <a:gd name="connsiteY4" fmla="*/ 809381 h 809381"/>
              <a:gd name="connsiteX0" fmla="*/ 0 w 914400"/>
              <a:gd name="connsiteY0" fmla="*/ 813339 h 831269"/>
              <a:gd name="connsiteX1" fmla="*/ 640463 w 914400"/>
              <a:gd name="connsiteY1" fmla="*/ 22067 h 831269"/>
              <a:gd name="connsiteX2" fmla="*/ 896470 w 914400"/>
              <a:gd name="connsiteY2" fmla="*/ 831269 h 831269"/>
              <a:gd name="connsiteX3" fmla="*/ 896470 w 914400"/>
              <a:gd name="connsiteY3" fmla="*/ 831269 h 831269"/>
              <a:gd name="connsiteX4" fmla="*/ 914400 w 914400"/>
              <a:gd name="connsiteY4" fmla="*/ 831269 h 831269"/>
              <a:gd name="connsiteX0" fmla="*/ 0 w 914400"/>
              <a:gd name="connsiteY0" fmla="*/ 827648 h 845578"/>
              <a:gd name="connsiteX1" fmla="*/ 424180 w 914400"/>
              <a:gd name="connsiteY1" fmla="*/ 21781 h 845578"/>
              <a:gd name="connsiteX2" fmla="*/ 896470 w 914400"/>
              <a:gd name="connsiteY2" fmla="*/ 845578 h 845578"/>
              <a:gd name="connsiteX3" fmla="*/ 896470 w 914400"/>
              <a:gd name="connsiteY3" fmla="*/ 845578 h 845578"/>
              <a:gd name="connsiteX4" fmla="*/ 914400 w 914400"/>
              <a:gd name="connsiteY4" fmla="*/ 845578 h 845578"/>
              <a:gd name="connsiteX0" fmla="*/ 0 w 914400"/>
              <a:gd name="connsiteY0" fmla="*/ 806228 h 824158"/>
              <a:gd name="connsiteX1" fmla="*/ 424180 w 914400"/>
              <a:gd name="connsiteY1" fmla="*/ 361 h 824158"/>
              <a:gd name="connsiteX2" fmla="*/ 896470 w 914400"/>
              <a:gd name="connsiteY2" fmla="*/ 824158 h 824158"/>
              <a:gd name="connsiteX3" fmla="*/ 896470 w 914400"/>
              <a:gd name="connsiteY3" fmla="*/ 824158 h 824158"/>
              <a:gd name="connsiteX4" fmla="*/ 914400 w 914400"/>
              <a:gd name="connsiteY4" fmla="*/ 824158 h 824158"/>
              <a:gd name="connsiteX0" fmla="*/ 0 w 914400"/>
              <a:gd name="connsiteY0" fmla="*/ 879172 h 897102"/>
              <a:gd name="connsiteX1" fmla="*/ 455077 w 914400"/>
              <a:gd name="connsiteY1" fmla="*/ 332 h 897102"/>
              <a:gd name="connsiteX2" fmla="*/ 896470 w 914400"/>
              <a:gd name="connsiteY2" fmla="*/ 897102 h 897102"/>
              <a:gd name="connsiteX3" fmla="*/ 896470 w 914400"/>
              <a:gd name="connsiteY3" fmla="*/ 897102 h 897102"/>
              <a:gd name="connsiteX4" fmla="*/ 914400 w 914400"/>
              <a:gd name="connsiteY4" fmla="*/ 897102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896470 w 1115234"/>
              <a:gd name="connsiteY3" fmla="*/ 897102 h 897102"/>
              <a:gd name="connsiteX4" fmla="*/ 1115234 w 1115234"/>
              <a:gd name="connsiteY4" fmla="*/ 882507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1081855 w 1115234"/>
              <a:gd name="connsiteY3" fmla="*/ 882508 h 897102"/>
              <a:gd name="connsiteX4" fmla="*/ 1115234 w 1115234"/>
              <a:gd name="connsiteY4" fmla="*/ 882507 h 897102"/>
              <a:gd name="connsiteX0" fmla="*/ 0 w 1115234"/>
              <a:gd name="connsiteY0" fmla="*/ 878948 h 882284"/>
              <a:gd name="connsiteX1" fmla="*/ 455077 w 1115234"/>
              <a:gd name="connsiteY1" fmla="*/ 108 h 882284"/>
              <a:gd name="connsiteX2" fmla="*/ 1057788 w 1115234"/>
              <a:gd name="connsiteY2" fmla="*/ 813307 h 882284"/>
              <a:gd name="connsiteX3" fmla="*/ 1081855 w 1115234"/>
              <a:gd name="connsiteY3" fmla="*/ 882284 h 882284"/>
              <a:gd name="connsiteX4" fmla="*/ 1115234 w 1115234"/>
              <a:gd name="connsiteY4" fmla="*/ 882283 h 882284"/>
              <a:gd name="connsiteX0" fmla="*/ 0 w 1141253"/>
              <a:gd name="connsiteY0" fmla="*/ 878948 h 882284"/>
              <a:gd name="connsiteX1" fmla="*/ 455077 w 1141253"/>
              <a:gd name="connsiteY1" fmla="*/ 108 h 882284"/>
              <a:gd name="connsiteX2" fmla="*/ 1057788 w 1141253"/>
              <a:gd name="connsiteY2" fmla="*/ 813307 h 882284"/>
              <a:gd name="connsiteX3" fmla="*/ 1081855 w 1141253"/>
              <a:gd name="connsiteY3" fmla="*/ 882284 h 882284"/>
              <a:gd name="connsiteX4" fmla="*/ 1141253 w 1141253"/>
              <a:gd name="connsiteY4" fmla="*/ 862619 h 882284"/>
              <a:gd name="connsiteX0" fmla="*/ 0 w 1081855"/>
              <a:gd name="connsiteY0" fmla="*/ 878948 h 882284"/>
              <a:gd name="connsiteX1" fmla="*/ 455077 w 1081855"/>
              <a:gd name="connsiteY1" fmla="*/ 108 h 882284"/>
              <a:gd name="connsiteX2" fmla="*/ 1057788 w 1081855"/>
              <a:gd name="connsiteY2" fmla="*/ 813307 h 882284"/>
              <a:gd name="connsiteX3" fmla="*/ 1081855 w 1081855"/>
              <a:gd name="connsiteY3" fmla="*/ 882284 h 882284"/>
              <a:gd name="connsiteX0" fmla="*/ 0 w 1057788"/>
              <a:gd name="connsiteY0" fmla="*/ 878948 h 878948"/>
              <a:gd name="connsiteX1" fmla="*/ 455077 w 1057788"/>
              <a:gd name="connsiteY1" fmla="*/ 108 h 878948"/>
              <a:gd name="connsiteX2" fmla="*/ 1057788 w 1057788"/>
              <a:gd name="connsiteY2" fmla="*/ 813307 h 878948"/>
              <a:gd name="connsiteX0" fmla="*/ 0 w 1146253"/>
              <a:gd name="connsiteY0" fmla="*/ 878847 h 878847"/>
              <a:gd name="connsiteX1" fmla="*/ 455077 w 1146253"/>
              <a:gd name="connsiteY1" fmla="*/ 7 h 878847"/>
              <a:gd name="connsiteX2" fmla="*/ 1146253 w 1146253"/>
              <a:gd name="connsiteY2" fmla="*/ 862366 h 878847"/>
              <a:gd name="connsiteX0" fmla="*/ 0 w 1146253"/>
              <a:gd name="connsiteY0" fmla="*/ 886730 h 886730"/>
              <a:gd name="connsiteX1" fmla="*/ 455077 w 1146253"/>
              <a:gd name="connsiteY1" fmla="*/ 7890 h 886730"/>
              <a:gd name="connsiteX2" fmla="*/ 901419 w 1146253"/>
              <a:gd name="connsiteY2" fmla="*/ 476918 h 886730"/>
              <a:gd name="connsiteX3" fmla="*/ 1146253 w 1146253"/>
              <a:gd name="connsiteY3" fmla="*/ 870249 h 886730"/>
              <a:gd name="connsiteX0" fmla="*/ 0 w 1146253"/>
              <a:gd name="connsiteY0" fmla="*/ 893192 h 893192"/>
              <a:gd name="connsiteX1" fmla="*/ 455077 w 1146253"/>
              <a:gd name="connsiteY1" fmla="*/ 14352 h 893192"/>
              <a:gd name="connsiteX2" fmla="*/ 1005495 w 1146253"/>
              <a:gd name="connsiteY2" fmla="*/ 385060 h 893192"/>
              <a:gd name="connsiteX3" fmla="*/ 1146253 w 1146253"/>
              <a:gd name="connsiteY3" fmla="*/ 876711 h 893192"/>
              <a:gd name="connsiteX0" fmla="*/ 0 w 1146253"/>
              <a:gd name="connsiteY0" fmla="*/ 888633 h 888633"/>
              <a:gd name="connsiteX1" fmla="*/ 455077 w 1146253"/>
              <a:gd name="connsiteY1" fmla="*/ 9793 h 888633"/>
              <a:gd name="connsiteX2" fmla="*/ 1005495 w 1146253"/>
              <a:gd name="connsiteY2" fmla="*/ 380501 h 888633"/>
              <a:gd name="connsiteX3" fmla="*/ 1146253 w 1146253"/>
              <a:gd name="connsiteY3" fmla="*/ 872152 h 888633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709220 h 709220"/>
              <a:gd name="connsiteX1" fmla="*/ 335391 w 1146253"/>
              <a:gd name="connsiteY1" fmla="*/ 12272 h 709220"/>
              <a:gd name="connsiteX2" fmla="*/ 1005495 w 1146253"/>
              <a:gd name="connsiteY2" fmla="*/ 201088 h 709220"/>
              <a:gd name="connsiteX3" fmla="*/ 1146253 w 1146253"/>
              <a:gd name="connsiteY3" fmla="*/ 692739 h 709220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17500 h 717500"/>
              <a:gd name="connsiteX1" fmla="*/ 335391 w 1146253"/>
              <a:gd name="connsiteY1" fmla="*/ 20552 h 717500"/>
              <a:gd name="connsiteX2" fmla="*/ 911828 w 1146253"/>
              <a:gd name="connsiteY2" fmla="*/ 199535 h 717500"/>
              <a:gd name="connsiteX3" fmla="*/ 1146253 w 1146253"/>
              <a:gd name="connsiteY3" fmla="*/ 701019 h 717500"/>
              <a:gd name="connsiteX0" fmla="*/ 0 w 1146253"/>
              <a:gd name="connsiteY0" fmla="*/ 530916 h 530916"/>
              <a:gd name="connsiteX1" fmla="*/ 293761 w 1146253"/>
              <a:gd name="connsiteY1" fmla="*/ 178088 h 530916"/>
              <a:gd name="connsiteX2" fmla="*/ 911828 w 1146253"/>
              <a:gd name="connsiteY2" fmla="*/ 12951 h 530916"/>
              <a:gd name="connsiteX3" fmla="*/ 1146253 w 1146253"/>
              <a:gd name="connsiteY3" fmla="*/ 514435 h 530916"/>
              <a:gd name="connsiteX0" fmla="*/ 0 w 1146253"/>
              <a:gd name="connsiteY0" fmla="*/ 533602 h 533602"/>
              <a:gd name="connsiteX1" fmla="*/ 293761 w 1146253"/>
              <a:gd name="connsiteY1" fmla="*/ 180774 h 533602"/>
              <a:gd name="connsiteX2" fmla="*/ 911828 w 1146253"/>
              <a:gd name="connsiteY2" fmla="*/ 15637 h 533602"/>
              <a:gd name="connsiteX3" fmla="*/ 1146253 w 1146253"/>
              <a:gd name="connsiteY3" fmla="*/ 517121 h 533602"/>
              <a:gd name="connsiteX0" fmla="*/ 0 w 1146253"/>
              <a:gd name="connsiteY0" fmla="*/ 527286 h 527286"/>
              <a:gd name="connsiteX1" fmla="*/ 293761 w 1146253"/>
              <a:gd name="connsiteY1" fmla="*/ 174458 h 527286"/>
              <a:gd name="connsiteX2" fmla="*/ 911828 w 1146253"/>
              <a:gd name="connsiteY2" fmla="*/ 9321 h 527286"/>
              <a:gd name="connsiteX3" fmla="*/ 1146253 w 1146253"/>
              <a:gd name="connsiteY3" fmla="*/ 510805 h 527286"/>
              <a:gd name="connsiteX0" fmla="*/ 0 w 1146253"/>
              <a:gd name="connsiteY0" fmla="*/ 530915 h 530915"/>
              <a:gd name="connsiteX1" fmla="*/ 293761 w 1146253"/>
              <a:gd name="connsiteY1" fmla="*/ 178087 h 530915"/>
              <a:gd name="connsiteX2" fmla="*/ 911828 w 1146253"/>
              <a:gd name="connsiteY2" fmla="*/ 12950 h 530915"/>
              <a:gd name="connsiteX3" fmla="*/ 1146253 w 1146253"/>
              <a:gd name="connsiteY3" fmla="*/ 514434 h 530915"/>
              <a:gd name="connsiteX0" fmla="*/ 0 w 1146253"/>
              <a:gd name="connsiteY0" fmla="*/ 535588 h 535588"/>
              <a:gd name="connsiteX1" fmla="*/ 293761 w 1146253"/>
              <a:gd name="connsiteY1" fmla="*/ 182760 h 535588"/>
              <a:gd name="connsiteX2" fmla="*/ 911828 w 1146253"/>
              <a:gd name="connsiteY2" fmla="*/ 17623 h 535588"/>
              <a:gd name="connsiteX3" fmla="*/ 1146253 w 1146253"/>
              <a:gd name="connsiteY3" fmla="*/ 519107 h 535588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4406 h 524406"/>
              <a:gd name="connsiteX1" fmla="*/ 175114 w 1146253"/>
              <a:gd name="connsiteY1" fmla="*/ 329430 h 524406"/>
              <a:gd name="connsiteX2" fmla="*/ 911828 w 1146253"/>
              <a:gd name="connsiteY2" fmla="*/ 6441 h 524406"/>
              <a:gd name="connsiteX3" fmla="*/ 1146253 w 1146253"/>
              <a:gd name="connsiteY3" fmla="*/ 507925 h 524406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91678 h 491678"/>
              <a:gd name="connsiteX1" fmla="*/ 175114 w 1146253"/>
              <a:gd name="connsiteY1" fmla="*/ 296702 h 491678"/>
              <a:gd name="connsiteX2" fmla="*/ 812956 w 1146253"/>
              <a:gd name="connsiteY2" fmla="*/ 7539 h 491678"/>
              <a:gd name="connsiteX3" fmla="*/ 1146253 w 1146253"/>
              <a:gd name="connsiteY3" fmla="*/ 475197 h 491678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812956 w 1146253"/>
              <a:gd name="connsiteY1" fmla="*/ 0 h 484139"/>
              <a:gd name="connsiteX2" fmla="*/ 1146253 w 1146253"/>
              <a:gd name="connsiteY2" fmla="*/ 467658 h 484139"/>
              <a:gd name="connsiteX0" fmla="*/ 0 w 1146253"/>
              <a:gd name="connsiteY0" fmla="*/ 592554 h 592554"/>
              <a:gd name="connsiteX1" fmla="*/ 840118 w 1146253"/>
              <a:gd name="connsiteY1" fmla="*/ 0 h 592554"/>
              <a:gd name="connsiteX2" fmla="*/ 1146253 w 1146253"/>
              <a:gd name="connsiteY2" fmla="*/ 576073 h 592554"/>
              <a:gd name="connsiteX0" fmla="*/ 0 w 1146253"/>
              <a:gd name="connsiteY0" fmla="*/ 394309 h 394309"/>
              <a:gd name="connsiteX1" fmla="*/ 986797 w 1146253"/>
              <a:gd name="connsiteY1" fmla="*/ 0 h 394309"/>
              <a:gd name="connsiteX2" fmla="*/ 1146253 w 1146253"/>
              <a:gd name="connsiteY2" fmla="*/ 377828 h 394309"/>
              <a:gd name="connsiteX0" fmla="*/ 0 w 1146253"/>
              <a:gd name="connsiteY0" fmla="*/ 396358 h 396358"/>
              <a:gd name="connsiteX1" fmla="*/ 329457 w 1146253"/>
              <a:gd name="connsiteY1" fmla="*/ 236225 h 396358"/>
              <a:gd name="connsiteX2" fmla="*/ 986797 w 1146253"/>
              <a:gd name="connsiteY2" fmla="*/ 2049 h 396358"/>
              <a:gd name="connsiteX3" fmla="*/ 1146253 w 1146253"/>
              <a:gd name="connsiteY3" fmla="*/ 379877 h 396358"/>
              <a:gd name="connsiteX0" fmla="*/ 0 w 1146253"/>
              <a:gd name="connsiteY0" fmla="*/ 397090 h 397090"/>
              <a:gd name="connsiteX1" fmla="*/ 166480 w 1146253"/>
              <a:gd name="connsiteY1" fmla="*/ 181200 h 397090"/>
              <a:gd name="connsiteX2" fmla="*/ 986797 w 1146253"/>
              <a:gd name="connsiteY2" fmla="*/ 2781 h 397090"/>
              <a:gd name="connsiteX3" fmla="*/ 1146253 w 1146253"/>
              <a:gd name="connsiteY3" fmla="*/ 380609 h 397090"/>
              <a:gd name="connsiteX0" fmla="*/ 0 w 1146253"/>
              <a:gd name="connsiteY0" fmla="*/ 395886 h 395886"/>
              <a:gd name="connsiteX1" fmla="*/ 166480 w 1146253"/>
              <a:gd name="connsiteY1" fmla="*/ 179996 h 395886"/>
              <a:gd name="connsiteX2" fmla="*/ 986797 w 1146253"/>
              <a:gd name="connsiteY2" fmla="*/ 1577 h 395886"/>
              <a:gd name="connsiteX3" fmla="*/ 1146253 w 1146253"/>
              <a:gd name="connsiteY3" fmla="*/ 379405 h 395886"/>
              <a:gd name="connsiteX0" fmla="*/ 95212 w 1241465"/>
              <a:gd name="connsiteY0" fmla="*/ 395886 h 395886"/>
              <a:gd name="connsiteX1" fmla="*/ 261692 w 1241465"/>
              <a:gd name="connsiteY1" fmla="*/ 179996 h 395886"/>
              <a:gd name="connsiteX2" fmla="*/ 1082009 w 1241465"/>
              <a:gd name="connsiteY2" fmla="*/ 1577 h 395886"/>
              <a:gd name="connsiteX3" fmla="*/ 1241465 w 1241465"/>
              <a:gd name="connsiteY3" fmla="*/ 379405 h 395886"/>
              <a:gd name="connsiteX0" fmla="*/ 0 w 1146253"/>
              <a:gd name="connsiteY0" fmla="*/ 396431 h 396431"/>
              <a:gd name="connsiteX1" fmla="*/ 166480 w 1146253"/>
              <a:gd name="connsiteY1" fmla="*/ 180541 h 396431"/>
              <a:gd name="connsiteX2" fmla="*/ 986797 w 1146253"/>
              <a:gd name="connsiteY2" fmla="*/ 2122 h 396431"/>
              <a:gd name="connsiteX3" fmla="*/ 1146253 w 1146253"/>
              <a:gd name="connsiteY3" fmla="*/ 379950 h 396431"/>
              <a:gd name="connsiteX0" fmla="*/ 0 w 1146253"/>
              <a:gd name="connsiteY0" fmla="*/ 395863 h 395863"/>
              <a:gd name="connsiteX1" fmla="*/ 334889 w 1146253"/>
              <a:gd name="connsiteY1" fmla="*/ 254315 h 395863"/>
              <a:gd name="connsiteX2" fmla="*/ 986797 w 1146253"/>
              <a:gd name="connsiteY2" fmla="*/ 1554 h 395863"/>
              <a:gd name="connsiteX3" fmla="*/ 1146253 w 1146253"/>
              <a:gd name="connsiteY3" fmla="*/ 379382 h 395863"/>
              <a:gd name="connsiteX0" fmla="*/ 0 w 1146253"/>
              <a:gd name="connsiteY0" fmla="*/ 395506 h 395506"/>
              <a:gd name="connsiteX1" fmla="*/ 334889 w 1146253"/>
              <a:gd name="connsiteY1" fmla="*/ 253958 h 395506"/>
              <a:gd name="connsiteX2" fmla="*/ 986797 w 1146253"/>
              <a:gd name="connsiteY2" fmla="*/ 1197 h 395506"/>
              <a:gd name="connsiteX3" fmla="*/ 1146253 w 1146253"/>
              <a:gd name="connsiteY3" fmla="*/ 379025 h 395506"/>
              <a:gd name="connsiteX0" fmla="*/ 0 w 1146253"/>
              <a:gd name="connsiteY0" fmla="*/ 395581 h 395581"/>
              <a:gd name="connsiteX1" fmla="*/ 334889 w 1146253"/>
              <a:gd name="connsiteY1" fmla="*/ 254033 h 395581"/>
              <a:gd name="connsiteX2" fmla="*/ 986797 w 1146253"/>
              <a:gd name="connsiteY2" fmla="*/ 1272 h 395581"/>
              <a:gd name="connsiteX3" fmla="*/ 1146253 w 1146253"/>
              <a:gd name="connsiteY3" fmla="*/ 379100 h 395581"/>
              <a:gd name="connsiteX0" fmla="*/ 0 w 1146253"/>
              <a:gd name="connsiteY0" fmla="*/ 395695 h 395695"/>
              <a:gd name="connsiteX1" fmla="*/ 242536 w 1146253"/>
              <a:gd name="connsiteY1" fmla="*/ 226269 h 395695"/>
              <a:gd name="connsiteX2" fmla="*/ 986797 w 1146253"/>
              <a:gd name="connsiteY2" fmla="*/ 1386 h 395695"/>
              <a:gd name="connsiteX3" fmla="*/ 1146253 w 1146253"/>
              <a:gd name="connsiteY3" fmla="*/ 379214 h 395695"/>
              <a:gd name="connsiteX0" fmla="*/ 0 w 1146253"/>
              <a:gd name="connsiteY0" fmla="*/ 399523 h 399523"/>
              <a:gd name="connsiteX1" fmla="*/ 242536 w 1146253"/>
              <a:gd name="connsiteY1" fmla="*/ 230097 h 399523"/>
              <a:gd name="connsiteX2" fmla="*/ 899876 w 1146253"/>
              <a:gd name="connsiteY2" fmla="*/ 2116 h 399523"/>
              <a:gd name="connsiteX3" fmla="*/ 1146253 w 1146253"/>
              <a:gd name="connsiteY3" fmla="*/ 383042 h 399523"/>
              <a:gd name="connsiteX0" fmla="*/ 0 w 1146253"/>
              <a:gd name="connsiteY0" fmla="*/ 398796 h 398796"/>
              <a:gd name="connsiteX1" fmla="*/ 242536 w 1146253"/>
              <a:gd name="connsiteY1" fmla="*/ 229370 h 398796"/>
              <a:gd name="connsiteX2" fmla="*/ 899876 w 1146253"/>
              <a:gd name="connsiteY2" fmla="*/ 1389 h 398796"/>
              <a:gd name="connsiteX3" fmla="*/ 1146253 w 1146253"/>
              <a:gd name="connsiteY3" fmla="*/ 382315 h 398796"/>
              <a:gd name="connsiteX0" fmla="*/ 0 w 1146253"/>
              <a:gd name="connsiteY0" fmla="*/ 398873 h 398873"/>
              <a:gd name="connsiteX1" fmla="*/ 242536 w 1146253"/>
              <a:gd name="connsiteY1" fmla="*/ 229447 h 398873"/>
              <a:gd name="connsiteX2" fmla="*/ 899876 w 1146253"/>
              <a:gd name="connsiteY2" fmla="*/ 1466 h 398873"/>
              <a:gd name="connsiteX3" fmla="*/ 1146253 w 1146253"/>
              <a:gd name="connsiteY3" fmla="*/ 382392 h 398873"/>
              <a:gd name="connsiteX0" fmla="*/ 0 w 1146253"/>
              <a:gd name="connsiteY0" fmla="*/ 398550 h 398550"/>
              <a:gd name="connsiteX1" fmla="*/ 250788 w 1146253"/>
              <a:gd name="connsiteY1" fmla="*/ 312156 h 398550"/>
              <a:gd name="connsiteX2" fmla="*/ 899876 w 1146253"/>
              <a:gd name="connsiteY2" fmla="*/ 1143 h 398550"/>
              <a:gd name="connsiteX3" fmla="*/ 1146253 w 1146253"/>
              <a:gd name="connsiteY3" fmla="*/ 382069 h 398550"/>
              <a:gd name="connsiteX0" fmla="*/ 0 w 1146253"/>
              <a:gd name="connsiteY0" fmla="*/ 392033 h 392033"/>
              <a:gd name="connsiteX1" fmla="*/ 250788 w 1146253"/>
              <a:gd name="connsiteY1" fmla="*/ 312511 h 392033"/>
              <a:gd name="connsiteX2" fmla="*/ 899876 w 1146253"/>
              <a:gd name="connsiteY2" fmla="*/ 1498 h 392033"/>
              <a:gd name="connsiteX3" fmla="*/ 1146253 w 1146253"/>
              <a:gd name="connsiteY3" fmla="*/ 382424 h 392033"/>
              <a:gd name="connsiteX0" fmla="*/ 0 w 1146253"/>
              <a:gd name="connsiteY0" fmla="*/ 397947 h 397947"/>
              <a:gd name="connsiteX1" fmla="*/ 206402 w 1146253"/>
              <a:gd name="connsiteY1" fmla="*/ 84790 h 397947"/>
              <a:gd name="connsiteX2" fmla="*/ 899876 w 1146253"/>
              <a:gd name="connsiteY2" fmla="*/ 7412 h 397947"/>
              <a:gd name="connsiteX3" fmla="*/ 1146253 w 1146253"/>
              <a:gd name="connsiteY3" fmla="*/ 388338 h 397947"/>
              <a:gd name="connsiteX0" fmla="*/ 0 w 1146253"/>
              <a:gd name="connsiteY0" fmla="*/ 392533 h 392533"/>
              <a:gd name="connsiteX1" fmla="*/ 206402 w 1146253"/>
              <a:gd name="connsiteY1" fmla="*/ 79376 h 392533"/>
              <a:gd name="connsiteX2" fmla="*/ 899876 w 1146253"/>
              <a:gd name="connsiteY2" fmla="*/ 1998 h 392533"/>
              <a:gd name="connsiteX3" fmla="*/ 1146253 w 1146253"/>
              <a:gd name="connsiteY3" fmla="*/ 382924 h 392533"/>
              <a:gd name="connsiteX0" fmla="*/ 0 w 1146253"/>
              <a:gd name="connsiteY0" fmla="*/ 391706 h 391706"/>
              <a:gd name="connsiteX1" fmla="*/ 226888 w 1146253"/>
              <a:gd name="connsiteY1" fmla="*/ 229724 h 391706"/>
              <a:gd name="connsiteX2" fmla="*/ 899876 w 1146253"/>
              <a:gd name="connsiteY2" fmla="*/ 1171 h 391706"/>
              <a:gd name="connsiteX3" fmla="*/ 1146253 w 1146253"/>
              <a:gd name="connsiteY3" fmla="*/ 382097 h 391706"/>
              <a:gd name="connsiteX0" fmla="*/ 0 w 1146253"/>
              <a:gd name="connsiteY0" fmla="*/ 419909 h 419909"/>
              <a:gd name="connsiteX1" fmla="*/ 226888 w 1146253"/>
              <a:gd name="connsiteY1" fmla="*/ 257927 h 419909"/>
              <a:gd name="connsiteX2" fmla="*/ 882805 w 1146253"/>
              <a:gd name="connsiteY2" fmla="*/ 1888 h 419909"/>
              <a:gd name="connsiteX3" fmla="*/ 1146253 w 1146253"/>
              <a:gd name="connsiteY3" fmla="*/ 410300 h 419909"/>
              <a:gd name="connsiteX0" fmla="*/ 0 w 1146253"/>
              <a:gd name="connsiteY0" fmla="*/ 418021 h 418021"/>
              <a:gd name="connsiteX1" fmla="*/ 226888 w 1146253"/>
              <a:gd name="connsiteY1" fmla="*/ 256039 h 418021"/>
              <a:gd name="connsiteX2" fmla="*/ 882805 w 1146253"/>
              <a:gd name="connsiteY2" fmla="*/ 0 h 418021"/>
              <a:gd name="connsiteX3" fmla="*/ 1146253 w 1146253"/>
              <a:gd name="connsiteY3" fmla="*/ 408412 h 418021"/>
              <a:gd name="connsiteX0" fmla="*/ 0 w 1146253"/>
              <a:gd name="connsiteY0" fmla="*/ 418021 h 418021"/>
              <a:gd name="connsiteX1" fmla="*/ 226888 w 1146253"/>
              <a:gd name="connsiteY1" fmla="*/ 256039 h 418021"/>
              <a:gd name="connsiteX2" fmla="*/ 882805 w 1146253"/>
              <a:gd name="connsiteY2" fmla="*/ 0 h 418021"/>
              <a:gd name="connsiteX3" fmla="*/ 1146253 w 1146253"/>
              <a:gd name="connsiteY3" fmla="*/ 408412 h 418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253" h="418021">
                <a:moveTo>
                  <a:pt x="0" y="418021"/>
                </a:moveTo>
                <a:cubicBezTo>
                  <a:pt x="54909" y="391332"/>
                  <a:pt x="35368" y="136740"/>
                  <a:pt x="226888" y="256039"/>
                </a:cubicBezTo>
                <a:cubicBezTo>
                  <a:pt x="418408" y="375338"/>
                  <a:pt x="647658" y="27596"/>
                  <a:pt x="882805" y="0"/>
                </a:cubicBezTo>
                <a:cubicBezTo>
                  <a:pt x="1018816" y="6078"/>
                  <a:pt x="1105447" y="342857"/>
                  <a:pt x="1146253" y="408412"/>
                </a:cubicBezTo>
              </a:path>
            </a:pathLst>
          </a:custGeom>
          <a:gradFill flip="none" rotWithShape="1">
            <a:gsLst>
              <a:gs pos="0">
                <a:srgbClr val="DA4035"/>
              </a:gs>
              <a:gs pos="50000">
                <a:srgbClr val="F7FCC9"/>
              </a:gs>
              <a:gs pos="37000">
                <a:srgbClr val="FEEC9D"/>
              </a:gs>
              <a:gs pos="90000">
                <a:srgbClr val="8DCB65"/>
              </a:gs>
              <a:gs pos="100000">
                <a:srgbClr val="2D9C52"/>
              </a:gs>
            </a:gsLst>
            <a:lin ang="10800000" scaled="0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A9E9B2F-AE58-B771-C4ED-08FF07231720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1341148" y="5850354"/>
            <a:ext cx="1749875" cy="983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F64C5BF-806C-91E5-626F-DD9B06A557F4}"/>
              </a:ext>
            </a:extLst>
          </p:cNvPr>
          <p:cNvCxnSpPr>
            <a:cxnSpLocks/>
          </p:cNvCxnSpPr>
          <p:nvPr/>
        </p:nvCxnSpPr>
        <p:spPr>
          <a:xfrm flipV="1">
            <a:off x="1341148" y="3368265"/>
            <a:ext cx="176428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436602D-96DD-BBD5-3573-6A256553DBFC}"/>
                  </a:ext>
                </a:extLst>
              </p:cNvPr>
              <p:cNvSpPr txBox="1"/>
              <p:nvPr/>
            </p:nvSpPr>
            <p:spPr>
              <a:xfrm>
                <a:off x="1609342" y="1758598"/>
                <a:ext cx="432000" cy="288000"/>
              </a:xfrm>
              <a:prstGeom prst="roundRect">
                <a:avLst/>
              </a:prstGeom>
              <a:solidFill>
                <a:srgbClr val="DE5441"/>
              </a:solidFill>
              <a:ln w="6350">
                <a:solidFill>
                  <a:schemeClr val="tx1"/>
                </a:solidFill>
              </a:ln>
            </p:spPr>
            <p:txBody>
              <a:bodyPr wrap="square" lIns="0" tIns="0" rIns="0" bIns="10800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CA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436602D-96DD-BBD5-3573-6A256553D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342" y="1758598"/>
                <a:ext cx="432000" cy="288000"/>
              </a:xfrm>
              <a:prstGeom prst="roundRect">
                <a:avLst/>
              </a:prstGeom>
              <a:blipFill>
                <a:blip r:embed="rId4"/>
                <a:stretch>
                  <a:fillRect l="-2778" b="-8333"/>
                </a:stretch>
              </a:blipFill>
              <a:ln w="63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FE79734-3771-8113-2B38-0EE8C1B5D6EF}"/>
                  </a:ext>
                </a:extLst>
              </p:cNvPr>
              <p:cNvSpPr txBox="1"/>
              <p:nvPr/>
            </p:nvSpPr>
            <p:spPr>
              <a:xfrm>
                <a:off x="5104805" y="1765871"/>
                <a:ext cx="432000" cy="288000"/>
              </a:xfrm>
              <a:prstGeom prst="roundRect">
                <a:avLst/>
              </a:prstGeom>
              <a:solidFill>
                <a:srgbClr val="5AB359"/>
              </a:solidFill>
              <a:ln w="6350">
                <a:solidFill>
                  <a:schemeClr val="tx1"/>
                </a:solidFill>
              </a:ln>
            </p:spPr>
            <p:txBody>
              <a:bodyPr wrap="square" lIns="0" tIns="0" rIns="0" bIns="10800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CA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FE79734-3771-8113-2B38-0EE8C1B5D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805" y="1765871"/>
                <a:ext cx="432000" cy="288000"/>
              </a:xfrm>
              <a:prstGeom prst="roundRect">
                <a:avLst/>
              </a:prstGeom>
              <a:blipFill>
                <a:blip r:embed="rId5"/>
                <a:stretch>
                  <a:fillRect b="-4167"/>
                </a:stretch>
              </a:blipFill>
              <a:ln w="63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2F70EB4-35DA-45F2-A03F-87229F7EA0F4}"/>
                  </a:ext>
                </a:extLst>
              </p:cNvPr>
              <p:cNvSpPr txBox="1"/>
              <p:nvPr/>
            </p:nvSpPr>
            <p:spPr>
              <a:xfrm>
                <a:off x="1837964" y="4588037"/>
                <a:ext cx="432000" cy="288000"/>
              </a:xfrm>
              <a:prstGeom prst="roundRect">
                <a:avLst/>
              </a:prstGeom>
              <a:solidFill>
                <a:srgbClr val="F3B37A"/>
              </a:solidFill>
              <a:ln w="3175">
                <a:solidFill>
                  <a:schemeClr val="tx1"/>
                </a:solidFill>
              </a:ln>
            </p:spPr>
            <p:txBody>
              <a:bodyPr wrap="square" lIns="0" tIns="0" rIns="0" bIns="10800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CA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2F70EB4-35DA-45F2-A03F-87229F7EA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964" y="4588037"/>
                <a:ext cx="432000" cy="288000"/>
              </a:xfrm>
              <a:prstGeom prst="roundRect">
                <a:avLst/>
              </a:prstGeom>
              <a:blipFill>
                <a:blip r:embed="rId6"/>
                <a:stretch>
                  <a:fillRect b="-4167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2E36CB0-98F6-A562-7215-2BD2AFDAE9AC}"/>
                  </a:ext>
                </a:extLst>
              </p:cNvPr>
              <p:cNvSpPr txBox="1"/>
              <p:nvPr/>
            </p:nvSpPr>
            <p:spPr>
              <a:xfrm>
                <a:off x="4875954" y="4567250"/>
                <a:ext cx="432000" cy="288000"/>
              </a:xfrm>
              <a:prstGeom prst="roundRect">
                <a:avLst/>
              </a:prstGeom>
              <a:solidFill>
                <a:srgbClr val="9FD276"/>
              </a:solidFill>
              <a:ln w="6350">
                <a:solidFill>
                  <a:schemeClr val="tx1"/>
                </a:solidFill>
              </a:ln>
            </p:spPr>
            <p:txBody>
              <a:bodyPr wrap="square" lIns="0" tIns="0" rIns="0" bIns="10800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CA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2E36CB0-98F6-A562-7215-2BD2AFDAE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954" y="4567250"/>
                <a:ext cx="432000" cy="288000"/>
              </a:xfrm>
              <a:prstGeom prst="roundRect">
                <a:avLst/>
              </a:prstGeom>
              <a:blipFill>
                <a:blip r:embed="rId7"/>
                <a:stretch>
                  <a:fillRect l="-2857" b="-8333"/>
                </a:stretch>
              </a:blipFill>
              <a:ln w="63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98A75D5-4C71-3FE1-F044-DD43C6A35282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2053964" y="4876037"/>
            <a:ext cx="0" cy="98415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95AFC1B-988D-DD40-B7B4-37C923EA46AC}"/>
              </a:ext>
            </a:extLst>
          </p:cNvPr>
          <p:cNvCxnSpPr>
            <a:cxnSpLocks/>
            <a:stCxn id="56" idx="2"/>
          </p:cNvCxnSpPr>
          <p:nvPr/>
        </p:nvCxnSpPr>
        <p:spPr>
          <a:xfrm flipH="1">
            <a:off x="1823832" y="2046598"/>
            <a:ext cx="1510" cy="1321667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0290BC-2A0B-AF52-E052-DB645C5D5242}"/>
              </a:ext>
            </a:extLst>
          </p:cNvPr>
          <p:cNvCxnSpPr>
            <a:cxnSpLocks/>
          </p:cNvCxnSpPr>
          <p:nvPr/>
        </p:nvCxnSpPr>
        <p:spPr>
          <a:xfrm flipH="1">
            <a:off x="5315653" y="2044508"/>
            <a:ext cx="1510" cy="1321667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2819B0D-D904-C51B-D3B2-B06DCB3FC9EF}"/>
              </a:ext>
            </a:extLst>
          </p:cNvPr>
          <p:cNvCxnSpPr>
            <a:cxnSpLocks/>
            <a:stCxn id="64" idx="2"/>
          </p:cNvCxnSpPr>
          <p:nvPr/>
        </p:nvCxnSpPr>
        <p:spPr>
          <a:xfrm flipH="1">
            <a:off x="5090444" y="4855250"/>
            <a:ext cx="1510" cy="100494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232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DB037-8C7E-FD63-90B6-A3589571E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87C3C781-A811-471F-9E2E-4F998E20B3E6}"/>
              </a:ext>
            </a:extLst>
          </p:cNvPr>
          <p:cNvGrpSpPr/>
          <p:nvPr/>
        </p:nvGrpSpPr>
        <p:grpSpPr>
          <a:xfrm>
            <a:off x="-1469427" y="701040"/>
            <a:ext cx="9796854" cy="6775265"/>
            <a:chOff x="-368045" y="868680"/>
            <a:chExt cx="9796854" cy="6775265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AC89768-458B-4A99-45FB-BFA5026F6F89}"/>
                </a:ext>
              </a:extLst>
            </p:cNvPr>
            <p:cNvSpPr/>
            <p:nvPr/>
          </p:nvSpPr>
          <p:spPr>
            <a:xfrm>
              <a:off x="-368045" y="868680"/>
              <a:ext cx="9796854" cy="6645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A985D60-71BA-B5C7-0C29-5C3D0CFBBC38}"/>
                </a:ext>
              </a:extLst>
            </p:cNvPr>
            <p:cNvGrpSpPr/>
            <p:nvPr/>
          </p:nvGrpSpPr>
          <p:grpSpPr>
            <a:xfrm>
              <a:off x="-368045" y="983677"/>
              <a:ext cx="8873070" cy="6660268"/>
              <a:chOff x="-368045" y="983677"/>
              <a:chExt cx="8873070" cy="6660268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440A96-E811-E4DF-909B-103759D2234F}"/>
                  </a:ext>
                </a:extLst>
              </p:cNvPr>
              <p:cNvSpPr/>
              <p:nvPr/>
            </p:nvSpPr>
            <p:spPr>
              <a:xfrm rot="10800000">
                <a:off x="522288" y="1630144"/>
                <a:ext cx="400110" cy="5145437"/>
              </a:xfrm>
              <a:prstGeom prst="rect">
                <a:avLst/>
              </a:prstGeom>
              <a:gradFill>
                <a:gsLst>
                  <a:gs pos="50000">
                    <a:schemeClr val="accent1">
                      <a:lumMod val="5000"/>
                      <a:lumOff val="95000"/>
                    </a:schemeClr>
                  </a:gs>
                  <a:gs pos="16995">
                    <a:srgbClr val="8CBAE6"/>
                  </a:gs>
                  <a:gs pos="33000">
                    <a:srgbClr val="CAE8FE"/>
                  </a:gs>
                  <a:gs pos="75991">
                    <a:srgbClr val="F5B0B2"/>
                  </a:gs>
                  <a:gs pos="0">
                    <a:srgbClr val="2C77A6"/>
                  </a:gs>
                  <a:gs pos="100000">
                    <a:srgbClr val="BC2726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FA9FF51-F613-D791-ACB4-CB8B84D0943D}"/>
                  </a:ext>
                </a:extLst>
              </p:cNvPr>
              <p:cNvSpPr/>
              <p:nvPr/>
            </p:nvSpPr>
            <p:spPr>
              <a:xfrm rot="16200000">
                <a:off x="3439392" y="4579030"/>
                <a:ext cx="400111" cy="5145437"/>
              </a:xfrm>
              <a:prstGeom prst="rect">
                <a:avLst/>
              </a:prstGeom>
              <a:gradFill>
                <a:gsLst>
                  <a:gs pos="72000">
                    <a:srgbClr val="C8E69D"/>
                  </a:gs>
                  <a:gs pos="14000">
                    <a:srgbClr val="F3B37A"/>
                  </a:gs>
                  <a:gs pos="48000">
                    <a:srgbClr val="F8FBC7"/>
                  </a:gs>
                  <a:gs pos="84000">
                    <a:srgbClr val="9FD276"/>
                  </a:gs>
                  <a:gs pos="0">
                    <a:srgbClr val="DE5441"/>
                  </a:gs>
                  <a:gs pos="100000">
                    <a:srgbClr val="5AB359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1EE2F65-256C-43F7-F4C6-7121A970D03D}"/>
                  </a:ext>
                </a:extLst>
              </p:cNvPr>
              <p:cNvSpPr/>
              <p:nvPr/>
            </p:nvSpPr>
            <p:spPr>
              <a:xfrm>
                <a:off x="1062855" y="1666784"/>
                <a:ext cx="5149311" cy="514543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D4B09FD0-B9E1-A69E-3ADD-FCB6254F25AF}"/>
                  </a:ext>
                </a:extLst>
              </p:cNvPr>
              <p:cNvCxnSpPr>
                <a:cxnSpLocks/>
                <a:stCxn id="4" idx="0"/>
                <a:endCxn id="4" idx="2"/>
              </p:cNvCxnSpPr>
              <p:nvPr/>
            </p:nvCxnSpPr>
            <p:spPr>
              <a:xfrm>
                <a:off x="3637511" y="1666784"/>
                <a:ext cx="0" cy="51454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7566E0CD-74DF-48A9-0FD1-F5FDE5A44AAB}"/>
                  </a:ext>
                </a:extLst>
              </p:cNvPr>
              <p:cNvCxnSpPr>
                <a:cxnSpLocks/>
                <a:stCxn id="4" idx="1"/>
                <a:endCxn id="4" idx="3"/>
              </p:cNvCxnSpPr>
              <p:nvPr/>
            </p:nvCxnSpPr>
            <p:spPr>
              <a:xfrm>
                <a:off x="1062855" y="4239503"/>
                <a:ext cx="5149311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3638775F-0B89-90C7-7DDF-A14E24137FA0}"/>
                      </a:ext>
                    </a:extLst>
                  </p:cNvPr>
                  <p:cNvSpPr txBox="1"/>
                  <p:nvPr/>
                </p:nvSpPr>
                <p:spPr>
                  <a:xfrm>
                    <a:off x="2713220" y="6936059"/>
                    <a:ext cx="2006027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CA" sz="2000" b="1" dirty="0"/>
                      <a:t>TREND 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CA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CA" sz="20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CA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oMath>
                    </a14:m>
                    <a:r>
                      <a:rPr lang="en-CA" sz="2000" b="1" dirty="0"/>
                      <a:t> )</a:t>
                    </a:r>
                  </a:p>
                  <a:p>
                    <a:pPr algn="ctr"/>
                    <a:endParaRPr lang="en-CA" sz="2000" b="1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3638775F-0B89-90C7-7DDF-A14E24137F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13220" y="6936059"/>
                    <a:ext cx="2006027" cy="70788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754"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7C365101-92BF-94AF-C84F-BBB71E18A679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-471733" y="4149376"/>
                    <a:ext cx="242463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CA" sz="2000" b="1" dirty="0"/>
                      <a:t>CORRELATION  </a:t>
                    </a:r>
                    <a:r>
                      <a:rPr lang="en-CA" sz="2000" dirty="0"/>
                      <a:t>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CA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CA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a14:m>
                    <a:r>
                      <a:rPr lang="en-CA" sz="2000" dirty="0"/>
                      <a:t>)</a:t>
                    </a: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7C365101-92BF-94AF-C84F-BBB71E18A6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-471733" y="4149376"/>
                    <a:ext cx="2424638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030" t="-1563" r="-27273" b="-2604"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939BEE-A05C-7981-1CE0-C10730F53144}"/>
                  </a:ext>
                </a:extLst>
              </p:cNvPr>
              <p:cNvSpPr txBox="1"/>
              <p:nvPr/>
            </p:nvSpPr>
            <p:spPr>
              <a:xfrm>
                <a:off x="5652289" y="6852330"/>
                <a:ext cx="40427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200" dirty="0"/>
                  <a:t>+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6F67C3-61D2-8A7F-D66D-FBCABB9ED536}"/>
                  </a:ext>
                </a:extLst>
              </p:cNvPr>
              <p:cNvSpPr txBox="1"/>
              <p:nvPr/>
            </p:nvSpPr>
            <p:spPr>
              <a:xfrm>
                <a:off x="1144879" y="6859362"/>
                <a:ext cx="32412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200" dirty="0"/>
                  <a:t>-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CB1300-0D0F-F9E8-D421-9B4F2ADD0C1A}"/>
                  </a:ext>
                </a:extLst>
              </p:cNvPr>
              <p:cNvSpPr txBox="1"/>
              <p:nvPr/>
            </p:nvSpPr>
            <p:spPr>
              <a:xfrm>
                <a:off x="561304" y="6183488"/>
                <a:ext cx="32412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200" b="1" dirty="0"/>
                  <a:t>-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C78873-8CCC-8B04-E797-0580CF31CF26}"/>
                  </a:ext>
                </a:extLst>
              </p:cNvPr>
              <p:cNvSpPr txBox="1"/>
              <p:nvPr/>
            </p:nvSpPr>
            <p:spPr>
              <a:xfrm>
                <a:off x="514764" y="1643277"/>
                <a:ext cx="40427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200" b="1" dirty="0"/>
                  <a:t>+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E0EFB5-C866-7830-8002-B799E38C5010}"/>
                  </a:ext>
                </a:extLst>
              </p:cNvPr>
              <p:cNvSpPr txBox="1"/>
              <p:nvPr/>
            </p:nvSpPr>
            <p:spPr>
              <a:xfrm>
                <a:off x="1200486" y="3513130"/>
                <a:ext cx="23529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Decline without reshuffling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4995EF-C716-E191-769F-5ADEAB5E3414}"/>
                  </a:ext>
                </a:extLst>
              </p:cNvPr>
              <p:cNvSpPr txBox="1"/>
              <p:nvPr/>
            </p:nvSpPr>
            <p:spPr>
              <a:xfrm>
                <a:off x="1200486" y="6048800"/>
                <a:ext cx="23529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Decline with reshuffling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70EB00C-FF53-E02F-A39A-49A5B1AD0475}"/>
                  </a:ext>
                </a:extLst>
              </p:cNvPr>
              <p:cNvSpPr txBox="1"/>
              <p:nvPr/>
            </p:nvSpPr>
            <p:spPr>
              <a:xfrm>
                <a:off x="3748373" y="3535709"/>
                <a:ext cx="23529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Growth without reshuffling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7268DA3-FF13-7AB5-BAF4-8329987B478A}"/>
                  </a:ext>
                </a:extLst>
              </p:cNvPr>
              <p:cNvSpPr txBox="1"/>
              <p:nvPr/>
            </p:nvSpPr>
            <p:spPr>
              <a:xfrm>
                <a:off x="3732835" y="6065229"/>
                <a:ext cx="23529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Growth with reshuffling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D0B559-7744-A8D6-7F2D-CA7935BEA5A5}"/>
                  </a:ext>
                </a:extLst>
              </p:cNvPr>
              <p:cNvSpPr txBox="1"/>
              <p:nvPr/>
            </p:nvSpPr>
            <p:spPr>
              <a:xfrm>
                <a:off x="6620431" y="4546087"/>
                <a:ext cx="1884594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b="1" dirty="0"/>
                  <a:t>Community reshuffling </a:t>
                </a:r>
                <a:r>
                  <a:rPr lang="en-CA" dirty="0"/>
                  <a:t>Species are reshuffled within the community, altering its functioning.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6AD72B3-68C0-956C-AEEC-8D0F1EE801F5}"/>
                  </a:ext>
                </a:extLst>
              </p:cNvPr>
              <p:cNvSpPr txBox="1"/>
              <p:nvPr/>
            </p:nvSpPr>
            <p:spPr>
              <a:xfrm>
                <a:off x="6595780" y="1840810"/>
                <a:ext cx="1888305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b="1" dirty="0"/>
                  <a:t>Absolute community-level change </a:t>
                </a:r>
                <a:r>
                  <a:rPr lang="en-CA" dirty="0"/>
                  <a:t>Species-level changes amplify change at the community level.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7FA11C9-403A-AEA7-6AAB-EDDE74D610D8}"/>
                  </a:ext>
                </a:extLst>
              </p:cNvPr>
              <p:cNvSpPr txBox="1"/>
              <p:nvPr/>
            </p:nvSpPr>
            <p:spPr>
              <a:xfrm>
                <a:off x="1173834" y="983677"/>
                <a:ext cx="2379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Most species decline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9022D0A-5374-6DB7-7AE3-92C9D9164503}"/>
                  </a:ext>
                </a:extLst>
              </p:cNvPr>
              <p:cNvSpPr txBox="1"/>
              <p:nvPr/>
            </p:nvSpPr>
            <p:spPr>
              <a:xfrm>
                <a:off x="3679475" y="999035"/>
                <a:ext cx="24907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Most species grow</a:t>
                </a: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40503B84-647B-4A8F-0170-1E61B9F976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16298" y="1666784"/>
                <a:ext cx="0" cy="23208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4BF407C2-0FD2-C74B-954E-0C5006CBC3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6298" y="4448014"/>
                <a:ext cx="0" cy="23642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165C51F7-D9AE-7396-6BE5-131022A085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8373" y="1434587"/>
                <a:ext cx="246379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D1FC6939-D87A-FD23-1BA9-0A58808425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21652" y="1434587"/>
                <a:ext cx="243176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" name="Freeform 2">
                <a:extLst>
                  <a:ext uri="{FF2B5EF4-FFF2-40B4-BE49-F238E27FC236}">
                    <a16:creationId xmlns:a16="http://schemas.microsoft.com/office/drawing/2014/main" id="{F0EF23E3-1274-159A-40C1-EBE1395DE399}"/>
                  </a:ext>
                </a:extLst>
              </p:cNvPr>
              <p:cNvSpPr/>
              <p:nvPr/>
            </p:nvSpPr>
            <p:spPr>
              <a:xfrm>
                <a:off x="3996023" y="5232245"/>
                <a:ext cx="1764280" cy="637340"/>
              </a:xfrm>
              <a:custGeom>
                <a:avLst/>
                <a:gdLst>
                  <a:gd name="connsiteX0" fmla="*/ 0 w 914400"/>
                  <a:gd name="connsiteY0" fmla="*/ 950271 h 968201"/>
                  <a:gd name="connsiteX1" fmla="*/ 376518 w 914400"/>
                  <a:gd name="connsiteY1" fmla="*/ 13 h 968201"/>
                  <a:gd name="connsiteX2" fmla="*/ 896470 w 914400"/>
                  <a:gd name="connsiteY2" fmla="*/ 968201 h 968201"/>
                  <a:gd name="connsiteX3" fmla="*/ 896470 w 914400"/>
                  <a:gd name="connsiteY3" fmla="*/ 968201 h 968201"/>
                  <a:gd name="connsiteX4" fmla="*/ 914400 w 914400"/>
                  <a:gd name="connsiteY4" fmla="*/ 968201 h 968201"/>
                  <a:gd name="connsiteX0" fmla="*/ 0 w 914400"/>
                  <a:gd name="connsiteY0" fmla="*/ 791293 h 809223"/>
                  <a:gd name="connsiteX1" fmla="*/ 439628 w 914400"/>
                  <a:gd name="connsiteY1" fmla="*/ 21 h 809223"/>
                  <a:gd name="connsiteX2" fmla="*/ 896470 w 914400"/>
                  <a:gd name="connsiteY2" fmla="*/ 809223 h 809223"/>
                  <a:gd name="connsiteX3" fmla="*/ 896470 w 914400"/>
                  <a:gd name="connsiteY3" fmla="*/ 809223 h 809223"/>
                  <a:gd name="connsiteX4" fmla="*/ 914400 w 914400"/>
                  <a:gd name="connsiteY4" fmla="*/ 809223 h 809223"/>
                  <a:gd name="connsiteX0" fmla="*/ 0 w 914400"/>
                  <a:gd name="connsiteY0" fmla="*/ 876926 h 894856"/>
                  <a:gd name="connsiteX1" fmla="*/ 439628 w 914400"/>
                  <a:gd name="connsiteY1" fmla="*/ 85654 h 894856"/>
                  <a:gd name="connsiteX2" fmla="*/ 896470 w 914400"/>
                  <a:gd name="connsiteY2" fmla="*/ 894856 h 894856"/>
                  <a:gd name="connsiteX3" fmla="*/ 896470 w 914400"/>
                  <a:gd name="connsiteY3" fmla="*/ 894856 h 894856"/>
                  <a:gd name="connsiteX4" fmla="*/ 914400 w 914400"/>
                  <a:gd name="connsiteY4" fmla="*/ 894856 h 894856"/>
                  <a:gd name="connsiteX0" fmla="*/ 0 w 914400"/>
                  <a:gd name="connsiteY0" fmla="*/ 918291 h 936221"/>
                  <a:gd name="connsiteX1" fmla="*/ 547770 w 914400"/>
                  <a:gd name="connsiteY1" fmla="*/ 83236 h 936221"/>
                  <a:gd name="connsiteX2" fmla="*/ 896470 w 914400"/>
                  <a:gd name="connsiteY2" fmla="*/ 936221 h 936221"/>
                  <a:gd name="connsiteX3" fmla="*/ 896470 w 914400"/>
                  <a:gd name="connsiteY3" fmla="*/ 936221 h 936221"/>
                  <a:gd name="connsiteX4" fmla="*/ 914400 w 914400"/>
                  <a:gd name="connsiteY4" fmla="*/ 936221 h 936221"/>
                  <a:gd name="connsiteX0" fmla="*/ 0 w 914400"/>
                  <a:gd name="connsiteY0" fmla="*/ 835213 h 853143"/>
                  <a:gd name="connsiteX1" fmla="*/ 547770 w 914400"/>
                  <a:gd name="connsiteY1" fmla="*/ 158 h 853143"/>
                  <a:gd name="connsiteX2" fmla="*/ 896470 w 914400"/>
                  <a:gd name="connsiteY2" fmla="*/ 853143 h 853143"/>
                  <a:gd name="connsiteX3" fmla="*/ 896470 w 914400"/>
                  <a:gd name="connsiteY3" fmla="*/ 853143 h 853143"/>
                  <a:gd name="connsiteX4" fmla="*/ 914400 w 914400"/>
                  <a:gd name="connsiteY4" fmla="*/ 853143 h 853143"/>
                  <a:gd name="connsiteX0" fmla="*/ 0 w 914400"/>
                  <a:gd name="connsiteY0" fmla="*/ 791451 h 809381"/>
                  <a:gd name="connsiteX1" fmla="*/ 640463 w 914400"/>
                  <a:gd name="connsiteY1" fmla="*/ 179 h 809381"/>
                  <a:gd name="connsiteX2" fmla="*/ 896470 w 914400"/>
                  <a:gd name="connsiteY2" fmla="*/ 809381 h 809381"/>
                  <a:gd name="connsiteX3" fmla="*/ 896470 w 914400"/>
                  <a:gd name="connsiteY3" fmla="*/ 809381 h 809381"/>
                  <a:gd name="connsiteX4" fmla="*/ 914400 w 914400"/>
                  <a:gd name="connsiteY4" fmla="*/ 809381 h 809381"/>
                  <a:gd name="connsiteX0" fmla="*/ 0 w 914400"/>
                  <a:gd name="connsiteY0" fmla="*/ 813339 h 831269"/>
                  <a:gd name="connsiteX1" fmla="*/ 640463 w 914400"/>
                  <a:gd name="connsiteY1" fmla="*/ 22067 h 831269"/>
                  <a:gd name="connsiteX2" fmla="*/ 896470 w 914400"/>
                  <a:gd name="connsiteY2" fmla="*/ 831269 h 831269"/>
                  <a:gd name="connsiteX3" fmla="*/ 896470 w 914400"/>
                  <a:gd name="connsiteY3" fmla="*/ 831269 h 831269"/>
                  <a:gd name="connsiteX4" fmla="*/ 914400 w 914400"/>
                  <a:gd name="connsiteY4" fmla="*/ 831269 h 831269"/>
                  <a:gd name="connsiteX0" fmla="*/ 0 w 914400"/>
                  <a:gd name="connsiteY0" fmla="*/ 827648 h 845578"/>
                  <a:gd name="connsiteX1" fmla="*/ 424180 w 914400"/>
                  <a:gd name="connsiteY1" fmla="*/ 21781 h 845578"/>
                  <a:gd name="connsiteX2" fmla="*/ 896470 w 914400"/>
                  <a:gd name="connsiteY2" fmla="*/ 845578 h 845578"/>
                  <a:gd name="connsiteX3" fmla="*/ 896470 w 914400"/>
                  <a:gd name="connsiteY3" fmla="*/ 845578 h 845578"/>
                  <a:gd name="connsiteX4" fmla="*/ 914400 w 914400"/>
                  <a:gd name="connsiteY4" fmla="*/ 845578 h 845578"/>
                  <a:gd name="connsiteX0" fmla="*/ 0 w 914400"/>
                  <a:gd name="connsiteY0" fmla="*/ 806228 h 824158"/>
                  <a:gd name="connsiteX1" fmla="*/ 424180 w 914400"/>
                  <a:gd name="connsiteY1" fmla="*/ 361 h 824158"/>
                  <a:gd name="connsiteX2" fmla="*/ 896470 w 914400"/>
                  <a:gd name="connsiteY2" fmla="*/ 824158 h 824158"/>
                  <a:gd name="connsiteX3" fmla="*/ 896470 w 914400"/>
                  <a:gd name="connsiteY3" fmla="*/ 824158 h 824158"/>
                  <a:gd name="connsiteX4" fmla="*/ 914400 w 914400"/>
                  <a:gd name="connsiteY4" fmla="*/ 824158 h 824158"/>
                  <a:gd name="connsiteX0" fmla="*/ 0 w 914400"/>
                  <a:gd name="connsiteY0" fmla="*/ 879172 h 897102"/>
                  <a:gd name="connsiteX1" fmla="*/ 455077 w 914400"/>
                  <a:gd name="connsiteY1" fmla="*/ 332 h 897102"/>
                  <a:gd name="connsiteX2" fmla="*/ 896470 w 914400"/>
                  <a:gd name="connsiteY2" fmla="*/ 897102 h 897102"/>
                  <a:gd name="connsiteX3" fmla="*/ 896470 w 914400"/>
                  <a:gd name="connsiteY3" fmla="*/ 897102 h 897102"/>
                  <a:gd name="connsiteX4" fmla="*/ 914400 w 914400"/>
                  <a:gd name="connsiteY4" fmla="*/ 897102 h 897102"/>
                  <a:gd name="connsiteX0" fmla="*/ 0 w 1115234"/>
                  <a:gd name="connsiteY0" fmla="*/ 879172 h 897102"/>
                  <a:gd name="connsiteX1" fmla="*/ 455077 w 1115234"/>
                  <a:gd name="connsiteY1" fmla="*/ 332 h 897102"/>
                  <a:gd name="connsiteX2" fmla="*/ 896470 w 1115234"/>
                  <a:gd name="connsiteY2" fmla="*/ 897102 h 897102"/>
                  <a:gd name="connsiteX3" fmla="*/ 896470 w 1115234"/>
                  <a:gd name="connsiteY3" fmla="*/ 897102 h 897102"/>
                  <a:gd name="connsiteX4" fmla="*/ 1115234 w 1115234"/>
                  <a:gd name="connsiteY4" fmla="*/ 882507 h 897102"/>
                  <a:gd name="connsiteX0" fmla="*/ 0 w 1115234"/>
                  <a:gd name="connsiteY0" fmla="*/ 879172 h 897102"/>
                  <a:gd name="connsiteX1" fmla="*/ 455077 w 1115234"/>
                  <a:gd name="connsiteY1" fmla="*/ 332 h 897102"/>
                  <a:gd name="connsiteX2" fmla="*/ 896470 w 1115234"/>
                  <a:gd name="connsiteY2" fmla="*/ 897102 h 897102"/>
                  <a:gd name="connsiteX3" fmla="*/ 1081855 w 1115234"/>
                  <a:gd name="connsiteY3" fmla="*/ 882508 h 897102"/>
                  <a:gd name="connsiteX4" fmla="*/ 1115234 w 1115234"/>
                  <a:gd name="connsiteY4" fmla="*/ 882507 h 897102"/>
                  <a:gd name="connsiteX0" fmla="*/ 0 w 1115234"/>
                  <a:gd name="connsiteY0" fmla="*/ 878948 h 882284"/>
                  <a:gd name="connsiteX1" fmla="*/ 455077 w 1115234"/>
                  <a:gd name="connsiteY1" fmla="*/ 108 h 882284"/>
                  <a:gd name="connsiteX2" fmla="*/ 1057788 w 1115234"/>
                  <a:gd name="connsiteY2" fmla="*/ 813307 h 882284"/>
                  <a:gd name="connsiteX3" fmla="*/ 1081855 w 1115234"/>
                  <a:gd name="connsiteY3" fmla="*/ 882284 h 882284"/>
                  <a:gd name="connsiteX4" fmla="*/ 1115234 w 1115234"/>
                  <a:gd name="connsiteY4" fmla="*/ 882283 h 882284"/>
                  <a:gd name="connsiteX0" fmla="*/ 0 w 1141253"/>
                  <a:gd name="connsiteY0" fmla="*/ 878948 h 882284"/>
                  <a:gd name="connsiteX1" fmla="*/ 455077 w 1141253"/>
                  <a:gd name="connsiteY1" fmla="*/ 108 h 882284"/>
                  <a:gd name="connsiteX2" fmla="*/ 1057788 w 1141253"/>
                  <a:gd name="connsiteY2" fmla="*/ 813307 h 882284"/>
                  <a:gd name="connsiteX3" fmla="*/ 1081855 w 1141253"/>
                  <a:gd name="connsiteY3" fmla="*/ 882284 h 882284"/>
                  <a:gd name="connsiteX4" fmla="*/ 1141253 w 1141253"/>
                  <a:gd name="connsiteY4" fmla="*/ 862619 h 882284"/>
                  <a:gd name="connsiteX0" fmla="*/ 0 w 1081855"/>
                  <a:gd name="connsiteY0" fmla="*/ 878948 h 882284"/>
                  <a:gd name="connsiteX1" fmla="*/ 455077 w 1081855"/>
                  <a:gd name="connsiteY1" fmla="*/ 108 h 882284"/>
                  <a:gd name="connsiteX2" fmla="*/ 1057788 w 1081855"/>
                  <a:gd name="connsiteY2" fmla="*/ 813307 h 882284"/>
                  <a:gd name="connsiteX3" fmla="*/ 1081855 w 1081855"/>
                  <a:gd name="connsiteY3" fmla="*/ 882284 h 882284"/>
                  <a:gd name="connsiteX0" fmla="*/ 0 w 1057788"/>
                  <a:gd name="connsiteY0" fmla="*/ 878948 h 878948"/>
                  <a:gd name="connsiteX1" fmla="*/ 455077 w 1057788"/>
                  <a:gd name="connsiteY1" fmla="*/ 108 h 878948"/>
                  <a:gd name="connsiteX2" fmla="*/ 1057788 w 1057788"/>
                  <a:gd name="connsiteY2" fmla="*/ 813307 h 878948"/>
                  <a:gd name="connsiteX0" fmla="*/ 0 w 1146253"/>
                  <a:gd name="connsiteY0" fmla="*/ 878847 h 878847"/>
                  <a:gd name="connsiteX1" fmla="*/ 455077 w 1146253"/>
                  <a:gd name="connsiteY1" fmla="*/ 7 h 878847"/>
                  <a:gd name="connsiteX2" fmla="*/ 1146253 w 1146253"/>
                  <a:gd name="connsiteY2" fmla="*/ 862366 h 878847"/>
                  <a:gd name="connsiteX0" fmla="*/ 0 w 1146253"/>
                  <a:gd name="connsiteY0" fmla="*/ 886730 h 886730"/>
                  <a:gd name="connsiteX1" fmla="*/ 455077 w 1146253"/>
                  <a:gd name="connsiteY1" fmla="*/ 7890 h 886730"/>
                  <a:gd name="connsiteX2" fmla="*/ 901419 w 1146253"/>
                  <a:gd name="connsiteY2" fmla="*/ 476918 h 886730"/>
                  <a:gd name="connsiteX3" fmla="*/ 1146253 w 1146253"/>
                  <a:gd name="connsiteY3" fmla="*/ 870249 h 886730"/>
                  <a:gd name="connsiteX0" fmla="*/ 0 w 1146253"/>
                  <a:gd name="connsiteY0" fmla="*/ 893192 h 893192"/>
                  <a:gd name="connsiteX1" fmla="*/ 455077 w 1146253"/>
                  <a:gd name="connsiteY1" fmla="*/ 14352 h 893192"/>
                  <a:gd name="connsiteX2" fmla="*/ 1005495 w 1146253"/>
                  <a:gd name="connsiteY2" fmla="*/ 385060 h 893192"/>
                  <a:gd name="connsiteX3" fmla="*/ 1146253 w 1146253"/>
                  <a:gd name="connsiteY3" fmla="*/ 876711 h 893192"/>
                  <a:gd name="connsiteX0" fmla="*/ 0 w 1146253"/>
                  <a:gd name="connsiteY0" fmla="*/ 888633 h 888633"/>
                  <a:gd name="connsiteX1" fmla="*/ 455077 w 1146253"/>
                  <a:gd name="connsiteY1" fmla="*/ 9793 h 888633"/>
                  <a:gd name="connsiteX2" fmla="*/ 1005495 w 1146253"/>
                  <a:gd name="connsiteY2" fmla="*/ 380501 h 888633"/>
                  <a:gd name="connsiteX3" fmla="*/ 1146253 w 1146253"/>
                  <a:gd name="connsiteY3" fmla="*/ 872152 h 888633"/>
                  <a:gd name="connsiteX0" fmla="*/ 0 w 1146253"/>
                  <a:gd name="connsiteY0" fmla="*/ 887498 h 887498"/>
                  <a:gd name="connsiteX1" fmla="*/ 455077 w 1146253"/>
                  <a:gd name="connsiteY1" fmla="*/ 8658 h 887498"/>
                  <a:gd name="connsiteX2" fmla="*/ 1005495 w 1146253"/>
                  <a:gd name="connsiteY2" fmla="*/ 379366 h 887498"/>
                  <a:gd name="connsiteX3" fmla="*/ 1146253 w 1146253"/>
                  <a:gd name="connsiteY3" fmla="*/ 871017 h 887498"/>
                  <a:gd name="connsiteX0" fmla="*/ 0 w 1146253"/>
                  <a:gd name="connsiteY0" fmla="*/ 887498 h 887498"/>
                  <a:gd name="connsiteX1" fmla="*/ 455077 w 1146253"/>
                  <a:gd name="connsiteY1" fmla="*/ 8658 h 887498"/>
                  <a:gd name="connsiteX2" fmla="*/ 1005495 w 1146253"/>
                  <a:gd name="connsiteY2" fmla="*/ 379366 h 887498"/>
                  <a:gd name="connsiteX3" fmla="*/ 1146253 w 1146253"/>
                  <a:gd name="connsiteY3" fmla="*/ 871017 h 887498"/>
                  <a:gd name="connsiteX0" fmla="*/ 0 w 1146253"/>
                  <a:gd name="connsiteY0" fmla="*/ 709220 h 709220"/>
                  <a:gd name="connsiteX1" fmla="*/ 335391 w 1146253"/>
                  <a:gd name="connsiteY1" fmla="*/ 12272 h 709220"/>
                  <a:gd name="connsiteX2" fmla="*/ 1005495 w 1146253"/>
                  <a:gd name="connsiteY2" fmla="*/ 201088 h 709220"/>
                  <a:gd name="connsiteX3" fmla="*/ 1146253 w 1146253"/>
                  <a:gd name="connsiteY3" fmla="*/ 692739 h 709220"/>
                  <a:gd name="connsiteX0" fmla="*/ 0 w 1146253"/>
                  <a:gd name="connsiteY0" fmla="*/ 709912 h 709912"/>
                  <a:gd name="connsiteX1" fmla="*/ 335391 w 1146253"/>
                  <a:gd name="connsiteY1" fmla="*/ 12964 h 709912"/>
                  <a:gd name="connsiteX2" fmla="*/ 911828 w 1146253"/>
                  <a:gd name="connsiteY2" fmla="*/ 191947 h 709912"/>
                  <a:gd name="connsiteX3" fmla="*/ 1146253 w 1146253"/>
                  <a:gd name="connsiteY3" fmla="*/ 693431 h 709912"/>
                  <a:gd name="connsiteX0" fmla="*/ 0 w 1146253"/>
                  <a:gd name="connsiteY0" fmla="*/ 709912 h 709912"/>
                  <a:gd name="connsiteX1" fmla="*/ 335391 w 1146253"/>
                  <a:gd name="connsiteY1" fmla="*/ 12964 h 709912"/>
                  <a:gd name="connsiteX2" fmla="*/ 911828 w 1146253"/>
                  <a:gd name="connsiteY2" fmla="*/ 191947 h 709912"/>
                  <a:gd name="connsiteX3" fmla="*/ 1146253 w 1146253"/>
                  <a:gd name="connsiteY3" fmla="*/ 693431 h 709912"/>
                  <a:gd name="connsiteX0" fmla="*/ 0 w 1146253"/>
                  <a:gd name="connsiteY0" fmla="*/ 717500 h 717500"/>
                  <a:gd name="connsiteX1" fmla="*/ 335391 w 1146253"/>
                  <a:gd name="connsiteY1" fmla="*/ 20552 h 717500"/>
                  <a:gd name="connsiteX2" fmla="*/ 911828 w 1146253"/>
                  <a:gd name="connsiteY2" fmla="*/ 199535 h 717500"/>
                  <a:gd name="connsiteX3" fmla="*/ 1146253 w 1146253"/>
                  <a:gd name="connsiteY3" fmla="*/ 701019 h 717500"/>
                  <a:gd name="connsiteX0" fmla="*/ 0 w 1146253"/>
                  <a:gd name="connsiteY0" fmla="*/ 530916 h 530916"/>
                  <a:gd name="connsiteX1" fmla="*/ 293761 w 1146253"/>
                  <a:gd name="connsiteY1" fmla="*/ 178088 h 530916"/>
                  <a:gd name="connsiteX2" fmla="*/ 911828 w 1146253"/>
                  <a:gd name="connsiteY2" fmla="*/ 12951 h 530916"/>
                  <a:gd name="connsiteX3" fmla="*/ 1146253 w 1146253"/>
                  <a:gd name="connsiteY3" fmla="*/ 514435 h 530916"/>
                  <a:gd name="connsiteX0" fmla="*/ 0 w 1146253"/>
                  <a:gd name="connsiteY0" fmla="*/ 533602 h 533602"/>
                  <a:gd name="connsiteX1" fmla="*/ 293761 w 1146253"/>
                  <a:gd name="connsiteY1" fmla="*/ 180774 h 533602"/>
                  <a:gd name="connsiteX2" fmla="*/ 911828 w 1146253"/>
                  <a:gd name="connsiteY2" fmla="*/ 15637 h 533602"/>
                  <a:gd name="connsiteX3" fmla="*/ 1146253 w 1146253"/>
                  <a:gd name="connsiteY3" fmla="*/ 517121 h 533602"/>
                  <a:gd name="connsiteX0" fmla="*/ 0 w 1146253"/>
                  <a:gd name="connsiteY0" fmla="*/ 527286 h 527286"/>
                  <a:gd name="connsiteX1" fmla="*/ 293761 w 1146253"/>
                  <a:gd name="connsiteY1" fmla="*/ 174458 h 527286"/>
                  <a:gd name="connsiteX2" fmla="*/ 911828 w 1146253"/>
                  <a:gd name="connsiteY2" fmla="*/ 9321 h 527286"/>
                  <a:gd name="connsiteX3" fmla="*/ 1146253 w 1146253"/>
                  <a:gd name="connsiteY3" fmla="*/ 510805 h 527286"/>
                  <a:gd name="connsiteX0" fmla="*/ 0 w 1146253"/>
                  <a:gd name="connsiteY0" fmla="*/ 530915 h 530915"/>
                  <a:gd name="connsiteX1" fmla="*/ 293761 w 1146253"/>
                  <a:gd name="connsiteY1" fmla="*/ 178087 h 530915"/>
                  <a:gd name="connsiteX2" fmla="*/ 911828 w 1146253"/>
                  <a:gd name="connsiteY2" fmla="*/ 12950 h 530915"/>
                  <a:gd name="connsiteX3" fmla="*/ 1146253 w 1146253"/>
                  <a:gd name="connsiteY3" fmla="*/ 514434 h 530915"/>
                  <a:gd name="connsiteX0" fmla="*/ 0 w 1146253"/>
                  <a:gd name="connsiteY0" fmla="*/ 535588 h 535588"/>
                  <a:gd name="connsiteX1" fmla="*/ 293761 w 1146253"/>
                  <a:gd name="connsiteY1" fmla="*/ 182760 h 535588"/>
                  <a:gd name="connsiteX2" fmla="*/ 911828 w 1146253"/>
                  <a:gd name="connsiteY2" fmla="*/ 17623 h 535588"/>
                  <a:gd name="connsiteX3" fmla="*/ 1146253 w 1146253"/>
                  <a:gd name="connsiteY3" fmla="*/ 519107 h 535588"/>
                  <a:gd name="connsiteX0" fmla="*/ 0 w 1146253"/>
                  <a:gd name="connsiteY0" fmla="*/ 529452 h 529452"/>
                  <a:gd name="connsiteX1" fmla="*/ 293761 w 1146253"/>
                  <a:gd name="connsiteY1" fmla="*/ 176624 h 529452"/>
                  <a:gd name="connsiteX2" fmla="*/ 911828 w 1146253"/>
                  <a:gd name="connsiteY2" fmla="*/ 11487 h 529452"/>
                  <a:gd name="connsiteX3" fmla="*/ 1146253 w 1146253"/>
                  <a:gd name="connsiteY3" fmla="*/ 512971 h 529452"/>
                  <a:gd name="connsiteX0" fmla="*/ 0 w 1146253"/>
                  <a:gd name="connsiteY0" fmla="*/ 529452 h 529452"/>
                  <a:gd name="connsiteX1" fmla="*/ 293761 w 1146253"/>
                  <a:gd name="connsiteY1" fmla="*/ 176624 h 529452"/>
                  <a:gd name="connsiteX2" fmla="*/ 911828 w 1146253"/>
                  <a:gd name="connsiteY2" fmla="*/ 11487 h 529452"/>
                  <a:gd name="connsiteX3" fmla="*/ 1146253 w 1146253"/>
                  <a:gd name="connsiteY3" fmla="*/ 512971 h 529452"/>
                  <a:gd name="connsiteX0" fmla="*/ 0 w 1146253"/>
                  <a:gd name="connsiteY0" fmla="*/ 524406 h 524406"/>
                  <a:gd name="connsiteX1" fmla="*/ 175114 w 1146253"/>
                  <a:gd name="connsiteY1" fmla="*/ 329430 h 524406"/>
                  <a:gd name="connsiteX2" fmla="*/ 911828 w 1146253"/>
                  <a:gd name="connsiteY2" fmla="*/ 6441 h 524406"/>
                  <a:gd name="connsiteX3" fmla="*/ 1146253 w 1146253"/>
                  <a:gd name="connsiteY3" fmla="*/ 507925 h 524406"/>
                  <a:gd name="connsiteX0" fmla="*/ 0 w 1146253"/>
                  <a:gd name="connsiteY0" fmla="*/ 425737 h 425737"/>
                  <a:gd name="connsiteX1" fmla="*/ 175114 w 1146253"/>
                  <a:gd name="connsiteY1" fmla="*/ 230761 h 425737"/>
                  <a:gd name="connsiteX2" fmla="*/ 971151 w 1146253"/>
                  <a:gd name="connsiteY2" fmla="*/ 9249 h 425737"/>
                  <a:gd name="connsiteX3" fmla="*/ 1146253 w 1146253"/>
                  <a:gd name="connsiteY3" fmla="*/ 409256 h 425737"/>
                  <a:gd name="connsiteX0" fmla="*/ 0 w 1146253"/>
                  <a:gd name="connsiteY0" fmla="*/ 425737 h 425737"/>
                  <a:gd name="connsiteX1" fmla="*/ 175114 w 1146253"/>
                  <a:gd name="connsiteY1" fmla="*/ 230761 h 425737"/>
                  <a:gd name="connsiteX2" fmla="*/ 971151 w 1146253"/>
                  <a:gd name="connsiteY2" fmla="*/ 9249 h 425737"/>
                  <a:gd name="connsiteX3" fmla="*/ 1146253 w 1146253"/>
                  <a:gd name="connsiteY3" fmla="*/ 409256 h 425737"/>
                  <a:gd name="connsiteX0" fmla="*/ 0 w 1146253"/>
                  <a:gd name="connsiteY0" fmla="*/ 491678 h 491678"/>
                  <a:gd name="connsiteX1" fmla="*/ 175114 w 1146253"/>
                  <a:gd name="connsiteY1" fmla="*/ 296702 h 491678"/>
                  <a:gd name="connsiteX2" fmla="*/ 812956 w 1146253"/>
                  <a:gd name="connsiteY2" fmla="*/ 7539 h 491678"/>
                  <a:gd name="connsiteX3" fmla="*/ 1146253 w 1146253"/>
                  <a:gd name="connsiteY3" fmla="*/ 475197 h 491678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58816 w 1146253"/>
                  <a:gd name="connsiteY1" fmla="*/ 239602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58816 w 1146253"/>
                  <a:gd name="connsiteY1" fmla="*/ 239602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58816 w 1146253"/>
                  <a:gd name="connsiteY1" fmla="*/ 239602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812956 w 1146253"/>
                  <a:gd name="connsiteY1" fmla="*/ 0 h 484139"/>
                  <a:gd name="connsiteX2" fmla="*/ 1146253 w 1146253"/>
                  <a:gd name="connsiteY2" fmla="*/ 467658 h 484139"/>
                  <a:gd name="connsiteX0" fmla="*/ 0 w 1146253"/>
                  <a:gd name="connsiteY0" fmla="*/ 592554 h 592554"/>
                  <a:gd name="connsiteX1" fmla="*/ 840118 w 1146253"/>
                  <a:gd name="connsiteY1" fmla="*/ 0 h 592554"/>
                  <a:gd name="connsiteX2" fmla="*/ 1146253 w 1146253"/>
                  <a:gd name="connsiteY2" fmla="*/ 576073 h 592554"/>
                  <a:gd name="connsiteX0" fmla="*/ 0 w 1146253"/>
                  <a:gd name="connsiteY0" fmla="*/ 394309 h 394309"/>
                  <a:gd name="connsiteX1" fmla="*/ 986797 w 1146253"/>
                  <a:gd name="connsiteY1" fmla="*/ 0 h 394309"/>
                  <a:gd name="connsiteX2" fmla="*/ 1146253 w 1146253"/>
                  <a:gd name="connsiteY2" fmla="*/ 377828 h 394309"/>
                  <a:gd name="connsiteX0" fmla="*/ 0 w 1146253"/>
                  <a:gd name="connsiteY0" fmla="*/ 396358 h 396358"/>
                  <a:gd name="connsiteX1" fmla="*/ 329457 w 1146253"/>
                  <a:gd name="connsiteY1" fmla="*/ 236225 h 396358"/>
                  <a:gd name="connsiteX2" fmla="*/ 986797 w 1146253"/>
                  <a:gd name="connsiteY2" fmla="*/ 2049 h 396358"/>
                  <a:gd name="connsiteX3" fmla="*/ 1146253 w 1146253"/>
                  <a:gd name="connsiteY3" fmla="*/ 379877 h 396358"/>
                  <a:gd name="connsiteX0" fmla="*/ 0 w 1146253"/>
                  <a:gd name="connsiteY0" fmla="*/ 397090 h 397090"/>
                  <a:gd name="connsiteX1" fmla="*/ 166480 w 1146253"/>
                  <a:gd name="connsiteY1" fmla="*/ 181200 h 397090"/>
                  <a:gd name="connsiteX2" fmla="*/ 986797 w 1146253"/>
                  <a:gd name="connsiteY2" fmla="*/ 2781 h 397090"/>
                  <a:gd name="connsiteX3" fmla="*/ 1146253 w 1146253"/>
                  <a:gd name="connsiteY3" fmla="*/ 380609 h 397090"/>
                  <a:gd name="connsiteX0" fmla="*/ 0 w 1146253"/>
                  <a:gd name="connsiteY0" fmla="*/ 395886 h 395886"/>
                  <a:gd name="connsiteX1" fmla="*/ 166480 w 1146253"/>
                  <a:gd name="connsiteY1" fmla="*/ 179996 h 395886"/>
                  <a:gd name="connsiteX2" fmla="*/ 986797 w 1146253"/>
                  <a:gd name="connsiteY2" fmla="*/ 1577 h 395886"/>
                  <a:gd name="connsiteX3" fmla="*/ 1146253 w 1146253"/>
                  <a:gd name="connsiteY3" fmla="*/ 379405 h 395886"/>
                  <a:gd name="connsiteX0" fmla="*/ 95212 w 1241465"/>
                  <a:gd name="connsiteY0" fmla="*/ 395886 h 395886"/>
                  <a:gd name="connsiteX1" fmla="*/ 261692 w 1241465"/>
                  <a:gd name="connsiteY1" fmla="*/ 179996 h 395886"/>
                  <a:gd name="connsiteX2" fmla="*/ 1082009 w 1241465"/>
                  <a:gd name="connsiteY2" fmla="*/ 1577 h 395886"/>
                  <a:gd name="connsiteX3" fmla="*/ 1241465 w 1241465"/>
                  <a:gd name="connsiteY3" fmla="*/ 379405 h 395886"/>
                  <a:gd name="connsiteX0" fmla="*/ 0 w 1146253"/>
                  <a:gd name="connsiteY0" fmla="*/ 396431 h 396431"/>
                  <a:gd name="connsiteX1" fmla="*/ 166480 w 1146253"/>
                  <a:gd name="connsiteY1" fmla="*/ 180541 h 396431"/>
                  <a:gd name="connsiteX2" fmla="*/ 986797 w 1146253"/>
                  <a:gd name="connsiteY2" fmla="*/ 2122 h 396431"/>
                  <a:gd name="connsiteX3" fmla="*/ 1146253 w 1146253"/>
                  <a:gd name="connsiteY3" fmla="*/ 379950 h 396431"/>
                  <a:gd name="connsiteX0" fmla="*/ 0 w 1146253"/>
                  <a:gd name="connsiteY0" fmla="*/ 395863 h 395863"/>
                  <a:gd name="connsiteX1" fmla="*/ 334889 w 1146253"/>
                  <a:gd name="connsiteY1" fmla="*/ 254315 h 395863"/>
                  <a:gd name="connsiteX2" fmla="*/ 986797 w 1146253"/>
                  <a:gd name="connsiteY2" fmla="*/ 1554 h 395863"/>
                  <a:gd name="connsiteX3" fmla="*/ 1146253 w 1146253"/>
                  <a:gd name="connsiteY3" fmla="*/ 379382 h 395863"/>
                  <a:gd name="connsiteX0" fmla="*/ 0 w 1146253"/>
                  <a:gd name="connsiteY0" fmla="*/ 395506 h 395506"/>
                  <a:gd name="connsiteX1" fmla="*/ 334889 w 1146253"/>
                  <a:gd name="connsiteY1" fmla="*/ 253958 h 395506"/>
                  <a:gd name="connsiteX2" fmla="*/ 986797 w 1146253"/>
                  <a:gd name="connsiteY2" fmla="*/ 1197 h 395506"/>
                  <a:gd name="connsiteX3" fmla="*/ 1146253 w 1146253"/>
                  <a:gd name="connsiteY3" fmla="*/ 379025 h 395506"/>
                  <a:gd name="connsiteX0" fmla="*/ 0 w 1146253"/>
                  <a:gd name="connsiteY0" fmla="*/ 395581 h 395581"/>
                  <a:gd name="connsiteX1" fmla="*/ 334889 w 1146253"/>
                  <a:gd name="connsiteY1" fmla="*/ 254033 h 395581"/>
                  <a:gd name="connsiteX2" fmla="*/ 986797 w 1146253"/>
                  <a:gd name="connsiteY2" fmla="*/ 1272 h 395581"/>
                  <a:gd name="connsiteX3" fmla="*/ 1146253 w 1146253"/>
                  <a:gd name="connsiteY3" fmla="*/ 379100 h 395581"/>
                  <a:gd name="connsiteX0" fmla="*/ 0 w 1146253"/>
                  <a:gd name="connsiteY0" fmla="*/ 395695 h 395695"/>
                  <a:gd name="connsiteX1" fmla="*/ 242536 w 1146253"/>
                  <a:gd name="connsiteY1" fmla="*/ 226269 h 395695"/>
                  <a:gd name="connsiteX2" fmla="*/ 986797 w 1146253"/>
                  <a:gd name="connsiteY2" fmla="*/ 1386 h 395695"/>
                  <a:gd name="connsiteX3" fmla="*/ 1146253 w 1146253"/>
                  <a:gd name="connsiteY3" fmla="*/ 379214 h 395695"/>
                  <a:gd name="connsiteX0" fmla="*/ 0 w 1146253"/>
                  <a:gd name="connsiteY0" fmla="*/ 399523 h 399523"/>
                  <a:gd name="connsiteX1" fmla="*/ 242536 w 1146253"/>
                  <a:gd name="connsiteY1" fmla="*/ 230097 h 399523"/>
                  <a:gd name="connsiteX2" fmla="*/ 899876 w 1146253"/>
                  <a:gd name="connsiteY2" fmla="*/ 2116 h 399523"/>
                  <a:gd name="connsiteX3" fmla="*/ 1146253 w 1146253"/>
                  <a:gd name="connsiteY3" fmla="*/ 383042 h 399523"/>
                  <a:gd name="connsiteX0" fmla="*/ 0 w 1146253"/>
                  <a:gd name="connsiteY0" fmla="*/ 398796 h 398796"/>
                  <a:gd name="connsiteX1" fmla="*/ 242536 w 1146253"/>
                  <a:gd name="connsiteY1" fmla="*/ 229370 h 398796"/>
                  <a:gd name="connsiteX2" fmla="*/ 899876 w 1146253"/>
                  <a:gd name="connsiteY2" fmla="*/ 1389 h 398796"/>
                  <a:gd name="connsiteX3" fmla="*/ 1146253 w 1146253"/>
                  <a:gd name="connsiteY3" fmla="*/ 382315 h 398796"/>
                  <a:gd name="connsiteX0" fmla="*/ 0 w 1146253"/>
                  <a:gd name="connsiteY0" fmla="*/ 398873 h 398873"/>
                  <a:gd name="connsiteX1" fmla="*/ 242536 w 1146253"/>
                  <a:gd name="connsiteY1" fmla="*/ 229447 h 398873"/>
                  <a:gd name="connsiteX2" fmla="*/ 899876 w 1146253"/>
                  <a:gd name="connsiteY2" fmla="*/ 1466 h 398873"/>
                  <a:gd name="connsiteX3" fmla="*/ 1146253 w 1146253"/>
                  <a:gd name="connsiteY3" fmla="*/ 382392 h 398873"/>
                  <a:gd name="connsiteX0" fmla="*/ 0 w 1146253"/>
                  <a:gd name="connsiteY0" fmla="*/ 398550 h 398550"/>
                  <a:gd name="connsiteX1" fmla="*/ 250788 w 1146253"/>
                  <a:gd name="connsiteY1" fmla="*/ 312156 h 398550"/>
                  <a:gd name="connsiteX2" fmla="*/ 899876 w 1146253"/>
                  <a:gd name="connsiteY2" fmla="*/ 1143 h 398550"/>
                  <a:gd name="connsiteX3" fmla="*/ 1146253 w 1146253"/>
                  <a:gd name="connsiteY3" fmla="*/ 382069 h 398550"/>
                  <a:gd name="connsiteX0" fmla="*/ 0 w 1146253"/>
                  <a:gd name="connsiteY0" fmla="*/ 392033 h 392033"/>
                  <a:gd name="connsiteX1" fmla="*/ 250788 w 1146253"/>
                  <a:gd name="connsiteY1" fmla="*/ 312511 h 392033"/>
                  <a:gd name="connsiteX2" fmla="*/ 899876 w 1146253"/>
                  <a:gd name="connsiteY2" fmla="*/ 1498 h 392033"/>
                  <a:gd name="connsiteX3" fmla="*/ 1146253 w 1146253"/>
                  <a:gd name="connsiteY3" fmla="*/ 382424 h 392033"/>
                  <a:gd name="connsiteX0" fmla="*/ 0 w 1146253"/>
                  <a:gd name="connsiteY0" fmla="*/ 397947 h 397947"/>
                  <a:gd name="connsiteX1" fmla="*/ 206402 w 1146253"/>
                  <a:gd name="connsiteY1" fmla="*/ 84790 h 397947"/>
                  <a:gd name="connsiteX2" fmla="*/ 899876 w 1146253"/>
                  <a:gd name="connsiteY2" fmla="*/ 7412 h 397947"/>
                  <a:gd name="connsiteX3" fmla="*/ 1146253 w 1146253"/>
                  <a:gd name="connsiteY3" fmla="*/ 388338 h 397947"/>
                  <a:gd name="connsiteX0" fmla="*/ 0 w 1146253"/>
                  <a:gd name="connsiteY0" fmla="*/ 392533 h 392533"/>
                  <a:gd name="connsiteX1" fmla="*/ 206402 w 1146253"/>
                  <a:gd name="connsiteY1" fmla="*/ 79376 h 392533"/>
                  <a:gd name="connsiteX2" fmla="*/ 899876 w 1146253"/>
                  <a:gd name="connsiteY2" fmla="*/ 1998 h 392533"/>
                  <a:gd name="connsiteX3" fmla="*/ 1146253 w 1146253"/>
                  <a:gd name="connsiteY3" fmla="*/ 382924 h 392533"/>
                  <a:gd name="connsiteX0" fmla="*/ 0 w 1146253"/>
                  <a:gd name="connsiteY0" fmla="*/ 391706 h 391706"/>
                  <a:gd name="connsiteX1" fmla="*/ 226888 w 1146253"/>
                  <a:gd name="connsiteY1" fmla="*/ 229724 h 391706"/>
                  <a:gd name="connsiteX2" fmla="*/ 899876 w 1146253"/>
                  <a:gd name="connsiteY2" fmla="*/ 1171 h 391706"/>
                  <a:gd name="connsiteX3" fmla="*/ 1146253 w 1146253"/>
                  <a:gd name="connsiteY3" fmla="*/ 382097 h 391706"/>
                  <a:gd name="connsiteX0" fmla="*/ 0 w 1146253"/>
                  <a:gd name="connsiteY0" fmla="*/ 419909 h 419909"/>
                  <a:gd name="connsiteX1" fmla="*/ 226888 w 1146253"/>
                  <a:gd name="connsiteY1" fmla="*/ 257927 h 419909"/>
                  <a:gd name="connsiteX2" fmla="*/ 882805 w 1146253"/>
                  <a:gd name="connsiteY2" fmla="*/ 1888 h 419909"/>
                  <a:gd name="connsiteX3" fmla="*/ 1146253 w 1146253"/>
                  <a:gd name="connsiteY3" fmla="*/ 410300 h 419909"/>
                  <a:gd name="connsiteX0" fmla="*/ 0 w 1146253"/>
                  <a:gd name="connsiteY0" fmla="*/ 418021 h 418021"/>
                  <a:gd name="connsiteX1" fmla="*/ 226888 w 1146253"/>
                  <a:gd name="connsiteY1" fmla="*/ 256039 h 418021"/>
                  <a:gd name="connsiteX2" fmla="*/ 882805 w 1146253"/>
                  <a:gd name="connsiteY2" fmla="*/ 0 h 418021"/>
                  <a:gd name="connsiteX3" fmla="*/ 1146253 w 1146253"/>
                  <a:gd name="connsiteY3" fmla="*/ 408412 h 418021"/>
                  <a:gd name="connsiteX0" fmla="*/ 0 w 1146253"/>
                  <a:gd name="connsiteY0" fmla="*/ 418021 h 418021"/>
                  <a:gd name="connsiteX1" fmla="*/ 226888 w 1146253"/>
                  <a:gd name="connsiteY1" fmla="*/ 256039 h 418021"/>
                  <a:gd name="connsiteX2" fmla="*/ 882805 w 1146253"/>
                  <a:gd name="connsiteY2" fmla="*/ 0 h 418021"/>
                  <a:gd name="connsiteX3" fmla="*/ 1146253 w 1146253"/>
                  <a:gd name="connsiteY3" fmla="*/ 408412 h 41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6253" h="418021">
                    <a:moveTo>
                      <a:pt x="0" y="418021"/>
                    </a:moveTo>
                    <a:cubicBezTo>
                      <a:pt x="54909" y="391332"/>
                      <a:pt x="35368" y="136740"/>
                      <a:pt x="226888" y="256039"/>
                    </a:cubicBezTo>
                    <a:cubicBezTo>
                      <a:pt x="418408" y="375338"/>
                      <a:pt x="647658" y="27596"/>
                      <a:pt x="882805" y="0"/>
                    </a:cubicBezTo>
                    <a:cubicBezTo>
                      <a:pt x="1018816" y="6078"/>
                      <a:pt x="1105447" y="342857"/>
                      <a:pt x="1146253" y="408412"/>
                    </a:cubicBezTo>
                  </a:path>
                </a:pathLst>
              </a:custGeom>
              <a:gradFill flip="none" rotWithShape="1">
                <a:gsLst>
                  <a:gs pos="0">
                    <a:srgbClr val="DA4035"/>
                  </a:gs>
                  <a:gs pos="50000">
                    <a:srgbClr val="F7FCC9"/>
                  </a:gs>
                  <a:gs pos="37000">
                    <a:srgbClr val="FEEC9D"/>
                  </a:gs>
                  <a:gs pos="90000">
                    <a:srgbClr val="8DCB65"/>
                  </a:gs>
                  <a:gs pos="100000">
                    <a:srgbClr val="2D9C52"/>
                  </a:gs>
                </a:gsLst>
                <a:lin ang="0" scaled="0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258881A-4E4F-C6EC-7206-4845F8AA03C8}"/>
                  </a:ext>
                </a:extLst>
              </p:cNvPr>
              <p:cNvSpPr/>
              <p:nvPr/>
            </p:nvSpPr>
            <p:spPr>
              <a:xfrm flipH="1">
                <a:off x="1490812" y="2257063"/>
                <a:ext cx="670252" cy="1111202"/>
              </a:xfrm>
              <a:custGeom>
                <a:avLst/>
                <a:gdLst>
                  <a:gd name="connsiteX0" fmla="*/ 0 w 914400"/>
                  <a:gd name="connsiteY0" fmla="*/ 950271 h 968201"/>
                  <a:gd name="connsiteX1" fmla="*/ 376518 w 914400"/>
                  <a:gd name="connsiteY1" fmla="*/ 13 h 968201"/>
                  <a:gd name="connsiteX2" fmla="*/ 896470 w 914400"/>
                  <a:gd name="connsiteY2" fmla="*/ 968201 h 968201"/>
                  <a:gd name="connsiteX3" fmla="*/ 896470 w 914400"/>
                  <a:gd name="connsiteY3" fmla="*/ 968201 h 968201"/>
                  <a:gd name="connsiteX4" fmla="*/ 914400 w 914400"/>
                  <a:gd name="connsiteY4" fmla="*/ 968201 h 968201"/>
                  <a:gd name="connsiteX0" fmla="*/ 0 w 914400"/>
                  <a:gd name="connsiteY0" fmla="*/ 791293 h 809223"/>
                  <a:gd name="connsiteX1" fmla="*/ 439628 w 914400"/>
                  <a:gd name="connsiteY1" fmla="*/ 21 h 809223"/>
                  <a:gd name="connsiteX2" fmla="*/ 896470 w 914400"/>
                  <a:gd name="connsiteY2" fmla="*/ 809223 h 809223"/>
                  <a:gd name="connsiteX3" fmla="*/ 896470 w 914400"/>
                  <a:gd name="connsiteY3" fmla="*/ 809223 h 809223"/>
                  <a:gd name="connsiteX4" fmla="*/ 914400 w 914400"/>
                  <a:gd name="connsiteY4" fmla="*/ 809223 h 809223"/>
                  <a:gd name="connsiteX0" fmla="*/ 0 w 914400"/>
                  <a:gd name="connsiteY0" fmla="*/ 876926 h 894856"/>
                  <a:gd name="connsiteX1" fmla="*/ 439628 w 914400"/>
                  <a:gd name="connsiteY1" fmla="*/ 85654 h 894856"/>
                  <a:gd name="connsiteX2" fmla="*/ 896470 w 914400"/>
                  <a:gd name="connsiteY2" fmla="*/ 894856 h 894856"/>
                  <a:gd name="connsiteX3" fmla="*/ 896470 w 914400"/>
                  <a:gd name="connsiteY3" fmla="*/ 894856 h 894856"/>
                  <a:gd name="connsiteX4" fmla="*/ 914400 w 914400"/>
                  <a:gd name="connsiteY4" fmla="*/ 894856 h 894856"/>
                  <a:gd name="connsiteX0" fmla="*/ 0 w 914400"/>
                  <a:gd name="connsiteY0" fmla="*/ 918291 h 936221"/>
                  <a:gd name="connsiteX1" fmla="*/ 547770 w 914400"/>
                  <a:gd name="connsiteY1" fmla="*/ 83236 h 936221"/>
                  <a:gd name="connsiteX2" fmla="*/ 896470 w 914400"/>
                  <a:gd name="connsiteY2" fmla="*/ 936221 h 936221"/>
                  <a:gd name="connsiteX3" fmla="*/ 896470 w 914400"/>
                  <a:gd name="connsiteY3" fmla="*/ 936221 h 936221"/>
                  <a:gd name="connsiteX4" fmla="*/ 914400 w 914400"/>
                  <a:gd name="connsiteY4" fmla="*/ 936221 h 936221"/>
                  <a:gd name="connsiteX0" fmla="*/ 0 w 914400"/>
                  <a:gd name="connsiteY0" fmla="*/ 835213 h 853143"/>
                  <a:gd name="connsiteX1" fmla="*/ 547770 w 914400"/>
                  <a:gd name="connsiteY1" fmla="*/ 158 h 853143"/>
                  <a:gd name="connsiteX2" fmla="*/ 896470 w 914400"/>
                  <a:gd name="connsiteY2" fmla="*/ 853143 h 853143"/>
                  <a:gd name="connsiteX3" fmla="*/ 896470 w 914400"/>
                  <a:gd name="connsiteY3" fmla="*/ 853143 h 853143"/>
                  <a:gd name="connsiteX4" fmla="*/ 914400 w 914400"/>
                  <a:gd name="connsiteY4" fmla="*/ 853143 h 853143"/>
                  <a:gd name="connsiteX0" fmla="*/ 0 w 914400"/>
                  <a:gd name="connsiteY0" fmla="*/ 791451 h 809381"/>
                  <a:gd name="connsiteX1" fmla="*/ 640463 w 914400"/>
                  <a:gd name="connsiteY1" fmla="*/ 179 h 809381"/>
                  <a:gd name="connsiteX2" fmla="*/ 896470 w 914400"/>
                  <a:gd name="connsiteY2" fmla="*/ 809381 h 809381"/>
                  <a:gd name="connsiteX3" fmla="*/ 896470 w 914400"/>
                  <a:gd name="connsiteY3" fmla="*/ 809381 h 809381"/>
                  <a:gd name="connsiteX4" fmla="*/ 914400 w 914400"/>
                  <a:gd name="connsiteY4" fmla="*/ 809381 h 809381"/>
                  <a:gd name="connsiteX0" fmla="*/ 0 w 914400"/>
                  <a:gd name="connsiteY0" fmla="*/ 813339 h 831269"/>
                  <a:gd name="connsiteX1" fmla="*/ 640463 w 914400"/>
                  <a:gd name="connsiteY1" fmla="*/ 22067 h 831269"/>
                  <a:gd name="connsiteX2" fmla="*/ 896470 w 914400"/>
                  <a:gd name="connsiteY2" fmla="*/ 831269 h 831269"/>
                  <a:gd name="connsiteX3" fmla="*/ 896470 w 914400"/>
                  <a:gd name="connsiteY3" fmla="*/ 831269 h 831269"/>
                  <a:gd name="connsiteX4" fmla="*/ 914400 w 914400"/>
                  <a:gd name="connsiteY4" fmla="*/ 831269 h 831269"/>
                  <a:gd name="connsiteX0" fmla="*/ 0 w 914400"/>
                  <a:gd name="connsiteY0" fmla="*/ 827648 h 845578"/>
                  <a:gd name="connsiteX1" fmla="*/ 424180 w 914400"/>
                  <a:gd name="connsiteY1" fmla="*/ 21781 h 845578"/>
                  <a:gd name="connsiteX2" fmla="*/ 896470 w 914400"/>
                  <a:gd name="connsiteY2" fmla="*/ 845578 h 845578"/>
                  <a:gd name="connsiteX3" fmla="*/ 896470 w 914400"/>
                  <a:gd name="connsiteY3" fmla="*/ 845578 h 845578"/>
                  <a:gd name="connsiteX4" fmla="*/ 914400 w 914400"/>
                  <a:gd name="connsiteY4" fmla="*/ 845578 h 845578"/>
                  <a:gd name="connsiteX0" fmla="*/ 0 w 914400"/>
                  <a:gd name="connsiteY0" fmla="*/ 806228 h 824158"/>
                  <a:gd name="connsiteX1" fmla="*/ 424180 w 914400"/>
                  <a:gd name="connsiteY1" fmla="*/ 361 h 824158"/>
                  <a:gd name="connsiteX2" fmla="*/ 896470 w 914400"/>
                  <a:gd name="connsiteY2" fmla="*/ 824158 h 824158"/>
                  <a:gd name="connsiteX3" fmla="*/ 896470 w 914400"/>
                  <a:gd name="connsiteY3" fmla="*/ 824158 h 824158"/>
                  <a:gd name="connsiteX4" fmla="*/ 914400 w 914400"/>
                  <a:gd name="connsiteY4" fmla="*/ 824158 h 824158"/>
                  <a:gd name="connsiteX0" fmla="*/ 0 w 914400"/>
                  <a:gd name="connsiteY0" fmla="*/ 879172 h 897102"/>
                  <a:gd name="connsiteX1" fmla="*/ 455077 w 914400"/>
                  <a:gd name="connsiteY1" fmla="*/ 332 h 897102"/>
                  <a:gd name="connsiteX2" fmla="*/ 896470 w 914400"/>
                  <a:gd name="connsiteY2" fmla="*/ 897102 h 897102"/>
                  <a:gd name="connsiteX3" fmla="*/ 896470 w 914400"/>
                  <a:gd name="connsiteY3" fmla="*/ 897102 h 897102"/>
                  <a:gd name="connsiteX4" fmla="*/ 914400 w 914400"/>
                  <a:gd name="connsiteY4" fmla="*/ 897102 h 897102"/>
                  <a:gd name="connsiteX0" fmla="*/ 0 w 1115234"/>
                  <a:gd name="connsiteY0" fmla="*/ 879172 h 897102"/>
                  <a:gd name="connsiteX1" fmla="*/ 455077 w 1115234"/>
                  <a:gd name="connsiteY1" fmla="*/ 332 h 897102"/>
                  <a:gd name="connsiteX2" fmla="*/ 896470 w 1115234"/>
                  <a:gd name="connsiteY2" fmla="*/ 897102 h 897102"/>
                  <a:gd name="connsiteX3" fmla="*/ 896470 w 1115234"/>
                  <a:gd name="connsiteY3" fmla="*/ 897102 h 897102"/>
                  <a:gd name="connsiteX4" fmla="*/ 1115234 w 1115234"/>
                  <a:gd name="connsiteY4" fmla="*/ 882507 h 897102"/>
                  <a:gd name="connsiteX0" fmla="*/ 0 w 1115234"/>
                  <a:gd name="connsiteY0" fmla="*/ 879172 h 897102"/>
                  <a:gd name="connsiteX1" fmla="*/ 455077 w 1115234"/>
                  <a:gd name="connsiteY1" fmla="*/ 332 h 897102"/>
                  <a:gd name="connsiteX2" fmla="*/ 896470 w 1115234"/>
                  <a:gd name="connsiteY2" fmla="*/ 897102 h 897102"/>
                  <a:gd name="connsiteX3" fmla="*/ 1081855 w 1115234"/>
                  <a:gd name="connsiteY3" fmla="*/ 882508 h 897102"/>
                  <a:gd name="connsiteX4" fmla="*/ 1115234 w 1115234"/>
                  <a:gd name="connsiteY4" fmla="*/ 882507 h 897102"/>
                  <a:gd name="connsiteX0" fmla="*/ 0 w 1115234"/>
                  <a:gd name="connsiteY0" fmla="*/ 878948 h 882284"/>
                  <a:gd name="connsiteX1" fmla="*/ 455077 w 1115234"/>
                  <a:gd name="connsiteY1" fmla="*/ 108 h 882284"/>
                  <a:gd name="connsiteX2" fmla="*/ 1057788 w 1115234"/>
                  <a:gd name="connsiteY2" fmla="*/ 813307 h 882284"/>
                  <a:gd name="connsiteX3" fmla="*/ 1081855 w 1115234"/>
                  <a:gd name="connsiteY3" fmla="*/ 882284 h 882284"/>
                  <a:gd name="connsiteX4" fmla="*/ 1115234 w 1115234"/>
                  <a:gd name="connsiteY4" fmla="*/ 882283 h 882284"/>
                  <a:gd name="connsiteX0" fmla="*/ 0 w 1141253"/>
                  <a:gd name="connsiteY0" fmla="*/ 878948 h 882284"/>
                  <a:gd name="connsiteX1" fmla="*/ 455077 w 1141253"/>
                  <a:gd name="connsiteY1" fmla="*/ 108 h 882284"/>
                  <a:gd name="connsiteX2" fmla="*/ 1057788 w 1141253"/>
                  <a:gd name="connsiteY2" fmla="*/ 813307 h 882284"/>
                  <a:gd name="connsiteX3" fmla="*/ 1081855 w 1141253"/>
                  <a:gd name="connsiteY3" fmla="*/ 882284 h 882284"/>
                  <a:gd name="connsiteX4" fmla="*/ 1141253 w 1141253"/>
                  <a:gd name="connsiteY4" fmla="*/ 862619 h 882284"/>
                  <a:gd name="connsiteX0" fmla="*/ 0 w 1081855"/>
                  <a:gd name="connsiteY0" fmla="*/ 878948 h 882284"/>
                  <a:gd name="connsiteX1" fmla="*/ 455077 w 1081855"/>
                  <a:gd name="connsiteY1" fmla="*/ 108 h 882284"/>
                  <a:gd name="connsiteX2" fmla="*/ 1057788 w 1081855"/>
                  <a:gd name="connsiteY2" fmla="*/ 813307 h 882284"/>
                  <a:gd name="connsiteX3" fmla="*/ 1081855 w 1081855"/>
                  <a:gd name="connsiteY3" fmla="*/ 882284 h 882284"/>
                  <a:gd name="connsiteX0" fmla="*/ 0 w 1057788"/>
                  <a:gd name="connsiteY0" fmla="*/ 878948 h 878948"/>
                  <a:gd name="connsiteX1" fmla="*/ 455077 w 1057788"/>
                  <a:gd name="connsiteY1" fmla="*/ 108 h 878948"/>
                  <a:gd name="connsiteX2" fmla="*/ 1057788 w 1057788"/>
                  <a:gd name="connsiteY2" fmla="*/ 813307 h 878948"/>
                  <a:gd name="connsiteX0" fmla="*/ 0 w 1146253"/>
                  <a:gd name="connsiteY0" fmla="*/ 878847 h 878847"/>
                  <a:gd name="connsiteX1" fmla="*/ 455077 w 1146253"/>
                  <a:gd name="connsiteY1" fmla="*/ 7 h 878847"/>
                  <a:gd name="connsiteX2" fmla="*/ 1146253 w 1146253"/>
                  <a:gd name="connsiteY2" fmla="*/ 862366 h 878847"/>
                  <a:gd name="connsiteX0" fmla="*/ 0 w 1146253"/>
                  <a:gd name="connsiteY0" fmla="*/ 886730 h 886730"/>
                  <a:gd name="connsiteX1" fmla="*/ 455077 w 1146253"/>
                  <a:gd name="connsiteY1" fmla="*/ 7890 h 886730"/>
                  <a:gd name="connsiteX2" fmla="*/ 901419 w 1146253"/>
                  <a:gd name="connsiteY2" fmla="*/ 476918 h 886730"/>
                  <a:gd name="connsiteX3" fmla="*/ 1146253 w 1146253"/>
                  <a:gd name="connsiteY3" fmla="*/ 870249 h 886730"/>
                  <a:gd name="connsiteX0" fmla="*/ 0 w 1146253"/>
                  <a:gd name="connsiteY0" fmla="*/ 893192 h 893192"/>
                  <a:gd name="connsiteX1" fmla="*/ 455077 w 1146253"/>
                  <a:gd name="connsiteY1" fmla="*/ 14352 h 893192"/>
                  <a:gd name="connsiteX2" fmla="*/ 1005495 w 1146253"/>
                  <a:gd name="connsiteY2" fmla="*/ 385060 h 893192"/>
                  <a:gd name="connsiteX3" fmla="*/ 1146253 w 1146253"/>
                  <a:gd name="connsiteY3" fmla="*/ 876711 h 893192"/>
                  <a:gd name="connsiteX0" fmla="*/ 0 w 1146253"/>
                  <a:gd name="connsiteY0" fmla="*/ 888633 h 888633"/>
                  <a:gd name="connsiteX1" fmla="*/ 455077 w 1146253"/>
                  <a:gd name="connsiteY1" fmla="*/ 9793 h 888633"/>
                  <a:gd name="connsiteX2" fmla="*/ 1005495 w 1146253"/>
                  <a:gd name="connsiteY2" fmla="*/ 380501 h 888633"/>
                  <a:gd name="connsiteX3" fmla="*/ 1146253 w 1146253"/>
                  <a:gd name="connsiteY3" fmla="*/ 872152 h 888633"/>
                  <a:gd name="connsiteX0" fmla="*/ 0 w 1146253"/>
                  <a:gd name="connsiteY0" fmla="*/ 887498 h 887498"/>
                  <a:gd name="connsiteX1" fmla="*/ 455077 w 1146253"/>
                  <a:gd name="connsiteY1" fmla="*/ 8658 h 887498"/>
                  <a:gd name="connsiteX2" fmla="*/ 1005495 w 1146253"/>
                  <a:gd name="connsiteY2" fmla="*/ 379366 h 887498"/>
                  <a:gd name="connsiteX3" fmla="*/ 1146253 w 1146253"/>
                  <a:gd name="connsiteY3" fmla="*/ 871017 h 887498"/>
                  <a:gd name="connsiteX0" fmla="*/ 0 w 1146253"/>
                  <a:gd name="connsiteY0" fmla="*/ 887498 h 887498"/>
                  <a:gd name="connsiteX1" fmla="*/ 455077 w 1146253"/>
                  <a:gd name="connsiteY1" fmla="*/ 8658 h 887498"/>
                  <a:gd name="connsiteX2" fmla="*/ 1005495 w 1146253"/>
                  <a:gd name="connsiteY2" fmla="*/ 379366 h 887498"/>
                  <a:gd name="connsiteX3" fmla="*/ 1146253 w 1146253"/>
                  <a:gd name="connsiteY3" fmla="*/ 871017 h 887498"/>
                  <a:gd name="connsiteX0" fmla="*/ 0 w 1146253"/>
                  <a:gd name="connsiteY0" fmla="*/ 709220 h 709220"/>
                  <a:gd name="connsiteX1" fmla="*/ 335391 w 1146253"/>
                  <a:gd name="connsiteY1" fmla="*/ 12272 h 709220"/>
                  <a:gd name="connsiteX2" fmla="*/ 1005495 w 1146253"/>
                  <a:gd name="connsiteY2" fmla="*/ 201088 h 709220"/>
                  <a:gd name="connsiteX3" fmla="*/ 1146253 w 1146253"/>
                  <a:gd name="connsiteY3" fmla="*/ 692739 h 709220"/>
                  <a:gd name="connsiteX0" fmla="*/ 0 w 1146253"/>
                  <a:gd name="connsiteY0" fmla="*/ 709912 h 709912"/>
                  <a:gd name="connsiteX1" fmla="*/ 335391 w 1146253"/>
                  <a:gd name="connsiteY1" fmla="*/ 12964 h 709912"/>
                  <a:gd name="connsiteX2" fmla="*/ 911828 w 1146253"/>
                  <a:gd name="connsiteY2" fmla="*/ 191947 h 709912"/>
                  <a:gd name="connsiteX3" fmla="*/ 1146253 w 1146253"/>
                  <a:gd name="connsiteY3" fmla="*/ 693431 h 709912"/>
                  <a:gd name="connsiteX0" fmla="*/ 0 w 1146253"/>
                  <a:gd name="connsiteY0" fmla="*/ 709912 h 709912"/>
                  <a:gd name="connsiteX1" fmla="*/ 335391 w 1146253"/>
                  <a:gd name="connsiteY1" fmla="*/ 12964 h 709912"/>
                  <a:gd name="connsiteX2" fmla="*/ 911828 w 1146253"/>
                  <a:gd name="connsiteY2" fmla="*/ 191947 h 709912"/>
                  <a:gd name="connsiteX3" fmla="*/ 1146253 w 1146253"/>
                  <a:gd name="connsiteY3" fmla="*/ 693431 h 709912"/>
                  <a:gd name="connsiteX0" fmla="*/ 0 w 1146253"/>
                  <a:gd name="connsiteY0" fmla="*/ 717500 h 717500"/>
                  <a:gd name="connsiteX1" fmla="*/ 335391 w 1146253"/>
                  <a:gd name="connsiteY1" fmla="*/ 20552 h 717500"/>
                  <a:gd name="connsiteX2" fmla="*/ 911828 w 1146253"/>
                  <a:gd name="connsiteY2" fmla="*/ 199535 h 717500"/>
                  <a:gd name="connsiteX3" fmla="*/ 1146253 w 1146253"/>
                  <a:gd name="connsiteY3" fmla="*/ 701019 h 717500"/>
                  <a:gd name="connsiteX0" fmla="*/ 0 w 1146253"/>
                  <a:gd name="connsiteY0" fmla="*/ 530916 h 530916"/>
                  <a:gd name="connsiteX1" fmla="*/ 293761 w 1146253"/>
                  <a:gd name="connsiteY1" fmla="*/ 178088 h 530916"/>
                  <a:gd name="connsiteX2" fmla="*/ 911828 w 1146253"/>
                  <a:gd name="connsiteY2" fmla="*/ 12951 h 530916"/>
                  <a:gd name="connsiteX3" fmla="*/ 1146253 w 1146253"/>
                  <a:gd name="connsiteY3" fmla="*/ 514435 h 530916"/>
                  <a:gd name="connsiteX0" fmla="*/ 0 w 1146253"/>
                  <a:gd name="connsiteY0" fmla="*/ 533602 h 533602"/>
                  <a:gd name="connsiteX1" fmla="*/ 293761 w 1146253"/>
                  <a:gd name="connsiteY1" fmla="*/ 180774 h 533602"/>
                  <a:gd name="connsiteX2" fmla="*/ 911828 w 1146253"/>
                  <a:gd name="connsiteY2" fmla="*/ 15637 h 533602"/>
                  <a:gd name="connsiteX3" fmla="*/ 1146253 w 1146253"/>
                  <a:gd name="connsiteY3" fmla="*/ 517121 h 533602"/>
                  <a:gd name="connsiteX0" fmla="*/ 0 w 1146253"/>
                  <a:gd name="connsiteY0" fmla="*/ 527286 h 527286"/>
                  <a:gd name="connsiteX1" fmla="*/ 293761 w 1146253"/>
                  <a:gd name="connsiteY1" fmla="*/ 174458 h 527286"/>
                  <a:gd name="connsiteX2" fmla="*/ 911828 w 1146253"/>
                  <a:gd name="connsiteY2" fmla="*/ 9321 h 527286"/>
                  <a:gd name="connsiteX3" fmla="*/ 1146253 w 1146253"/>
                  <a:gd name="connsiteY3" fmla="*/ 510805 h 527286"/>
                  <a:gd name="connsiteX0" fmla="*/ 0 w 1146253"/>
                  <a:gd name="connsiteY0" fmla="*/ 530915 h 530915"/>
                  <a:gd name="connsiteX1" fmla="*/ 293761 w 1146253"/>
                  <a:gd name="connsiteY1" fmla="*/ 178087 h 530915"/>
                  <a:gd name="connsiteX2" fmla="*/ 911828 w 1146253"/>
                  <a:gd name="connsiteY2" fmla="*/ 12950 h 530915"/>
                  <a:gd name="connsiteX3" fmla="*/ 1146253 w 1146253"/>
                  <a:gd name="connsiteY3" fmla="*/ 514434 h 530915"/>
                  <a:gd name="connsiteX0" fmla="*/ 0 w 1146253"/>
                  <a:gd name="connsiteY0" fmla="*/ 535588 h 535588"/>
                  <a:gd name="connsiteX1" fmla="*/ 293761 w 1146253"/>
                  <a:gd name="connsiteY1" fmla="*/ 182760 h 535588"/>
                  <a:gd name="connsiteX2" fmla="*/ 911828 w 1146253"/>
                  <a:gd name="connsiteY2" fmla="*/ 17623 h 535588"/>
                  <a:gd name="connsiteX3" fmla="*/ 1146253 w 1146253"/>
                  <a:gd name="connsiteY3" fmla="*/ 519107 h 535588"/>
                  <a:gd name="connsiteX0" fmla="*/ 0 w 1146253"/>
                  <a:gd name="connsiteY0" fmla="*/ 529452 h 529452"/>
                  <a:gd name="connsiteX1" fmla="*/ 293761 w 1146253"/>
                  <a:gd name="connsiteY1" fmla="*/ 176624 h 529452"/>
                  <a:gd name="connsiteX2" fmla="*/ 911828 w 1146253"/>
                  <a:gd name="connsiteY2" fmla="*/ 11487 h 529452"/>
                  <a:gd name="connsiteX3" fmla="*/ 1146253 w 1146253"/>
                  <a:gd name="connsiteY3" fmla="*/ 512971 h 529452"/>
                  <a:gd name="connsiteX0" fmla="*/ 0 w 1146253"/>
                  <a:gd name="connsiteY0" fmla="*/ 529452 h 529452"/>
                  <a:gd name="connsiteX1" fmla="*/ 293761 w 1146253"/>
                  <a:gd name="connsiteY1" fmla="*/ 176624 h 529452"/>
                  <a:gd name="connsiteX2" fmla="*/ 911828 w 1146253"/>
                  <a:gd name="connsiteY2" fmla="*/ 11487 h 529452"/>
                  <a:gd name="connsiteX3" fmla="*/ 1146253 w 1146253"/>
                  <a:gd name="connsiteY3" fmla="*/ 512971 h 529452"/>
                  <a:gd name="connsiteX0" fmla="*/ 0 w 1146253"/>
                  <a:gd name="connsiteY0" fmla="*/ 524406 h 524406"/>
                  <a:gd name="connsiteX1" fmla="*/ 175114 w 1146253"/>
                  <a:gd name="connsiteY1" fmla="*/ 329430 h 524406"/>
                  <a:gd name="connsiteX2" fmla="*/ 911828 w 1146253"/>
                  <a:gd name="connsiteY2" fmla="*/ 6441 h 524406"/>
                  <a:gd name="connsiteX3" fmla="*/ 1146253 w 1146253"/>
                  <a:gd name="connsiteY3" fmla="*/ 507925 h 524406"/>
                  <a:gd name="connsiteX0" fmla="*/ 0 w 1146253"/>
                  <a:gd name="connsiteY0" fmla="*/ 425737 h 425737"/>
                  <a:gd name="connsiteX1" fmla="*/ 175114 w 1146253"/>
                  <a:gd name="connsiteY1" fmla="*/ 230761 h 425737"/>
                  <a:gd name="connsiteX2" fmla="*/ 971151 w 1146253"/>
                  <a:gd name="connsiteY2" fmla="*/ 9249 h 425737"/>
                  <a:gd name="connsiteX3" fmla="*/ 1146253 w 1146253"/>
                  <a:gd name="connsiteY3" fmla="*/ 409256 h 425737"/>
                  <a:gd name="connsiteX0" fmla="*/ 0 w 1146253"/>
                  <a:gd name="connsiteY0" fmla="*/ 425737 h 425737"/>
                  <a:gd name="connsiteX1" fmla="*/ 175114 w 1146253"/>
                  <a:gd name="connsiteY1" fmla="*/ 230761 h 425737"/>
                  <a:gd name="connsiteX2" fmla="*/ 971151 w 1146253"/>
                  <a:gd name="connsiteY2" fmla="*/ 9249 h 425737"/>
                  <a:gd name="connsiteX3" fmla="*/ 1146253 w 1146253"/>
                  <a:gd name="connsiteY3" fmla="*/ 409256 h 425737"/>
                  <a:gd name="connsiteX0" fmla="*/ 0 w 1146253"/>
                  <a:gd name="connsiteY0" fmla="*/ 491678 h 491678"/>
                  <a:gd name="connsiteX1" fmla="*/ 175114 w 1146253"/>
                  <a:gd name="connsiteY1" fmla="*/ 296702 h 491678"/>
                  <a:gd name="connsiteX2" fmla="*/ 812956 w 1146253"/>
                  <a:gd name="connsiteY2" fmla="*/ 7539 h 491678"/>
                  <a:gd name="connsiteX3" fmla="*/ 1146253 w 1146253"/>
                  <a:gd name="connsiteY3" fmla="*/ 475197 h 491678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58816 w 1146253"/>
                  <a:gd name="connsiteY1" fmla="*/ 239602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58816 w 1146253"/>
                  <a:gd name="connsiteY1" fmla="*/ 239602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58816 w 1146253"/>
                  <a:gd name="connsiteY1" fmla="*/ 239602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812956 w 1146253"/>
                  <a:gd name="connsiteY1" fmla="*/ 0 h 484139"/>
                  <a:gd name="connsiteX2" fmla="*/ 1146253 w 1146253"/>
                  <a:gd name="connsiteY2" fmla="*/ 467658 h 484139"/>
                  <a:gd name="connsiteX0" fmla="*/ 0 w 1146253"/>
                  <a:gd name="connsiteY0" fmla="*/ 592554 h 592554"/>
                  <a:gd name="connsiteX1" fmla="*/ 840118 w 1146253"/>
                  <a:gd name="connsiteY1" fmla="*/ 0 h 592554"/>
                  <a:gd name="connsiteX2" fmla="*/ 1146253 w 1146253"/>
                  <a:gd name="connsiteY2" fmla="*/ 576073 h 592554"/>
                  <a:gd name="connsiteX0" fmla="*/ 0 w 1146253"/>
                  <a:gd name="connsiteY0" fmla="*/ 394309 h 394309"/>
                  <a:gd name="connsiteX1" fmla="*/ 986797 w 1146253"/>
                  <a:gd name="connsiteY1" fmla="*/ 0 h 394309"/>
                  <a:gd name="connsiteX2" fmla="*/ 1146253 w 1146253"/>
                  <a:gd name="connsiteY2" fmla="*/ 377828 h 394309"/>
                  <a:gd name="connsiteX0" fmla="*/ 0 w 1146253"/>
                  <a:gd name="connsiteY0" fmla="*/ 396358 h 396358"/>
                  <a:gd name="connsiteX1" fmla="*/ 329457 w 1146253"/>
                  <a:gd name="connsiteY1" fmla="*/ 236225 h 396358"/>
                  <a:gd name="connsiteX2" fmla="*/ 986797 w 1146253"/>
                  <a:gd name="connsiteY2" fmla="*/ 2049 h 396358"/>
                  <a:gd name="connsiteX3" fmla="*/ 1146253 w 1146253"/>
                  <a:gd name="connsiteY3" fmla="*/ 379877 h 396358"/>
                  <a:gd name="connsiteX0" fmla="*/ 0 w 1146253"/>
                  <a:gd name="connsiteY0" fmla="*/ 397090 h 397090"/>
                  <a:gd name="connsiteX1" fmla="*/ 166480 w 1146253"/>
                  <a:gd name="connsiteY1" fmla="*/ 181200 h 397090"/>
                  <a:gd name="connsiteX2" fmla="*/ 986797 w 1146253"/>
                  <a:gd name="connsiteY2" fmla="*/ 2781 h 397090"/>
                  <a:gd name="connsiteX3" fmla="*/ 1146253 w 1146253"/>
                  <a:gd name="connsiteY3" fmla="*/ 380609 h 397090"/>
                  <a:gd name="connsiteX0" fmla="*/ 0 w 1146253"/>
                  <a:gd name="connsiteY0" fmla="*/ 395886 h 395886"/>
                  <a:gd name="connsiteX1" fmla="*/ 166480 w 1146253"/>
                  <a:gd name="connsiteY1" fmla="*/ 179996 h 395886"/>
                  <a:gd name="connsiteX2" fmla="*/ 986797 w 1146253"/>
                  <a:gd name="connsiteY2" fmla="*/ 1577 h 395886"/>
                  <a:gd name="connsiteX3" fmla="*/ 1146253 w 1146253"/>
                  <a:gd name="connsiteY3" fmla="*/ 379405 h 395886"/>
                  <a:gd name="connsiteX0" fmla="*/ 95212 w 1241465"/>
                  <a:gd name="connsiteY0" fmla="*/ 395886 h 395886"/>
                  <a:gd name="connsiteX1" fmla="*/ 261692 w 1241465"/>
                  <a:gd name="connsiteY1" fmla="*/ 179996 h 395886"/>
                  <a:gd name="connsiteX2" fmla="*/ 1082009 w 1241465"/>
                  <a:gd name="connsiteY2" fmla="*/ 1577 h 395886"/>
                  <a:gd name="connsiteX3" fmla="*/ 1241465 w 1241465"/>
                  <a:gd name="connsiteY3" fmla="*/ 379405 h 395886"/>
                  <a:gd name="connsiteX0" fmla="*/ 0 w 1146253"/>
                  <a:gd name="connsiteY0" fmla="*/ 396431 h 396431"/>
                  <a:gd name="connsiteX1" fmla="*/ 166480 w 1146253"/>
                  <a:gd name="connsiteY1" fmla="*/ 180541 h 396431"/>
                  <a:gd name="connsiteX2" fmla="*/ 986797 w 1146253"/>
                  <a:gd name="connsiteY2" fmla="*/ 2122 h 396431"/>
                  <a:gd name="connsiteX3" fmla="*/ 1146253 w 1146253"/>
                  <a:gd name="connsiteY3" fmla="*/ 379950 h 396431"/>
                  <a:gd name="connsiteX0" fmla="*/ 0 w 1146253"/>
                  <a:gd name="connsiteY0" fmla="*/ 395863 h 395863"/>
                  <a:gd name="connsiteX1" fmla="*/ 334889 w 1146253"/>
                  <a:gd name="connsiteY1" fmla="*/ 254315 h 395863"/>
                  <a:gd name="connsiteX2" fmla="*/ 986797 w 1146253"/>
                  <a:gd name="connsiteY2" fmla="*/ 1554 h 395863"/>
                  <a:gd name="connsiteX3" fmla="*/ 1146253 w 1146253"/>
                  <a:gd name="connsiteY3" fmla="*/ 379382 h 395863"/>
                  <a:gd name="connsiteX0" fmla="*/ 0 w 1146253"/>
                  <a:gd name="connsiteY0" fmla="*/ 395506 h 395506"/>
                  <a:gd name="connsiteX1" fmla="*/ 334889 w 1146253"/>
                  <a:gd name="connsiteY1" fmla="*/ 253958 h 395506"/>
                  <a:gd name="connsiteX2" fmla="*/ 986797 w 1146253"/>
                  <a:gd name="connsiteY2" fmla="*/ 1197 h 395506"/>
                  <a:gd name="connsiteX3" fmla="*/ 1146253 w 1146253"/>
                  <a:gd name="connsiteY3" fmla="*/ 379025 h 395506"/>
                  <a:gd name="connsiteX0" fmla="*/ 0 w 1146253"/>
                  <a:gd name="connsiteY0" fmla="*/ 395581 h 395581"/>
                  <a:gd name="connsiteX1" fmla="*/ 334889 w 1146253"/>
                  <a:gd name="connsiteY1" fmla="*/ 254033 h 395581"/>
                  <a:gd name="connsiteX2" fmla="*/ 986797 w 1146253"/>
                  <a:gd name="connsiteY2" fmla="*/ 1272 h 395581"/>
                  <a:gd name="connsiteX3" fmla="*/ 1146253 w 1146253"/>
                  <a:gd name="connsiteY3" fmla="*/ 379100 h 395581"/>
                  <a:gd name="connsiteX0" fmla="*/ 0 w 1146253"/>
                  <a:gd name="connsiteY0" fmla="*/ 395695 h 395695"/>
                  <a:gd name="connsiteX1" fmla="*/ 242536 w 1146253"/>
                  <a:gd name="connsiteY1" fmla="*/ 226269 h 395695"/>
                  <a:gd name="connsiteX2" fmla="*/ 986797 w 1146253"/>
                  <a:gd name="connsiteY2" fmla="*/ 1386 h 395695"/>
                  <a:gd name="connsiteX3" fmla="*/ 1146253 w 1146253"/>
                  <a:gd name="connsiteY3" fmla="*/ 379214 h 395695"/>
                  <a:gd name="connsiteX0" fmla="*/ 0 w 1146253"/>
                  <a:gd name="connsiteY0" fmla="*/ 399523 h 399523"/>
                  <a:gd name="connsiteX1" fmla="*/ 242536 w 1146253"/>
                  <a:gd name="connsiteY1" fmla="*/ 230097 h 399523"/>
                  <a:gd name="connsiteX2" fmla="*/ 899876 w 1146253"/>
                  <a:gd name="connsiteY2" fmla="*/ 2116 h 399523"/>
                  <a:gd name="connsiteX3" fmla="*/ 1146253 w 1146253"/>
                  <a:gd name="connsiteY3" fmla="*/ 383042 h 399523"/>
                  <a:gd name="connsiteX0" fmla="*/ 0 w 1146253"/>
                  <a:gd name="connsiteY0" fmla="*/ 398796 h 398796"/>
                  <a:gd name="connsiteX1" fmla="*/ 242536 w 1146253"/>
                  <a:gd name="connsiteY1" fmla="*/ 229370 h 398796"/>
                  <a:gd name="connsiteX2" fmla="*/ 899876 w 1146253"/>
                  <a:gd name="connsiteY2" fmla="*/ 1389 h 398796"/>
                  <a:gd name="connsiteX3" fmla="*/ 1146253 w 1146253"/>
                  <a:gd name="connsiteY3" fmla="*/ 382315 h 398796"/>
                  <a:gd name="connsiteX0" fmla="*/ 0 w 1146253"/>
                  <a:gd name="connsiteY0" fmla="*/ 398873 h 398873"/>
                  <a:gd name="connsiteX1" fmla="*/ 242536 w 1146253"/>
                  <a:gd name="connsiteY1" fmla="*/ 229447 h 398873"/>
                  <a:gd name="connsiteX2" fmla="*/ 899876 w 1146253"/>
                  <a:gd name="connsiteY2" fmla="*/ 1466 h 398873"/>
                  <a:gd name="connsiteX3" fmla="*/ 1146253 w 1146253"/>
                  <a:gd name="connsiteY3" fmla="*/ 382392 h 398873"/>
                  <a:gd name="connsiteX0" fmla="*/ 0 w 1146253"/>
                  <a:gd name="connsiteY0" fmla="*/ 398550 h 398550"/>
                  <a:gd name="connsiteX1" fmla="*/ 250788 w 1146253"/>
                  <a:gd name="connsiteY1" fmla="*/ 312156 h 398550"/>
                  <a:gd name="connsiteX2" fmla="*/ 899876 w 1146253"/>
                  <a:gd name="connsiteY2" fmla="*/ 1143 h 398550"/>
                  <a:gd name="connsiteX3" fmla="*/ 1146253 w 1146253"/>
                  <a:gd name="connsiteY3" fmla="*/ 382069 h 398550"/>
                  <a:gd name="connsiteX0" fmla="*/ 0 w 1146253"/>
                  <a:gd name="connsiteY0" fmla="*/ 397407 h 397407"/>
                  <a:gd name="connsiteX1" fmla="*/ 899876 w 1146253"/>
                  <a:gd name="connsiteY1" fmla="*/ 0 h 397407"/>
                  <a:gd name="connsiteX2" fmla="*/ 1146253 w 1146253"/>
                  <a:gd name="connsiteY2" fmla="*/ 380926 h 397407"/>
                  <a:gd name="connsiteX0" fmla="*/ 0 w 552167"/>
                  <a:gd name="connsiteY0" fmla="*/ 405710 h 405710"/>
                  <a:gd name="connsiteX1" fmla="*/ 305790 w 552167"/>
                  <a:gd name="connsiteY1" fmla="*/ 0 h 405710"/>
                  <a:gd name="connsiteX2" fmla="*/ 552167 w 552167"/>
                  <a:gd name="connsiteY2" fmla="*/ 380926 h 405710"/>
                  <a:gd name="connsiteX0" fmla="*/ 0 w 552167"/>
                  <a:gd name="connsiteY0" fmla="*/ 405710 h 405710"/>
                  <a:gd name="connsiteX1" fmla="*/ 305790 w 552167"/>
                  <a:gd name="connsiteY1" fmla="*/ 0 h 405710"/>
                  <a:gd name="connsiteX2" fmla="*/ 552167 w 552167"/>
                  <a:gd name="connsiteY2" fmla="*/ 404297 h 405710"/>
                  <a:gd name="connsiteX0" fmla="*/ 0 w 556530"/>
                  <a:gd name="connsiteY0" fmla="*/ 405710 h 414920"/>
                  <a:gd name="connsiteX1" fmla="*/ 305790 w 556530"/>
                  <a:gd name="connsiteY1" fmla="*/ 0 h 414920"/>
                  <a:gd name="connsiteX2" fmla="*/ 556530 w 556530"/>
                  <a:gd name="connsiteY2" fmla="*/ 414920 h 414920"/>
                  <a:gd name="connsiteX0" fmla="*/ 0 w 556530"/>
                  <a:gd name="connsiteY0" fmla="*/ 405710 h 414920"/>
                  <a:gd name="connsiteX1" fmla="*/ 305790 w 556530"/>
                  <a:gd name="connsiteY1" fmla="*/ 0 h 414920"/>
                  <a:gd name="connsiteX2" fmla="*/ 556530 w 556530"/>
                  <a:gd name="connsiteY2" fmla="*/ 414920 h 414920"/>
                  <a:gd name="connsiteX0" fmla="*/ 0 w 556530"/>
                  <a:gd name="connsiteY0" fmla="*/ 405710 h 414920"/>
                  <a:gd name="connsiteX1" fmla="*/ 292700 w 556530"/>
                  <a:gd name="connsiteY1" fmla="*/ 0 h 414920"/>
                  <a:gd name="connsiteX2" fmla="*/ 556530 w 556530"/>
                  <a:gd name="connsiteY2" fmla="*/ 414920 h 414920"/>
                  <a:gd name="connsiteX0" fmla="*/ 0 w 556530"/>
                  <a:gd name="connsiteY0" fmla="*/ 405710 h 414920"/>
                  <a:gd name="connsiteX1" fmla="*/ 292700 w 556530"/>
                  <a:gd name="connsiteY1" fmla="*/ 0 h 414920"/>
                  <a:gd name="connsiteX2" fmla="*/ 556530 w 556530"/>
                  <a:gd name="connsiteY2" fmla="*/ 414920 h 414920"/>
                  <a:gd name="connsiteX0" fmla="*/ 0 w 556530"/>
                  <a:gd name="connsiteY0" fmla="*/ 405710 h 414920"/>
                  <a:gd name="connsiteX1" fmla="*/ 292700 w 556530"/>
                  <a:gd name="connsiteY1" fmla="*/ 0 h 414920"/>
                  <a:gd name="connsiteX2" fmla="*/ 556530 w 556530"/>
                  <a:gd name="connsiteY2" fmla="*/ 414920 h 414920"/>
                  <a:gd name="connsiteX0" fmla="*/ 0 w 556530"/>
                  <a:gd name="connsiteY0" fmla="*/ 405710 h 405710"/>
                  <a:gd name="connsiteX1" fmla="*/ 292700 w 556530"/>
                  <a:gd name="connsiteY1" fmla="*/ 0 h 405710"/>
                  <a:gd name="connsiteX2" fmla="*/ 556530 w 556530"/>
                  <a:gd name="connsiteY2" fmla="*/ 402172 h 405710"/>
                  <a:gd name="connsiteX0" fmla="*/ 0 w 560893"/>
                  <a:gd name="connsiteY0" fmla="*/ 405710 h 414920"/>
                  <a:gd name="connsiteX1" fmla="*/ 292700 w 560893"/>
                  <a:gd name="connsiteY1" fmla="*/ 0 h 414920"/>
                  <a:gd name="connsiteX2" fmla="*/ 560893 w 560893"/>
                  <a:gd name="connsiteY2" fmla="*/ 414920 h 414920"/>
                  <a:gd name="connsiteX0" fmla="*/ 0 w 556530"/>
                  <a:gd name="connsiteY0" fmla="*/ 405710 h 405710"/>
                  <a:gd name="connsiteX1" fmla="*/ 292700 w 556530"/>
                  <a:gd name="connsiteY1" fmla="*/ 0 h 405710"/>
                  <a:gd name="connsiteX2" fmla="*/ 556530 w 556530"/>
                  <a:gd name="connsiteY2" fmla="*/ 404297 h 405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56530" h="405710">
                    <a:moveTo>
                      <a:pt x="0" y="405710"/>
                    </a:moveTo>
                    <a:cubicBezTo>
                      <a:pt x="95840" y="293173"/>
                      <a:pt x="162747" y="623"/>
                      <a:pt x="292700" y="0"/>
                    </a:cubicBezTo>
                    <a:cubicBezTo>
                      <a:pt x="428711" y="6078"/>
                      <a:pt x="506998" y="325994"/>
                      <a:pt x="556530" y="404297"/>
                    </a:cubicBezTo>
                  </a:path>
                </a:pathLst>
              </a:custGeom>
              <a:gradFill flip="none" rotWithShape="1">
                <a:gsLst>
                  <a:gs pos="0">
                    <a:srgbClr val="DA4035"/>
                  </a:gs>
                  <a:gs pos="100000">
                    <a:srgbClr val="F7FCC9"/>
                  </a:gs>
                  <a:gs pos="61000">
                    <a:srgbClr val="FEEC9D"/>
                  </a:gs>
                </a:gsLst>
                <a:lin ang="10800000" scaled="1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284794DA-C22E-371A-701A-1CBED42C7D6B}"/>
                  </a:ext>
                </a:extLst>
              </p:cNvPr>
              <p:cNvSpPr/>
              <p:nvPr/>
            </p:nvSpPr>
            <p:spPr>
              <a:xfrm flipH="1">
                <a:off x="4982037" y="2257063"/>
                <a:ext cx="670252" cy="1111202"/>
              </a:xfrm>
              <a:custGeom>
                <a:avLst/>
                <a:gdLst>
                  <a:gd name="connsiteX0" fmla="*/ 0 w 914400"/>
                  <a:gd name="connsiteY0" fmla="*/ 950271 h 968201"/>
                  <a:gd name="connsiteX1" fmla="*/ 376518 w 914400"/>
                  <a:gd name="connsiteY1" fmla="*/ 13 h 968201"/>
                  <a:gd name="connsiteX2" fmla="*/ 896470 w 914400"/>
                  <a:gd name="connsiteY2" fmla="*/ 968201 h 968201"/>
                  <a:gd name="connsiteX3" fmla="*/ 896470 w 914400"/>
                  <a:gd name="connsiteY3" fmla="*/ 968201 h 968201"/>
                  <a:gd name="connsiteX4" fmla="*/ 914400 w 914400"/>
                  <a:gd name="connsiteY4" fmla="*/ 968201 h 968201"/>
                  <a:gd name="connsiteX0" fmla="*/ 0 w 914400"/>
                  <a:gd name="connsiteY0" fmla="*/ 791293 h 809223"/>
                  <a:gd name="connsiteX1" fmla="*/ 439628 w 914400"/>
                  <a:gd name="connsiteY1" fmla="*/ 21 h 809223"/>
                  <a:gd name="connsiteX2" fmla="*/ 896470 w 914400"/>
                  <a:gd name="connsiteY2" fmla="*/ 809223 h 809223"/>
                  <a:gd name="connsiteX3" fmla="*/ 896470 w 914400"/>
                  <a:gd name="connsiteY3" fmla="*/ 809223 h 809223"/>
                  <a:gd name="connsiteX4" fmla="*/ 914400 w 914400"/>
                  <a:gd name="connsiteY4" fmla="*/ 809223 h 809223"/>
                  <a:gd name="connsiteX0" fmla="*/ 0 w 914400"/>
                  <a:gd name="connsiteY0" fmla="*/ 876926 h 894856"/>
                  <a:gd name="connsiteX1" fmla="*/ 439628 w 914400"/>
                  <a:gd name="connsiteY1" fmla="*/ 85654 h 894856"/>
                  <a:gd name="connsiteX2" fmla="*/ 896470 w 914400"/>
                  <a:gd name="connsiteY2" fmla="*/ 894856 h 894856"/>
                  <a:gd name="connsiteX3" fmla="*/ 896470 w 914400"/>
                  <a:gd name="connsiteY3" fmla="*/ 894856 h 894856"/>
                  <a:gd name="connsiteX4" fmla="*/ 914400 w 914400"/>
                  <a:gd name="connsiteY4" fmla="*/ 894856 h 894856"/>
                  <a:gd name="connsiteX0" fmla="*/ 0 w 914400"/>
                  <a:gd name="connsiteY0" fmla="*/ 918291 h 936221"/>
                  <a:gd name="connsiteX1" fmla="*/ 547770 w 914400"/>
                  <a:gd name="connsiteY1" fmla="*/ 83236 h 936221"/>
                  <a:gd name="connsiteX2" fmla="*/ 896470 w 914400"/>
                  <a:gd name="connsiteY2" fmla="*/ 936221 h 936221"/>
                  <a:gd name="connsiteX3" fmla="*/ 896470 w 914400"/>
                  <a:gd name="connsiteY3" fmla="*/ 936221 h 936221"/>
                  <a:gd name="connsiteX4" fmla="*/ 914400 w 914400"/>
                  <a:gd name="connsiteY4" fmla="*/ 936221 h 936221"/>
                  <a:gd name="connsiteX0" fmla="*/ 0 w 914400"/>
                  <a:gd name="connsiteY0" fmla="*/ 835213 h 853143"/>
                  <a:gd name="connsiteX1" fmla="*/ 547770 w 914400"/>
                  <a:gd name="connsiteY1" fmla="*/ 158 h 853143"/>
                  <a:gd name="connsiteX2" fmla="*/ 896470 w 914400"/>
                  <a:gd name="connsiteY2" fmla="*/ 853143 h 853143"/>
                  <a:gd name="connsiteX3" fmla="*/ 896470 w 914400"/>
                  <a:gd name="connsiteY3" fmla="*/ 853143 h 853143"/>
                  <a:gd name="connsiteX4" fmla="*/ 914400 w 914400"/>
                  <a:gd name="connsiteY4" fmla="*/ 853143 h 853143"/>
                  <a:gd name="connsiteX0" fmla="*/ 0 w 914400"/>
                  <a:gd name="connsiteY0" fmla="*/ 791451 h 809381"/>
                  <a:gd name="connsiteX1" fmla="*/ 640463 w 914400"/>
                  <a:gd name="connsiteY1" fmla="*/ 179 h 809381"/>
                  <a:gd name="connsiteX2" fmla="*/ 896470 w 914400"/>
                  <a:gd name="connsiteY2" fmla="*/ 809381 h 809381"/>
                  <a:gd name="connsiteX3" fmla="*/ 896470 w 914400"/>
                  <a:gd name="connsiteY3" fmla="*/ 809381 h 809381"/>
                  <a:gd name="connsiteX4" fmla="*/ 914400 w 914400"/>
                  <a:gd name="connsiteY4" fmla="*/ 809381 h 809381"/>
                  <a:gd name="connsiteX0" fmla="*/ 0 w 914400"/>
                  <a:gd name="connsiteY0" fmla="*/ 813339 h 831269"/>
                  <a:gd name="connsiteX1" fmla="*/ 640463 w 914400"/>
                  <a:gd name="connsiteY1" fmla="*/ 22067 h 831269"/>
                  <a:gd name="connsiteX2" fmla="*/ 896470 w 914400"/>
                  <a:gd name="connsiteY2" fmla="*/ 831269 h 831269"/>
                  <a:gd name="connsiteX3" fmla="*/ 896470 w 914400"/>
                  <a:gd name="connsiteY3" fmla="*/ 831269 h 831269"/>
                  <a:gd name="connsiteX4" fmla="*/ 914400 w 914400"/>
                  <a:gd name="connsiteY4" fmla="*/ 831269 h 831269"/>
                  <a:gd name="connsiteX0" fmla="*/ 0 w 914400"/>
                  <a:gd name="connsiteY0" fmla="*/ 827648 h 845578"/>
                  <a:gd name="connsiteX1" fmla="*/ 424180 w 914400"/>
                  <a:gd name="connsiteY1" fmla="*/ 21781 h 845578"/>
                  <a:gd name="connsiteX2" fmla="*/ 896470 w 914400"/>
                  <a:gd name="connsiteY2" fmla="*/ 845578 h 845578"/>
                  <a:gd name="connsiteX3" fmla="*/ 896470 w 914400"/>
                  <a:gd name="connsiteY3" fmla="*/ 845578 h 845578"/>
                  <a:gd name="connsiteX4" fmla="*/ 914400 w 914400"/>
                  <a:gd name="connsiteY4" fmla="*/ 845578 h 845578"/>
                  <a:gd name="connsiteX0" fmla="*/ 0 w 914400"/>
                  <a:gd name="connsiteY0" fmla="*/ 806228 h 824158"/>
                  <a:gd name="connsiteX1" fmla="*/ 424180 w 914400"/>
                  <a:gd name="connsiteY1" fmla="*/ 361 h 824158"/>
                  <a:gd name="connsiteX2" fmla="*/ 896470 w 914400"/>
                  <a:gd name="connsiteY2" fmla="*/ 824158 h 824158"/>
                  <a:gd name="connsiteX3" fmla="*/ 896470 w 914400"/>
                  <a:gd name="connsiteY3" fmla="*/ 824158 h 824158"/>
                  <a:gd name="connsiteX4" fmla="*/ 914400 w 914400"/>
                  <a:gd name="connsiteY4" fmla="*/ 824158 h 824158"/>
                  <a:gd name="connsiteX0" fmla="*/ 0 w 914400"/>
                  <a:gd name="connsiteY0" fmla="*/ 879172 h 897102"/>
                  <a:gd name="connsiteX1" fmla="*/ 455077 w 914400"/>
                  <a:gd name="connsiteY1" fmla="*/ 332 h 897102"/>
                  <a:gd name="connsiteX2" fmla="*/ 896470 w 914400"/>
                  <a:gd name="connsiteY2" fmla="*/ 897102 h 897102"/>
                  <a:gd name="connsiteX3" fmla="*/ 896470 w 914400"/>
                  <a:gd name="connsiteY3" fmla="*/ 897102 h 897102"/>
                  <a:gd name="connsiteX4" fmla="*/ 914400 w 914400"/>
                  <a:gd name="connsiteY4" fmla="*/ 897102 h 897102"/>
                  <a:gd name="connsiteX0" fmla="*/ 0 w 1115234"/>
                  <a:gd name="connsiteY0" fmla="*/ 879172 h 897102"/>
                  <a:gd name="connsiteX1" fmla="*/ 455077 w 1115234"/>
                  <a:gd name="connsiteY1" fmla="*/ 332 h 897102"/>
                  <a:gd name="connsiteX2" fmla="*/ 896470 w 1115234"/>
                  <a:gd name="connsiteY2" fmla="*/ 897102 h 897102"/>
                  <a:gd name="connsiteX3" fmla="*/ 896470 w 1115234"/>
                  <a:gd name="connsiteY3" fmla="*/ 897102 h 897102"/>
                  <a:gd name="connsiteX4" fmla="*/ 1115234 w 1115234"/>
                  <a:gd name="connsiteY4" fmla="*/ 882507 h 897102"/>
                  <a:gd name="connsiteX0" fmla="*/ 0 w 1115234"/>
                  <a:gd name="connsiteY0" fmla="*/ 879172 h 897102"/>
                  <a:gd name="connsiteX1" fmla="*/ 455077 w 1115234"/>
                  <a:gd name="connsiteY1" fmla="*/ 332 h 897102"/>
                  <a:gd name="connsiteX2" fmla="*/ 896470 w 1115234"/>
                  <a:gd name="connsiteY2" fmla="*/ 897102 h 897102"/>
                  <a:gd name="connsiteX3" fmla="*/ 1081855 w 1115234"/>
                  <a:gd name="connsiteY3" fmla="*/ 882508 h 897102"/>
                  <a:gd name="connsiteX4" fmla="*/ 1115234 w 1115234"/>
                  <a:gd name="connsiteY4" fmla="*/ 882507 h 897102"/>
                  <a:gd name="connsiteX0" fmla="*/ 0 w 1115234"/>
                  <a:gd name="connsiteY0" fmla="*/ 878948 h 882284"/>
                  <a:gd name="connsiteX1" fmla="*/ 455077 w 1115234"/>
                  <a:gd name="connsiteY1" fmla="*/ 108 h 882284"/>
                  <a:gd name="connsiteX2" fmla="*/ 1057788 w 1115234"/>
                  <a:gd name="connsiteY2" fmla="*/ 813307 h 882284"/>
                  <a:gd name="connsiteX3" fmla="*/ 1081855 w 1115234"/>
                  <a:gd name="connsiteY3" fmla="*/ 882284 h 882284"/>
                  <a:gd name="connsiteX4" fmla="*/ 1115234 w 1115234"/>
                  <a:gd name="connsiteY4" fmla="*/ 882283 h 882284"/>
                  <a:gd name="connsiteX0" fmla="*/ 0 w 1141253"/>
                  <a:gd name="connsiteY0" fmla="*/ 878948 h 882284"/>
                  <a:gd name="connsiteX1" fmla="*/ 455077 w 1141253"/>
                  <a:gd name="connsiteY1" fmla="*/ 108 h 882284"/>
                  <a:gd name="connsiteX2" fmla="*/ 1057788 w 1141253"/>
                  <a:gd name="connsiteY2" fmla="*/ 813307 h 882284"/>
                  <a:gd name="connsiteX3" fmla="*/ 1081855 w 1141253"/>
                  <a:gd name="connsiteY3" fmla="*/ 882284 h 882284"/>
                  <a:gd name="connsiteX4" fmla="*/ 1141253 w 1141253"/>
                  <a:gd name="connsiteY4" fmla="*/ 862619 h 882284"/>
                  <a:gd name="connsiteX0" fmla="*/ 0 w 1081855"/>
                  <a:gd name="connsiteY0" fmla="*/ 878948 h 882284"/>
                  <a:gd name="connsiteX1" fmla="*/ 455077 w 1081855"/>
                  <a:gd name="connsiteY1" fmla="*/ 108 h 882284"/>
                  <a:gd name="connsiteX2" fmla="*/ 1057788 w 1081855"/>
                  <a:gd name="connsiteY2" fmla="*/ 813307 h 882284"/>
                  <a:gd name="connsiteX3" fmla="*/ 1081855 w 1081855"/>
                  <a:gd name="connsiteY3" fmla="*/ 882284 h 882284"/>
                  <a:gd name="connsiteX0" fmla="*/ 0 w 1057788"/>
                  <a:gd name="connsiteY0" fmla="*/ 878948 h 878948"/>
                  <a:gd name="connsiteX1" fmla="*/ 455077 w 1057788"/>
                  <a:gd name="connsiteY1" fmla="*/ 108 h 878948"/>
                  <a:gd name="connsiteX2" fmla="*/ 1057788 w 1057788"/>
                  <a:gd name="connsiteY2" fmla="*/ 813307 h 878948"/>
                  <a:gd name="connsiteX0" fmla="*/ 0 w 1146253"/>
                  <a:gd name="connsiteY0" fmla="*/ 878847 h 878847"/>
                  <a:gd name="connsiteX1" fmla="*/ 455077 w 1146253"/>
                  <a:gd name="connsiteY1" fmla="*/ 7 h 878847"/>
                  <a:gd name="connsiteX2" fmla="*/ 1146253 w 1146253"/>
                  <a:gd name="connsiteY2" fmla="*/ 862366 h 878847"/>
                  <a:gd name="connsiteX0" fmla="*/ 0 w 1146253"/>
                  <a:gd name="connsiteY0" fmla="*/ 886730 h 886730"/>
                  <a:gd name="connsiteX1" fmla="*/ 455077 w 1146253"/>
                  <a:gd name="connsiteY1" fmla="*/ 7890 h 886730"/>
                  <a:gd name="connsiteX2" fmla="*/ 901419 w 1146253"/>
                  <a:gd name="connsiteY2" fmla="*/ 476918 h 886730"/>
                  <a:gd name="connsiteX3" fmla="*/ 1146253 w 1146253"/>
                  <a:gd name="connsiteY3" fmla="*/ 870249 h 886730"/>
                  <a:gd name="connsiteX0" fmla="*/ 0 w 1146253"/>
                  <a:gd name="connsiteY0" fmla="*/ 893192 h 893192"/>
                  <a:gd name="connsiteX1" fmla="*/ 455077 w 1146253"/>
                  <a:gd name="connsiteY1" fmla="*/ 14352 h 893192"/>
                  <a:gd name="connsiteX2" fmla="*/ 1005495 w 1146253"/>
                  <a:gd name="connsiteY2" fmla="*/ 385060 h 893192"/>
                  <a:gd name="connsiteX3" fmla="*/ 1146253 w 1146253"/>
                  <a:gd name="connsiteY3" fmla="*/ 876711 h 893192"/>
                  <a:gd name="connsiteX0" fmla="*/ 0 w 1146253"/>
                  <a:gd name="connsiteY0" fmla="*/ 888633 h 888633"/>
                  <a:gd name="connsiteX1" fmla="*/ 455077 w 1146253"/>
                  <a:gd name="connsiteY1" fmla="*/ 9793 h 888633"/>
                  <a:gd name="connsiteX2" fmla="*/ 1005495 w 1146253"/>
                  <a:gd name="connsiteY2" fmla="*/ 380501 h 888633"/>
                  <a:gd name="connsiteX3" fmla="*/ 1146253 w 1146253"/>
                  <a:gd name="connsiteY3" fmla="*/ 872152 h 888633"/>
                  <a:gd name="connsiteX0" fmla="*/ 0 w 1146253"/>
                  <a:gd name="connsiteY0" fmla="*/ 887498 h 887498"/>
                  <a:gd name="connsiteX1" fmla="*/ 455077 w 1146253"/>
                  <a:gd name="connsiteY1" fmla="*/ 8658 h 887498"/>
                  <a:gd name="connsiteX2" fmla="*/ 1005495 w 1146253"/>
                  <a:gd name="connsiteY2" fmla="*/ 379366 h 887498"/>
                  <a:gd name="connsiteX3" fmla="*/ 1146253 w 1146253"/>
                  <a:gd name="connsiteY3" fmla="*/ 871017 h 887498"/>
                  <a:gd name="connsiteX0" fmla="*/ 0 w 1146253"/>
                  <a:gd name="connsiteY0" fmla="*/ 887498 h 887498"/>
                  <a:gd name="connsiteX1" fmla="*/ 455077 w 1146253"/>
                  <a:gd name="connsiteY1" fmla="*/ 8658 h 887498"/>
                  <a:gd name="connsiteX2" fmla="*/ 1005495 w 1146253"/>
                  <a:gd name="connsiteY2" fmla="*/ 379366 h 887498"/>
                  <a:gd name="connsiteX3" fmla="*/ 1146253 w 1146253"/>
                  <a:gd name="connsiteY3" fmla="*/ 871017 h 887498"/>
                  <a:gd name="connsiteX0" fmla="*/ 0 w 1146253"/>
                  <a:gd name="connsiteY0" fmla="*/ 709220 h 709220"/>
                  <a:gd name="connsiteX1" fmla="*/ 335391 w 1146253"/>
                  <a:gd name="connsiteY1" fmla="*/ 12272 h 709220"/>
                  <a:gd name="connsiteX2" fmla="*/ 1005495 w 1146253"/>
                  <a:gd name="connsiteY2" fmla="*/ 201088 h 709220"/>
                  <a:gd name="connsiteX3" fmla="*/ 1146253 w 1146253"/>
                  <a:gd name="connsiteY3" fmla="*/ 692739 h 709220"/>
                  <a:gd name="connsiteX0" fmla="*/ 0 w 1146253"/>
                  <a:gd name="connsiteY0" fmla="*/ 709912 h 709912"/>
                  <a:gd name="connsiteX1" fmla="*/ 335391 w 1146253"/>
                  <a:gd name="connsiteY1" fmla="*/ 12964 h 709912"/>
                  <a:gd name="connsiteX2" fmla="*/ 911828 w 1146253"/>
                  <a:gd name="connsiteY2" fmla="*/ 191947 h 709912"/>
                  <a:gd name="connsiteX3" fmla="*/ 1146253 w 1146253"/>
                  <a:gd name="connsiteY3" fmla="*/ 693431 h 709912"/>
                  <a:gd name="connsiteX0" fmla="*/ 0 w 1146253"/>
                  <a:gd name="connsiteY0" fmla="*/ 709912 h 709912"/>
                  <a:gd name="connsiteX1" fmla="*/ 335391 w 1146253"/>
                  <a:gd name="connsiteY1" fmla="*/ 12964 h 709912"/>
                  <a:gd name="connsiteX2" fmla="*/ 911828 w 1146253"/>
                  <a:gd name="connsiteY2" fmla="*/ 191947 h 709912"/>
                  <a:gd name="connsiteX3" fmla="*/ 1146253 w 1146253"/>
                  <a:gd name="connsiteY3" fmla="*/ 693431 h 709912"/>
                  <a:gd name="connsiteX0" fmla="*/ 0 w 1146253"/>
                  <a:gd name="connsiteY0" fmla="*/ 717500 h 717500"/>
                  <a:gd name="connsiteX1" fmla="*/ 335391 w 1146253"/>
                  <a:gd name="connsiteY1" fmla="*/ 20552 h 717500"/>
                  <a:gd name="connsiteX2" fmla="*/ 911828 w 1146253"/>
                  <a:gd name="connsiteY2" fmla="*/ 199535 h 717500"/>
                  <a:gd name="connsiteX3" fmla="*/ 1146253 w 1146253"/>
                  <a:gd name="connsiteY3" fmla="*/ 701019 h 717500"/>
                  <a:gd name="connsiteX0" fmla="*/ 0 w 1146253"/>
                  <a:gd name="connsiteY0" fmla="*/ 530916 h 530916"/>
                  <a:gd name="connsiteX1" fmla="*/ 293761 w 1146253"/>
                  <a:gd name="connsiteY1" fmla="*/ 178088 h 530916"/>
                  <a:gd name="connsiteX2" fmla="*/ 911828 w 1146253"/>
                  <a:gd name="connsiteY2" fmla="*/ 12951 h 530916"/>
                  <a:gd name="connsiteX3" fmla="*/ 1146253 w 1146253"/>
                  <a:gd name="connsiteY3" fmla="*/ 514435 h 530916"/>
                  <a:gd name="connsiteX0" fmla="*/ 0 w 1146253"/>
                  <a:gd name="connsiteY0" fmla="*/ 533602 h 533602"/>
                  <a:gd name="connsiteX1" fmla="*/ 293761 w 1146253"/>
                  <a:gd name="connsiteY1" fmla="*/ 180774 h 533602"/>
                  <a:gd name="connsiteX2" fmla="*/ 911828 w 1146253"/>
                  <a:gd name="connsiteY2" fmla="*/ 15637 h 533602"/>
                  <a:gd name="connsiteX3" fmla="*/ 1146253 w 1146253"/>
                  <a:gd name="connsiteY3" fmla="*/ 517121 h 533602"/>
                  <a:gd name="connsiteX0" fmla="*/ 0 w 1146253"/>
                  <a:gd name="connsiteY0" fmla="*/ 527286 h 527286"/>
                  <a:gd name="connsiteX1" fmla="*/ 293761 w 1146253"/>
                  <a:gd name="connsiteY1" fmla="*/ 174458 h 527286"/>
                  <a:gd name="connsiteX2" fmla="*/ 911828 w 1146253"/>
                  <a:gd name="connsiteY2" fmla="*/ 9321 h 527286"/>
                  <a:gd name="connsiteX3" fmla="*/ 1146253 w 1146253"/>
                  <a:gd name="connsiteY3" fmla="*/ 510805 h 527286"/>
                  <a:gd name="connsiteX0" fmla="*/ 0 w 1146253"/>
                  <a:gd name="connsiteY0" fmla="*/ 530915 h 530915"/>
                  <a:gd name="connsiteX1" fmla="*/ 293761 w 1146253"/>
                  <a:gd name="connsiteY1" fmla="*/ 178087 h 530915"/>
                  <a:gd name="connsiteX2" fmla="*/ 911828 w 1146253"/>
                  <a:gd name="connsiteY2" fmla="*/ 12950 h 530915"/>
                  <a:gd name="connsiteX3" fmla="*/ 1146253 w 1146253"/>
                  <a:gd name="connsiteY3" fmla="*/ 514434 h 530915"/>
                  <a:gd name="connsiteX0" fmla="*/ 0 w 1146253"/>
                  <a:gd name="connsiteY0" fmla="*/ 535588 h 535588"/>
                  <a:gd name="connsiteX1" fmla="*/ 293761 w 1146253"/>
                  <a:gd name="connsiteY1" fmla="*/ 182760 h 535588"/>
                  <a:gd name="connsiteX2" fmla="*/ 911828 w 1146253"/>
                  <a:gd name="connsiteY2" fmla="*/ 17623 h 535588"/>
                  <a:gd name="connsiteX3" fmla="*/ 1146253 w 1146253"/>
                  <a:gd name="connsiteY3" fmla="*/ 519107 h 535588"/>
                  <a:gd name="connsiteX0" fmla="*/ 0 w 1146253"/>
                  <a:gd name="connsiteY0" fmla="*/ 529452 h 529452"/>
                  <a:gd name="connsiteX1" fmla="*/ 293761 w 1146253"/>
                  <a:gd name="connsiteY1" fmla="*/ 176624 h 529452"/>
                  <a:gd name="connsiteX2" fmla="*/ 911828 w 1146253"/>
                  <a:gd name="connsiteY2" fmla="*/ 11487 h 529452"/>
                  <a:gd name="connsiteX3" fmla="*/ 1146253 w 1146253"/>
                  <a:gd name="connsiteY3" fmla="*/ 512971 h 529452"/>
                  <a:gd name="connsiteX0" fmla="*/ 0 w 1146253"/>
                  <a:gd name="connsiteY0" fmla="*/ 529452 h 529452"/>
                  <a:gd name="connsiteX1" fmla="*/ 293761 w 1146253"/>
                  <a:gd name="connsiteY1" fmla="*/ 176624 h 529452"/>
                  <a:gd name="connsiteX2" fmla="*/ 911828 w 1146253"/>
                  <a:gd name="connsiteY2" fmla="*/ 11487 h 529452"/>
                  <a:gd name="connsiteX3" fmla="*/ 1146253 w 1146253"/>
                  <a:gd name="connsiteY3" fmla="*/ 512971 h 529452"/>
                  <a:gd name="connsiteX0" fmla="*/ 0 w 1146253"/>
                  <a:gd name="connsiteY0" fmla="*/ 524406 h 524406"/>
                  <a:gd name="connsiteX1" fmla="*/ 175114 w 1146253"/>
                  <a:gd name="connsiteY1" fmla="*/ 329430 h 524406"/>
                  <a:gd name="connsiteX2" fmla="*/ 911828 w 1146253"/>
                  <a:gd name="connsiteY2" fmla="*/ 6441 h 524406"/>
                  <a:gd name="connsiteX3" fmla="*/ 1146253 w 1146253"/>
                  <a:gd name="connsiteY3" fmla="*/ 507925 h 524406"/>
                  <a:gd name="connsiteX0" fmla="*/ 0 w 1146253"/>
                  <a:gd name="connsiteY0" fmla="*/ 425737 h 425737"/>
                  <a:gd name="connsiteX1" fmla="*/ 175114 w 1146253"/>
                  <a:gd name="connsiteY1" fmla="*/ 230761 h 425737"/>
                  <a:gd name="connsiteX2" fmla="*/ 971151 w 1146253"/>
                  <a:gd name="connsiteY2" fmla="*/ 9249 h 425737"/>
                  <a:gd name="connsiteX3" fmla="*/ 1146253 w 1146253"/>
                  <a:gd name="connsiteY3" fmla="*/ 409256 h 425737"/>
                  <a:gd name="connsiteX0" fmla="*/ 0 w 1146253"/>
                  <a:gd name="connsiteY0" fmla="*/ 425737 h 425737"/>
                  <a:gd name="connsiteX1" fmla="*/ 175114 w 1146253"/>
                  <a:gd name="connsiteY1" fmla="*/ 230761 h 425737"/>
                  <a:gd name="connsiteX2" fmla="*/ 971151 w 1146253"/>
                  <a:gd name="connsiteY2" fmla="*/ 9249 h 425737"/>
                  <a:gd name="connsiteX3" fmla="*/ 1146253 w 1146253"/>
                  <a:gd name="connsiteY3" fmla="*/ 409256 h 425737"/>
                  <a:gd name="connsiteX0" fmla="*/ 0 w 1146253"/>
                  <a:gd name="connsiteY0" fmla="*/ 491678 h 491678"/>
                  <a:gd name="connsiteX1" fmla="*/ 175114 w 1146253"/>
                  <a:gd name="connsiteY1" fmla="*/ 296702 h 491678"/>
                  <a:gd name="connsiteX2" fmla="*/ 812956 w 1146253"/>
                  <a:gd name="connsiteY2" fmla="*/ 7539 h 491678"/>
                  <a:gd name="connsiteX3" fmla="*/ 1146253 w 1146253"/>
                  <a:gd name="connsiteY3" fmla="*/ 475197 h 491678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58816 w 1146253"/>
                  <a:gd name="connsiteY1" fmla="*/ 239602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58816 w 1146253"/>
                  <a:gd name="connsiteY1" fmla="*/ 239602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58816 w 1146253"/>
                  <a:gd name="connsiteY1" fmla="*/ 239602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812956 w 1146253"/>
                  <a:gd name="connsiteY1" fmla="*/ 0 h 484139"/>
                  <a:gd name="connsiteX2" fmla="*/ 1146253 w 1146253"/>
                  <a:gd name="connsiteY2" fmla="*/ 467658 h 484139"/>
                  <a:gd name="connsiteX0" fmla="*/ 0 w 1146253"/>
                  <a:gd name="connsiteY0" fmla="*/ 592554 h 592554"/>
                  <a:gd name="connsiteX1" fmla="*/ 840118 w 1146253"/>
                  <a:gd name="connsiteY1" fmla="*/ 0 h 592554"/>
                  <a:gd name="connsiteX2" fmla="*/ 1146253 w 1146253"/>
                  <a:gd name="connsiteY2" fmla="*/ 576073 h 592554"/>
                  <a:gd name="connsiteX0" fmla="*/ 0 w 1146253"/>
                  <a:gd name="connsiteY0" fmla="*/ 394309 h 394309"/>
                  <a:gd name="connsiteX1" fmla="*/ 986797 w 1146253"/>
                  <a:gd name="connsiteY1" fmla="*/ 0 h 394309"/>
                  <a:gd name="connsiteX2" fmla="*/ 1146253 w 1146253"/>
                  <a:gd name="connsiteY2" fmla="*/ 377828 h 394309"/>
                  <a:gd name="connsiteX0" fmla="*/ 0 w 1146253"/>
                  <a:gd name="connsiteY0" fmla="*/ 396358 h 396358"/>
                  <a:gd name="connsiteX1" fmla="*/ 329457 w 1146253"/>
                  <a:gd name="connsiteY1" fmla="*/ 236225 h 396358"/>
                  <a:gd name="connsiteX2" fmla="*/ 986797 w 1146253"/>
                  <a:gd name="connsiteY2" fmla="*/ 2049 h 396358"/>
                  <a:gd name="connsiteX3" fmla="*/ 1146253 w 1146253"/>
                  <a:gd name="connsiteY3" fmla="*/ 379877 h 396358"/>
                  <a:gd name="connsiteX0" fmla="*/ 0 w 1146253"/>
                  <a:gd name="connsiteY0" fmla="*/ 397090 h 397090"/>
                  <a:gd name="connsiteX1" fmla="*/ 166480 w 1146253"/>
                  <a:gd name="connsiteY1" fmla="*/ 181200 h 397090"/>
                  <a:gd name="connsiteX2" fmla="*/ 986797 w 1146253"/>
                  <a:gd name="connsiteY2" fmla="*/ 2781 h 397090"/>
                  <a:gd name="connsiteX3" fmla="*/ 1146253 w 1146253"/>
                  <a:gd name="connsiteY3" fmla="*/ 380609 h 397090"/>
                  <a:gd name="connsiteX0" fmla="*/ 0 w 1146253"/>
                  <a:gd name="connsiteY0" fmla="*/ 395886 h 395886"/>
                  <a:gd name="connsiteX1" fmla="*/ 166480 w 1146253"/>
                  <a:gd name="connsiteY1" fmla="*/ 179996 h 395886"/>
                  <a:gd name="connsiteX2" fmla="*/ 986797 w 1146253"/>
                  <a:gd name="connsiteY2" fmla="*/ 1577 h 395886"/>
                  <a:gd name="connsiteX3" fmla="*/ 1146253 w 1146253"/>
                  <a:gd name="connsiteY3" fmla="*/ 379405 h 395886"/>
                  <a:gd name="connsiteX0" fmla="*/ 95212 w 1241465"/>
                  <a:gd name="connsiteY0" fmla="*/ 395886 h 395886"/>
                  <a:gd name="connsiteX1" fmla="*/ 261692 w 1241465"/>
                  <a:gd name="connsiteY1" fmla="*/ 179996 h 395886"/>
                  <a:gd name="connsiteX2" fmla="*/ 1082009 w 1241465"/>
                  <a:gd name="connsiteY2" fmla="*/ 1577 h 395886"/>
                  <a:gd name="connsiteX3" fmla="*/ 1241465 w 1241465"/>
                  <a:gd name="connsiteY3" fmla="*/ 379405 h 395886"/>
                  <a:gd name="connsiteX0" fmla="*/ 0 w 1146253"/>
                  <a:gd name="connsiteY0" fmla="*/ 396431 h 396431"/>
                  <a:gd name="connsiteX1" fmla="*/ 166480 w 1146253"/>
                  <a:gd name="connsiteY1" fmla="*/ 180541 h 396431"/>
                  <a:gd name="connsiteX2" fmla="*/ 986797 w 1146253"/>
                  <a:gd name="connsiteY2" fmla="*/ 2122 h 396431"/>
                  <a:gd name="connsiteX3" fmla="*/ 1146253 w 1146253"/>
                  <a:gd name="connsiteY3" fmla="*/ 379950 h 396431"/>
                  <a:gd name="connsiteX0" fmla="*/ 0 w 1146253"/>
                  <a:gd name="connsiteY0" fmla="*/ 395863 h 395863"/>
                  <a:gd name="connsiteX1" fmla="*/ 334889 w 1146253"/>
                  <a:gd name="connsiteY1" fmla="*/ 254315 h 395863"/>
                  <a:gd name="connsiteX2" fmla="*/ 986797 w 1146253"/>
                  <a:gd name="connsiteY2" fmla="*/ 1554 h 395863"/>
                  <a:gd name="connsiteX3" fmla="*/ 1146253 w 1146253"/>
                  <a:gd name="connsiteY3" fmla="*/ 379382 h 395863"/>
                  <a:gd name="connsiteX0" fmla="*/ 0 w 1146253"/>
                  <a:gd name="connsiteY0" fmla="*/ 395506 h 395506"/>
                  <a:gd name="connsiteX1" fmla="*/ 334889 w 1146253"/>
                  <a:gd name="connsiteY1" fmla="*/ 253958 h 395506"/>
                  <a:gd name="connsiteX2" fmla="*/ 986797 w 1146253"/>
                  <a:gd name="connsiteY2" fmla="*/ 1197 h 395506"/>
                  <a:gd name="connsiteX3" fmla="*/ 1146253 w 1146253"/>
                  <a:gd name="connsiteY3" fmla="*/ 379025 h 395506"/>
                  <a:gd name="connsiteX0" fmla="*/ 0 w 1146253"/>
                  <a:gd name="connsiteY0" fmla="*/ 395581 h 395581"/>
                  <a:gd name="connsiteX1" fmla="*/ 334889 w 1146253"/>
                  <a:gd name="connsiteY1" fmla="*/ 254033 h 395581"/>
                  <a:gd name="connsiteX2" fmla="*/ 986797 w 1146253"/>
                  <a:gd name="connsiteY2" fmla="*/ 1272 h 395581"/>
                  <a:gd name="connsiteX3" fmla="*/ 1146253 w 1146253"/>
                  <a:gd name="connsiteY3" fmla="*/ 379100 h 395581"/>
                  <a:gd name="connsiteX0" fmla="*/ 0 w 1146253"/>
                  <a:gd name="connsiteY0" fmla="*/ 395695 h 395695"/>
                  <a:gd name="connsiteX1" fmla="*/ 242536 w 1146253"/>
                  <a:gd name="connsiteY1" fmla="*/ 226269 h 395695"/>
                  <a:gd name="connsiteX2" fmla="*/ 986797 w 1146253"/>
                  <a:gd name="connsiteY2" fmla="*/ 1386 h 395695"/>
                  <a:gd name="connsiteX3" fmla="*/ 1146253 w 1146253"/>
                  <a:gd name="connsiteY3" fmla="*/ 379214 h 395695"/>
                  <a:gd name="connsiteX0" fmla="*/ 0 w 1146253"/>
                  <a:gd name="connsiteY0" fmla="*/ 399523 h 399523"/>
                  <a:gd name="connsiteX1" fmla="*/ 242536 w 1146253"/>
                  <a:gd name="connsiteY1" fmla="*/ 230097 h 399523"/>
                  <a:gd name="connsiteX2" fmla="*/ 899876 w 1146253"/>
                  <a:gd name="connsiteY2" fmla="*/ 2116 h 399523"/>
                  <a:gd name="connsiteX3" fmla="*/ 1146253 w 1146253"/>
                  <a:gd name="connsiteY3" fmla="*/ 383042 h 399523"/>
                  <a:gd name="connsiteX0" fmla="*/ 0 w 1146253"/>
                  <a:gd name="connsiteY0" fmla="*/ 398796 h 398796"/>
                  <a:gd name="connsiteX1" fmla="*/ 242536 w 1146253"/>
                  <a:gd name="connsiteY1" fmla="*/ 229370 h 398796"/>
                  <a:gd name="connsiteX2" fmla="*/ 899876 w 1146253"/>
                  <a:gd name="connsiteY2" fmla="*/ 1389 h 398796"/>
                  <a:gd name="connsiteX3" fmla="*/ 1146253 w 1146253"/>
                  <a:gd name="connsiteY3" fmla="*/ 382315 h 398796"/>
                  <a:gd name="connsiteX0" fmla="*/ 0 w 1146253"/>
                  <a:gd name="connsiteY0" fmla="*/ 398873 h 398873"/>
                  <a:gd name="connsiteX1" fmla="*/ 242536 w 1146253"/>
                  <a:gd name="connsiteY1" fmla="*/ 229447 h 398873"/>
                  <a:gd name="connsiteX2" fmla="*/ 899876 w 1146253"/>
                  <a:gd name="connsiteY2" fmla="*/ 1466 h 398873"/>
                  <a:gd name="connsiteX3" fmla="*/ 1146253 w 1146253"/>
                  <a:gd name="connsiteY3" fmla="*/ 382392 h 398873"/>
                  <a:gd name="connsiteX0" fmla="*/ 0 w 1146253"/>
                  <a:gd name="connsiteY0" fmla="*/ 398550 h 398550"/>
                  <a:gd name="connsiteX1" fmla="*/ 250788 w 1146253"/>
                  <a:gd name="connsiteY1" fmla="*/ 312156 h 398550"/>
                  <a:gd name="connsiteX2" fmla="*/ 899876 w 1146253"/>
                  <a:gd name="connsiteY2" fmla="*/ 1143 h 398550"/>
                  <a:gd name="connsiteX3" fmla="*/ 1146253 w 1146253"/>
                  <a:gd name="connsiteY3" fmla="*/ 382069 h 398550"/>
                  <a:gd name="connsiteX0" fmla="*/ 0 w 1146253"/>
                  <a:gd name="connsiteY0" fmla="*/ 397407 h 397407"/>
                  <a:gd name="connsiteX1" fmla="*/ 899876 w 1146253"/>
                  <a:gd name="connsiteY1" fmla="*/ 0 h 397407"/>
                  <a:gd name="connsiteX2" fmla="*/ 1146253 w 1146253"/>
                  <a:gd name="connsiteY2" fmla="*/ 380926 h 397407"/>
                  <a:gd name="connsiteX0" fmla="*/ 0 w 552167"/>
                  <a:gd name="connsiteY0" fmla="*/ 405710 h 405710"/>
                  <a:gd name="connsiteX1" fmla="*/ 305790 w 552167"/>
                  <a:gd name="connsiteY1" fmla="*/ 0 h 405710"/>
                  <a:gd name="connsiteX2" fmla="*/ 552167 w 552167"/>
                  <a:gd name="connsiteY2" fmla="*/ 380926 h 405710"/>
                  <a:gd name="connsiteX0" fmla="*/ 0 w 552167"/>
                  <a:gd name="connsiteY0" fmla="*/ 405710 h 405710"/>
                  <a:gd name="connsiteX1" fmla="*/ 305790 w 552167"/>
                  <a:gd name="connsiteY1" fmla="*/ 0 h 405710"/>
                  <a:gd name="connsiteX2" fmla="*/ 552167 w 552167"/>
                  <a:gd name="connsiteY2" fmla="*/ 404297 h 405710"/>
                  <a:gd name="connsiteX0" fmla="*/ 0 w 556530"/>
                  <a:gd name="connsiteY0" fmla="*/ 405710 h 414920"/>
                  <a:gd name="connsiteX1" fmla="*/ 305790 w 556530"/>
                  <a:gd name="connsiteY1" fmla="*/ 0 h 414920"/>
                  <a:gd name="connsiteX2" fmla="*/ 556530 w 556530"/>
                  <a:gd name="connsiteY2" fmla="*/ 414920 h 414920"/>
                  <a:gd name="connsiteX0" fmla="*/ 0 w 556530"/>
                  <a:gd name="connsiteY0" fmla="*/ 405710 h 414920"/>
                  <a:gd name="connsiteX1" fmla="*/ 305790 w 556530"/>
                  <a:gd name="connsiteY1" fmla="*/ 0 h 414920"/>
                  <a:gd name="connsiteX2" fmla="*/ 556530 w 556530"/>
                  <a:gd name="connsiteY2" fmla="*/ 414920 h 414920"/>
                  <a:gd name="connsiteX0" fmla="*/ 0 w 556530"/>
                  <a:gd name="connsiteY0" fmla="*/ 405710 h 414920"/>
                  <a:gd name="connsiteX1" fmla="*/ 292700 w 556530"/>
                  <a:gd name="connsiteY1" fmla="*/ 0 h 414920"/>
                  <a:gd name="connsiteX2" fmla="*/ 556530 w 556530"/>
                  <a:gd name="connsiteY2" fmla="*/ 414920 h 414920"/>
                  <a:gd name="connsiteX0" fmla="*/ 0 w 556530"/>
                  <a:gd name="connsiteY0" fmla="*/ 405710 h 414920"/>
                  <a:gd name="connsiteX1" fmla="*/ 292700 w 556530"/>
                  <a:gd name="connsiteY1" fmla="*/ 0 h 414920"/>
                  <a:gd name="connsiteX2" fmla="*/ 556530 w 556530"/>
                  <a:gd name="connsiteY2" fmla="*/ 414920 h 414920"/>
                  <a:gd name="connsiteX0" fmla="*/ 0 w 556530"/>
                  <a:gd name="connsiteY0" fmla="*/ 405710 h 414920"/>
                  <a:gd name="connsiteX1" fmla="*/ 292700 w 556530"/>
                  <a:gd name="connsiteY1" fmla="*/ 0 h 414920"/>
                  <a:gd name="connsiteX2" fmla="*/ 556530 w 556530"/>
                  <a:gd name="connsiteY2" fmla="*/ 414920 h 414920"/>
                  <a:gd name="connsiteX0" fmla="*/ 0 w 556530"/>
                  <a:gd name="connsiteY0" fmla="*/ 405710 h 405710"/>
                  <a:gd name="connsiteX1" fmla="*/ 292700 w 556530"/>
                  <a:gd name="connsiteY1" fmla="*/ 0 h 405710"/>
                  <a:gd name="connsiteX2" fmla="*/ 556530 w 556530"/>
                  <a:gd name="connsiteY2" fmla="*/ 402172 h 405710"/>
                  <a:gd name="connsiteX0" fmla="*/ 0 w 560893"/>
                  <a:gd name="connsiteY0" fmla="*/ 405710 h 414920"/>
                  <a:gd name="connsiteX1" fmla="*/ 292700 w 560893"/>
                  <a:gd name="connsiteY1" fmla="*/ 0 h 414920"/>
                  <a:gd name="connsiteX2" fmla="*/ 560893 w 560893"/>
                  <a:gd name="connsiteY2" fmla="*/ 414920 h 414920"/>
                  <a:gd name="connsiteX0" fmla="*/ 0 w 556530"/>
                  <a:gd name="connsiteY0" fmla="*/ 405710 h 405710"/>
                  <a:gd name="connsiteX1" fmla="*/ 292700 w 556530"/>
                  <a:gd name="connsiteY1" fmla="*/ 0 h 405710"/>
                  <a:gd name="connsiteX2" fmla="*/ 556530 w 556530"/>
                  <a:gd name="connsiteY2" fmla="*/ 404297 h 405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56530" h="405710">
                    <a:moveTo>
                      <a:pt x="0" y="405710"/>
                    </a:moveTo>
                    <a:cubicBezTo>
                      <a:pt x="95840" y="293173"/>
                      <a:pt x="162747" y="623"/>
                      <a:pt x="292700" y="0"/>
                    </a:cubicBezTo>
                    <a:cubicBezTo>
                      <a:pt x="428711" y="6078"/>
                      <a:pt x="506998" y="325994"/>
                      <a:pt x="556530" y="404297"/>
                    </a:cubicBezTo>
                  </a:path>
                </a:pathLst>
              </a:custGeom>
              <a:gradFill flip="none" rotWithShape="1">
                <a:gsLst>
                  <a:gs pos="100000">
                    <a:srgbClr val="5AB359"/>
                  </a:gs>
                  <a:gs pos="81000">
                    <a:srgbClr val="9FD276"/>
                  </a:gs>
                  <a:gs pos="2000">
                    <a:srgbClr val="F8FBC7"/>
                  </a:gs>
                </a:gsLst>
                <a:lin ang="10800000" scaled="1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48C6775-5800-7645-F514-DE2FA4552F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023" y="5860190"/>
                <a:ext cx="1764280" cy="1989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B878E368-C8FB-52DD-367E-3D73CC3B05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023" y="3368265"/>
                <a:ext cx="1764280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F29CC6FB-31CB-0631-313F-BA2B0555D246}"/>
                  </a:ext>
                </a:extLst>
              </p:cNvPr>
              <p:cNvSpPr/>
              <p:nvPr/>
            </p:nvSpPr>
            <p:spPr>
              <a:xfrm flipH="1">
                <a:off x="1341148" y="5227664"/>
                <a:ext cx="1764280" cy="637340"/>
              </a:xfrm>
              <a:custGeom>
                <a:avLst/>
                <a:gdLst>
                  <a:gd name="connsiteX0" fmla="*/ 0 w 914400"/>
                  <a:gd name="connsiteY0" fmla="*/ 950271 h 968201"/>
                  <a:gd name="connsiteX1" fmla="*/ 376518 w 914400"/>
                  <a:gd name="connsiteY1" fmla="*/ 13 h 968201"/>
                  <a:gd name="connsiteX2" fmla="*/ 896470 w 914400"/>
                  <a:gd name="connsiteY2" fmla="*/ 968201 h 968201"/>
                  <a:gd name="connsiteX3" fmla="*/ 896470 w 914400"/>
                  <a:gd name="connsiteY3" fmla="*/ 968201 h 968201"/>
                  <a:gd name="connsiteX4" fmla="*/ 914400 w 914400"/>
                  <a:gd name="connsiteY4" fmla="*/ 968201 h 968201"/>
                  <a:gd name="connsiteX0" fmla="*/ 0 w 914400"/>
                  <a:gd name="connsiteY0" fmla="*/ 791293 h 809223"/>
                  <a:gd name="connsiteX1" fmla="*/ 439628 w 914400"/>
                  <a:gd name="connsiteY1" fmla="*/ 21 h 809223"/>
                  <a:gd name="connsiteX2" fmla="*/ 896470 w 914400"/>
                  <a:gd name="connsiteY2" fmla="*/ 809223 h 809223"/>
                  <a:gd name="connsiteX3" fmla="*/ 896470 w 914400"/>
                  <a:gd name="connsiteY3" fmla="*/ 809223 h 809223"/>
                  <a:gd name="connsiteX4" fmla="*/ 914400 w 914400"/>
                  <a:gd name="connsiteY4" fmla="*/ 809223 h 809223"/>
                  <a:gd name="connsiteX0" fmla="*/ 0 w 914400"/>
                  <a:gd name="connsiteY0" fmla="*/ 876926 h 894856"/>
                  <a:gd name="connsiteX1" fmla="*/ 439628 w 914400"/>
                  <a:gd name="connsiteY1" fmla="*/ 85654 h 894856"/>
                  <a:gd name="connsiteX2" fmla="*/ 896470 w 914400"/>
                  <a:gd name="connsiteY2" fmla="*/ 894856 h 894856"/>
                  <a:gd name="connsiteX3" fmla="*/ 896470 w 914400"/>
                  <a:gd name="connsiteY3" fmla="*/ 894856 h 894856"/>
                  <a:gd name="connsiteX4" fmla="*/ 914400 w 914400"/>
                  <a:gd name="connsiteY4" fmla="*/ 894856 h 894856"/>
                  <a:gd name="connsiteX0" fmla="*/ 0 w 914400"/>
                  <a:gd name="connsiteY0" fmla="*/ 918291 h 936221"/>
                  <a:gd name="connsiteX1" fmla="*/ 547770 w 914400"/>
                  <a:gd name="connsiteY1" fmla="*/ 83236 h 936221"/>
                  <a:gd name="connsiteX2" fmla="*/ 896470 w 914400"/>
                  <a:gd name="connsiteY2" fmla="*/ 936221 h 936221"/>
                  <a:gd name="connsiteX3" fmla="*/ 896470 w 914400"/>
                  <a:gd name="connsiteY3" fmla="*/ 936221 h 936221"/>
                  <a:gd name="connsiteX4" fmla="*/ 914400 w 914400"/>
                  <a:gd name="connsiteY4" fmla="*/ 936221 h 936221"/>
                  <a:gd name="connsiteX0" fmla="*/ 0 w 914400"/>
                  <a:gd name="connsiteY0" fmla="*/ 835213 h 853143"/>
                  <a:gd name="connsiteX1" fmla="*/ 547770 w 914400"/>
                  <a:gd name="connsiteY1" fmla="*/ 158 h 853143"/>
                  <a:gd name="connsiteX2" fmla="*/ 896470 w 914400"/>
                  <a:gd name="connsiteY2" fmla="*/ 853143 h 853143"/>
                  <a:gd name="connsiteX3" fmla="*/ 896470 w 914400"/>
                  <a:gd name="connsiteY3" fmla="*/ 853143 h 853143"/>
                  <a:gd name="connsiteX4" fmla="*/ 914400 w 914400"/>
                  <a:gd name="connsiteY4" fmla="*/ 853143 h 853143"/>
                  <a:gd name="connsiteX0" fmla="*/ 0 w 914400"/>
                  <a:gd name="connsiteY0" fmla="*/ 791451 h 809381"/>
                  <a:gd name="connsiteX1" fmla="*/ 640463 w 914400"/>
                  <a:gd name="connsiteY1" fmla="*/ 179 h 809381"/>
                  <a:gd name="connsiteX2" fmla="*/ 896470 w 914400"/>
                  <a:gd name="connsiteY2" fmla="*/ 809381 h 809381"/>
                  <a:gd name="connsiteX3" fmla="*/ 896470 w 914400"/>
                  <a:gd name="connsiteY3" fmla="*/ 809381 h 809381"/>
                  <a:gd name="connsiteX4" fmla="*/ 914400 w 914400"/>
                  <a:gd name="connsiteY4" fmla="*/ 809381 h 809381"/>
                  <a:gd name="connsiteX0" fmla="*/ 0 w 914400"/>
                  <a:gd name="connsiteY0" fmla="*/ 813339 h 831269"/>
                  <a:gd name="connsiteX1" fmla="*/ 640463 w 914400"/>
                  <a:gd name="connsiteY1" fmla="*/ 22067 h 831269"/>
                  <a:gd name="connsiteX2" fmla="*/ 896470 w 914400"/>
                  <a:gd name="connsiteY2" fmla="*/ 831269 h 831269"/>
                  <a:gd name="connsiteX3" fmla="*/ 896470 w 914400"/>
                  <a:gd name="connsiteY3" fmla="*/ 831269 h 831269"/>
                  <a:gd name="connsiteX4" fmla="*/ 914400 w 914400"/>
                  <a:gd name="connsiteY4" fmla="*/ 831269 h 831269"/>
                  <a:gd name="connsiteX0" fmla="*/ 0 w 914400"/>
                  <a:gd name="connsiteY0" fmla="*/ 827648 h 845578"/>
                  <a:gd name="connsiteX1" fmla="*/ 424180 w 914400"/>
                  <a:gd name="connsiteY1" fmla="*/ 21781 h 845578"/>
                  <a:gd name="connsiteX2" fmla="*/ 896470 w 914400"/>
                  <a:gd name="connsiteY2" fmla="*/ 845578 h 845578"/>
                  <a:gd name="connsiteX3" fmla="*/ 896470 w 914400"/>
                  <a:gd name="connsiteY3" fmla="*/ 845578 h 845578"/>
                  <a:gd name="connsiteX4" fmla="*/ 914400 w 914400"/>
                  <a:gd name="connsiteY4" fmla="*/ 845578 h 845578"/>
                  <a:gd name="connsiteX0" fmla="*/ 0 w 914400"/>
                  <a:gd name="connsiteY0" fmla="*/ 806228 h 824158"/>
                  <a:gd name="connsiteX1" fmla="*/ 424180 w 914400"/>
                  <a:gd name="connsiteY1" fmla="*/ 361 h 824158"/>
                  <a:gd name="connsiteX2" fmla="*/ 896470 w 914400"/>
                  <a:gd name="connsiteY2" fmla="*/ 824158 h 824158"/>
                  <a:gd name="connsiteX3" fmla="*/ 896470 w 914400"/>
                  <a:gd name="connsiteY3" fmla="*/ 824158 h 824158"/>
                  <a:gd name="connsiteX4" fmla="*/ 914400 w 914400"/>
                  <a:gd name="connsiteY4" fmla="*/ 824158 h 824158"/>
                  <a:gd name="connsiteX0" fmla="*/ 0 w 914400"/>
                  <a:gd name="connsiteY0" fmla="*/ 879172 h 897102"/>
                  <a:gd name="connsiteX1" fmla="*/ 455077 w 914400"/>
                  <a:gd name="connsiteY1" fmla="*/ 332 h 897102"/>
                  <a:gd name="connsiteX2" fmla="*/ 896470 w 914400"/>
                  <a:gd name="connsiteY2" fmla="*/ 897102 h 897102"/>
                  <a:gd name="connsiteX3" fmla="*/ 896470 w 914400"/>
                  <a:gd name="connsiteY3" fmla="*/ 897102 h 897102"/>
                  <a:gd name="connsiteX4" fmla="*/ 914400 w 914400"/>
                  <a:gd name="connsiteY4" fmla="*/ 897102 h 897102"/>
                  <a:gd name="connsiteX0" fmla="*/ 0 w 1115234"/>
                  <a:gd name="connsiteY0" fmla="*/ 879172 h 897102"/>
                  <a:gd name="connsiteX1" fmla="*/ 455077 w 1115234"/>
                  <a:gd name="connsiteY1" fmla="*/ 332 h 897102"/>
                  <a:gd name="connsiteX2" fmla="*/ 896470 w 1115234"/>
                  <a:gd name="connsiteY2" fmla="*/ 897102 h 897102"/>
                  <a:gd name="connsiteX3" fmla="*/ 896470 w 1115234"/>
                  <a:gd name="connsiteY3" fmla="*/ 897102 h 897102"/>
                  <a:gd name="connsiteX4" fmla="*/ 1115234 w 1115234"/>
                  <a:gd name="connsiteY4" fmla="*/ 882507 h 897102"/>
                  <a:gd name="connsiteX0" fmla="*/ 0 w 1115234"/>
                  <a:gd name="connsiteY0" fmla="*/ 879172 h 897102"/>
                  <a:gd name="connsiteX1" fmla="*/ 455077 w 1115234"/>
                  <a:gd name="connsiteY1" fmla="*/ 332 h 897102"/>
                  <a:gd name="connsiteX2" fmla="*/ 896470 w 1115234"/>
                  <a:gd name="connsiteY2" fmla="*/ 897102 h 897102"/>
                  <a:gd name="connsiteX3" fmla="*/ 1081855 w 1115234"/>
                  <a:gd name="connsiteY3" fmla="*/ 882508 h 897102"/>
                  <a:gd name="connsiteX4" fmla="*/ 1115234 w 1115234"/>
                  <a:gd name="connsiteY4" fmla="*/ 882507 h 897102"/>
                  <a:gd name="connsiteX0" fmla="*/ 0 w 1115234"/>
                  <a:gd name="connsiteY0" fmla="*/ 878948 h 882284"/>
                  <a:gd name="connsiteX1" fmla="*/ 455077 w 1115234"/>
                  <a:gd name="connsiteY1" fmla="*/ 108 h 882284"/>
                  <a:gd name="connsiteX2" fmla="*/ 1057788 w 1115234"/>
                  <a:gd name="connsiteY2" fmla="*/ 813307 h 882284"/>
                  <a:gd name="connsiteX3" fmla="*/ 1081855 w 1115234"/>
                  <a:gd name="connsiteY3" fmla="*/ 882284 h 882284"/>
                  <a:gd name="connsiteX4" fmla="*/ 1115234 w 1115234"/>
                  <a:gd name="connsiteY4" fmla="*/ 882283 h 882284"/>
                  <a:gd name="connsiteX0" fmla="*/ 0 w 1141253"/>
                  <a:gd name="connsiteY0" fmla="*/ 878948 h 882284"/>
                  <a:gd name="connsiteX1" fmla="*/ 455077 w 1141253"/>
                  <a:gd name="connsiteY1" fmla="*/ 108 h 882284"/>
                  <a:gd name="connsiteX2" fmla="*/ 1057788 w 1141253"/>
                  <a:gd name="connsiteY2" fmla="*/ 813307 h 882284"/>
                  <a:gd name="connsiteX3" fmla="*/ 1081855 w 1141253"/>
                  <a:gd name="connsiteY3" fmla="*/ 882284 h 882284"/>
                  <a:gd name="connsiteX4" fmla="*/ 1141253 w 1141253"/>
                  <a:gd name="connsiteY4" fmla="*/ 862619 h 882284"/>
                  <a:gd name="connsiteX0" fmla="*/ 0 w 1081855"/>
                  <a:gd name="connsiteY0" fmla="*/ 878948 h 882284"/>
                  <a:gd name="connsiteX1" fmla="*/ 455077 w 1081855"/>
                  <a:gd name="connsiteY1" fmla="*/ 108 h 882284"/>
                  <a:gd name="connsiteX2" fmla="*/ 1057788 w 1081855"/>
                  <a:gd name="connsiteY2" fmla="*/ 813307 h 882284"/>
                  <a:gd name="connsiteX3" fmla="*/ 1081855 w 1081855"/>
                  <a:gd name="connsiteY3" fmla="*/ 882284 h 882284"/>
                  <a:gd name="connsiteX0" fmla="*/ 0 w 1057788"/>
                  <a:gd name="connsiteY0" fmla="*/ 878948 h 878948"/>
                  <a:gd name="connsiteX1" fmla="*/ 455077 w 1057788"/>
                  <a:gd name="connsiteY1" fmla="*/ 108 h 878948"/>
                  <a:gd name="connsiteX2" fmla="*/ 1057788 w 1057788"/>
                  <a:gd name="connsiteY2" fmla="*/ 813307 h 878948"/>
                  <a:gd name="connsiteX0" fmla="*/ 0 w 1146253"/>
                  <a:gd name="connsiteY0" fmla="*/ 878847 h 878847"/>
                  <a:gd name="connsiteX1" fmla="*/ 455077 w 1146253"/>
                  <a:gd name="connsiteY1" fmla="*/ 7 h 878847"/>
                  <a:gd name="connsiteX2" fmla="*/ 1146253 w 1146253"/>
                  <a:gd name="connsiteY2" fmla="*/ 862366 h 878847"/>
                  <a:gd name="connsiteX0" fmla="*/ 0 w 1146253"/>
                  <a:gd name="connsiteY0" fmla="*/ 886730 h 886730"/>
                  <a:gd name="connsiteX1" fmla="*/ 455077 w 1146253"/>
                  <a:gd name="connsiteY1" fmla="*/ 7890 h 886730"/>
                  <a:gd name="connsiteX2" fmla="*/ 901419 w 1146253"/>
                  <a:gd name="connsiteY2" fmla="*/ 476918 h 886730"/>
                  <a:gd name="connsiteX3" fmla="*/ 1146253 w 1146253"/>
                  <a:gd name="connsiteY3" fmla="*/ 870249 h 886730"/>
                  <a:gd name="connsiteX0" fmla="*/ 0 w 1146253"/>
                  <a:gd name="connsiteY0" fmla="*/ 893192 h 893192"/>
                  <a:gd name="connsiteX1" fmla="*/ 455077 w 1146253"/>
                  <a:gd name="connsiteY1" fmla="*/ 14352 h 893192"/>
                  <a:gd name="connsiteX2" fmla="*/ 1005495 w 1146253"/>
                  <a:gd name="connsiteY2" fmla="*/ 385060 h 893192"/>
                  <a:gd name="connsiteX3" fmla="*/ 1146253 w 1146253"/>
                  <a:gd name="connsiteY3" fmla="*/ 876711 h 893192"/>
                  <a:gd name="connsiteX0" fmla="*/ 0 w 1146253"/>
                  <a:gd name="connsiteY0" fmla="*/ 888633 h 888633"/>
                  <a:gd name="connsiteX1" fmla="*/ 455077 w 1146253"/>
                  <a:gd name="connsiteY1" fmla="*/ 9793 h 888633"/>
                  <a:gd name="connsiteX2" fmla="*/ 1005495 w 1146253"/>
                  <a:gd name="connsiteY2" fmla="*/ 380501 h 888633"/>
                  <a:gd name="connsiteX3" fmla="*/ 1146253 w 1146253"/>
                  <a:gd name="connsiteY3" fmla="*/ 872152 h 888633"/>
                  <a:gd name="connsiteX0" fmla="*/ 0 w 1146253"/>
                  <a:gd name="connsiteY0" fmla="*/ 887498 h 887498"/>
                  <a:gd name="connsiteX1" fmla="*/ 455077 w 1146253"/>
                  <a:gd name="connsiteY1" fmla="*/ 8658 h 887498"/>
                  <a:gd name="connsiteX2" fmla="*/ 1005495 w 1146253"/>
                  <a:gd name="connsiteY2" fmla="*/ 379366 h 887498"/>
                  <a:gd name="connsiteX3" fmla="*/ 1146253 w 1146253"/>
                  <a:gd name="connsiteY3" fmla="*/ 871017 h 887498"/>
                  <a:gd name="connsiteX0" fmla="*/ 0 w 1146253"/>
                  <a:gd name="connsiteY0" fmla="*/ 887498 h 887498"/>
                  <a:gd name="connsiteX1" fmla="*/ 455077 w 1146253"/>
                  <a:gd name="connsiteY1" fmla="*/ 8658 h 887498"/>
                  <a:gd name="connsiteX2" fmla="*/ 1005495 w 1146253"/>
                  <a:gd name="connsiteY2" fmla="*/ 379366 h 887498"/>
                  <a:gd name="connsiteX3" fmla="*/ 1146253 w 1146253"/>
                  <a:gd name="connsiteY3" fmla="*/ 871017 h 887498"/>
                  <a:gd name="connsiteX0" fmla="*/ 0 w 1146253"/>
                  <a:gd name="connsiteY0" fmla="*/ 709220 h 709220"/>
                  <a:gd name="connsiteX1" fmla="*/ 335391 w 1146253"/>
                  <a:gd name="connsiteY1" fmla="*/ 12272 h 709220"/>
                  <a:gd name="connsiteX2" fmla="*/ 1005495 w 1146253"/>
                  <a:gd name="connsiteY2" fmla="*/ 201088 h 709220"/>
                  <a:gd name="connsiteX3" fmla="*/ 1146253 w 1146253"/>
                  <a:gd name="connsiteY3" fmla="*/ 692739 h 709220"/>
                  <a:gd name="connsiteX0" fmla="*/ 0 w 1146253"/>
                  <a:gd name="connsiteY0" fmla="*/ 709912 h 709912"/>
                  <a:gd name="connsiteX1" fmla="*/ 335391 w 1146253"/>
                  <a:gd name="connsiteY1" fmla="*/ 12964 h 709912"/>
                  <a:gd name="connsiteX2" fmla="*/ 911828 w 1146253"/>
                  <a:gd name="connsiteY2" fmla="*/ 191947 h 709912"/>
                  <a:gd name="connsiteX3" fmla="*/ 1146253 w 1146253"/>
                  <a:gd name="connsiteY3" fmla="*/ 693431 h 709912"/>
                  <a:gd name="connsiteX0" fmla="*/ 0 w 1146253"/>
                  <a:gd name="connsiteY0" fmla="*/ 709912 h 709912"/>
                  <a:gd name="connsiteX1" fmla="*/ 335391 w 1146253"/>
                  <a:gd name="connsiteY1" fmla="*/ 12964 h 709912"/>
                  <a:gd name="connsiteX2" fmla="*/ 911828 w 1146253"/>
                  <a:gd name="connsiteY2" fmla="*/ 191947 h 709912"/>
                  <a:gd name="connsiteX3" fmla="*/ 1146253 w 1146253"/>
                  <a:gd name="connsiteY3" fmla="*/ 693431 h 709912"/>
                  <a:gd name="connsiteX0" fmla="*/ 0 w 1146253"/>
                  <a:gd name="connsiteY0" fmla="*/ 717500 h 717500"/>
                  <a:gd name="connsiteX1" fmla="*/ 335391 w 1146253"/>
                  <a:gd name="connsiteY1" fmla="*/ 20552 h 717500"/>
                  <a:gd name="connsiteX2" fmla="*/ 911828 w 1146253"/>
                  <a:gd name="connsiteY2" fmla="*/ 199535 h 717500"/>
                  <a:gd name="connsiteX3" fmla="*/ 1146253 w 1146253"/>
                  <a:gd name="connsiteY3" fmla="*/ 701019 h 717500"/>
                  <a:gd name="connsiteX0" fmla="*/ 0 w 1146253"/>
                  <a:gd name="connsiteY0" fmla="*/ 530916 h 530916"/>
                  <a:gd name="connsiteX1" fmla="*/ 293761 w 1146253"/>
                  <a:gd name="connsiteY1" fmla="*/ 178088 h 530916"/>
                  <a:gd name="connsiteX2" fmla="*/ 911828 w 1146253"/>
                  <a:gd name="connsiteY2" fmla="*/ 12951 h 530916"/>
                  <a:gd name="connsiteX3" fmla="*/ 1146253 w 1146253"/>
                  <a:gd name="connsiteY3" fmla="*/ 514435 h 530916"/>
                  <a:gd name="connsiteX0" fmla="*/ 0 w 1146253"/>
                  <a:gd name="connsiteY0" fmla="*/ 533602 h 533602"/>
                  <a:gd name="connsiteX1" fmla="*/ 293761 w 1146253"/>
                  <a:gd name="connsiteY1" fmla="*/ 180774 h 533602"/>
                  <a:gd name="connsiteX2" fmla="*/ 911828 w 1146253"/>
                  <a:gd name="connsiteY2" fmla="*/ 15637 h 533602"/>
                  <a:gd name="connsiteX3" fmla="*/ 1146253 w 1146253"/>
                  <a:gd name="connsiteY3" fmla="*/ 517121 h 533602"/>
                  <a:gd name="connsiteX0" fmla="*/ 0 w 1146253"/>
                  <a:gd name="connsiteY0" fmla="*/ 527286 h 527286"/>
                  <a:gd name="connsiteX1" fmla="*/ 293761 w 1146253"/>
                  <a:gd name="connsiteY1" fmla="*/ 174458 h 527286"/>
                  <a:gd name="connsiteX2" fmla="*/ 911828 w 1146253"/>
                  <a:gd name="connsiteY2" fmla="*/ 9321 h 527286"/>
                  <a:gd name="connsiteX3" fmla="*/ 1146253 w 1146253"/>
                  <a:gd name="connsiteY3" fmla="*/ 510805 h 527286"/>
                  <a:gd name="connsiteX0" fmla="*/ 0 w 1146253"/>
                  <a:gd name="connsiteY0" fmla="*/ 530915 h 530915"/>
                  <a:gd name="connsiteX1" fmla="*/ 293761 w 1146253"/>
                  <a:gd name="connsiteY1" fmla="*/ 178087 h 530915"/>
                  <a:gd name="connsiteX2" fmla="*/ 911828 w 1146253"/>
                  <a:gd name="connsiteY2" fmla="*/ 12950 h 530915"/>
                  <a:gd name="connsiteX3" fmla="*/ 1146253 w 1146253"/>
                  <a:gd name="connsiteY3" fmla="*/ 514434 h 530915"/>
                  <a:gd name="connsiteX0" fmla="*/ 0 w 1146253"/>
                  <a:gd name="connsiteY0" fmla="*/ 535588 h 535588"/>
                  <a:gd name="connsiteX1" fmla="*/ 293761 w 1146253"/>
                  <a:gd name="connsiteY1" fmla="*/ 182760 h 535588"/>
                  <a:gd name="connsiteX2" fmla="*/ 911828 w 1146253"/>
                  <a:gd name="connsiteY2" fmla="*/ 17623 h 535588"/>
                  <a:gd name="connsiteX3" fmla="*/ 1146253 w 1146253"/>
                  <a:gd name="connsiteY3" fmla="*/ 519107 h 535588"/>
                  <a:gd name="connsiteX0" fmla="*/ 0 w 1146253"/>
                  <a:gd name="connsiteY0" fmla="*/ 529452 h 529452"/>
                  <a:gd name="connsiteX1" fmla="*/ 293761 w 1146253"/>
                  <a:gd name="connsiteY1" fmla="*/ 176624 h 529452"/>
                  <a:gd name="connsiteX2" fmla="*/ 911828 w 1146253"/>
                  <a:gd name="connsiteY2" fmla="*/ 11487 h 529452"/>
                  <a:gd name="connsiteX3" fmla="*/ 1146253 w 1146253"/>
                  <a:gd name="connsiteY3" fmla="*/ 512971 h 529452"/>
                  <a:gd name="connsiteX0" fmla="*/ 0 w 1146253"/>
                  <a:gd name="connsiteY0" fmla="*/ 529452 h 529452"/>
                  <a:gd name="connsiteX1" fmla="*/ 293761 w 1146253"/>
                  <a:gd name="connsiteY1" fmla="*/ 176624 h 529452"/>
                  <a:gd name="connsiteX2" fmla="*/ 911828 w 1146253"/>
                  <a:gd name="connsiteY2" fmla="*/ 11487 h 529452"/>
                  <a:gd name="connsiteX3" fmla="*/ 1146253 w 1146253"/>
                  <a:gd name="connsiteY3" fmla="*/ 512971 h 529452"/>
                  <a:gd name="connsiteX0" fmla="*/ 0 w 1146253"/>
                  <a:gd name="connsiteY0" fmla="*/ 524406 h 524406"/>
                  <a:gd name="connsiteX1" fmla="*/ 175114 w 1146253"/>
                  <a:gd name="connsiteY1" fmla="*/ 329430 h 524406"/>
                  <a:gd name="connsiteX2" fmla="*/ 911828 w 1146253"/>
                  <a:gd name="connsiteY2" fmla="*/ 6441 h 524406"/>
                  <a:gd name="connsiteX3" fmla="*/ 1146253 w 1146253"/>
                  <a:gd name="connsiteY3" fmla="*/ 507925 h 524406"/>
                  <a:gd name="connsiteX0" fmla="*/ 0 w 1146253"/>
                  <a:gd name="connsiteY0" fmla="*/ 425737 h 425737"/>
                  <a:gd name="connsiteX1" fmla="*/ 175114 w 1146253"/>
                  <a:gd name="connsiteY1" fmla="*/ 230761 h 425737"/>
                  <a:gd name="connsiteX2" fmla="*/ 971151 w 1146253"/>
                  <a:gd name="connsiteY2" fmla="*/ 9249 h 425737"/>
                  <a:gd name="connsiteX3" fmla="*/ 1146253 w 1146253"/>
                  <a:gd name="connsiteY3" fmla="*/ 409256 h 425737"/>
                  <a:gd name="connsiteX0" fmla="*/ 0 w 1146253"/>
                  <a:gd name="connsiteY0" fmla="*/ 425737 h 425737"/>
                  <a:gd name="connsiteX1" fmla="*/ 175114 w 1146253"/>
                  <a:gd name="connsiteY1" fmla="*/ 230761 h 425737"/>
                  <a:gd name="connsiteX2" fmla="*/ 971151 w 1146253"/>
                  <a:gd name="connsiteY2" fmla="*/ 9249 h 425737"/>
                  <a:gd name="connsiteX3" fmla="*/ 1146253 w 1146253"/>
                  <a:gd name="connsiteY3" fmla="*/ 409256 h 425737"/>
                  <a:gd name="connsiteX0" fmla="*/ 0 w 1146253"/>
                  <a:gd name="connsiteY0" fmla="*/ 491678 h 491678"/>
                  <a:gd name="connsiteX1" fmla="*/ 175114 w 1146253"/>
                  <a:gd name="connsiteY1" fmla="*/ 296702 h 491678"/>
                  <a:gd name="connsiteX2" fmla="*/ 812956 w 1146253"/>
                  <a:gd name="connsiteY2" fmla="*/ 7539 h 491678"/>
                  <a:gd name="connsiteX3" fmla="*/ 1146253 w 1146253"/>
                  <a:gd name="connsiteY3" fmla="*/ 475197 h 491678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75114 w 1146253"/>
                  <a:gd name="connsiteY1" fmla="*/ 289163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58816 w 1146253"/>
                  <a:gd name="connsiteY1" fmla="*/ 239602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58816 w 1146253"/>
                  <a:gd name="connsiteY1" fmla="*/ 239602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158816 w 1146253"/>
                  <a:gd name="connsiteY1" fmla="*/ 239602 h 484139"/>
                  <a:gd name="connsiteX2" fmla="*/ 812956 w 1146253"/>
                  <a:gd name="connsiteY2" fmla="*/ 0 h 484139"/>
                  <a:gd name="connsiteX3" fmla="*/ 1146253 w 1146253"/>
                  <a:gd name="connsiteY3" fmla="*/ 467658 h 484139"/>
                  <a:gd name="connsiteX0" fmla="*/ 0 w 1146253"/>
                  <a:gd name="connsiteY0" fmla="*/ 484139 h 484139"/>
                  <a:gd name="connsiteX1" fmla="*/ 812956 w 1146253"/>
                  <a:gd name="connsiteY1" fmla="*/ 0 h 484139"/>
                  <a:gd name="connsiteX2" fmla="*/ 1146253 w 1146253"/>
                  <a:gd name="connsiteY2" fmla="*/ 467658 h 484139"/>
                  <a:gd name="connsiteX0" fmla="*/ 0 w 1146253"/>
                  <a:gd name="connsiteY0" fmla="*/ 592554 h 592554"/>
                  <a:gd name="connsiteX1" fmla="*/ 840118 w 1146253"/>
                  <a:gd name="connsiteY1" fmla="*/ 0 h 592554"/>
                  <a:gd name="connsiteX2" fmla="*/ 1146253 w 1146253"/>
                  <a:gd name="connsiteY2" fmla="*/ 576073 h 592554"/>
                  <a:gd name="connsiteX0" fmla="*/ 0 w 1146253"/>
                  <a:gd name="connsiteY0" fmla="*/ 394309 h 394309"/>
                  <a:gd name="connsiteX1" fmla="*/ 986797 w 1146253"/>
                  <a:gd name="connsiteY1" fmla="*/ 0 h 394309"/>
                  <a:gd name="connsiteX2" fmla="*/ 1146253 w 1146253"/>
                  <a:gd name="connsiteY2" fmla="*/ 377828 h 394309"/>
                  <a:gd name="connsiteX0" fmla="*/ 0 w 1146253"/>
                  <a:gd name="connsiteY0" fmla="*/ 396358 h 396358"/>
                  <a:gd name="connsiteX1" fmla="*/ 329457 w 1146253"/>
                  <a:gd name="connsiteY1" fmla="*/ 236225 h 396358"/>
                  <a:gd name="connsiteX2" fmla="*/ 986797 w 1146253"/>
                  <a:gd name="connsiteY2" fmla="*/ 2049 h 396358"/>
                  <a:gd name="connsiteX3" fmla="*/ 1146253 w 1146253"/>
                  <a:gd name="connsiteY3" fmla="*/ 379877 h 396358"/>
                  <a:gd name="connsiteX0" fmla="*/ 0 w 1146253"/>
                  <a:gd name="connsiteY0" fmla="*/ 397090 h 397090"/>
                  <a:gd name="connsiteX1" fmla="*/ 166480 w 1146253"/>
                  <a:gd name="connsiteY1" fmla="*/ 181200 h 397090"/>
                  <a:gd name="connsiteX2" fmla="*/ 986797 w 1146253"/>
                  <a:gd name="connsiteY2" fmla="*/ 2781 h 397090"/>
                  <a:gd name="connsiteX3" fmla="*/ 1146253 w 1146253"/>
                  <a:gd name="connsiteY3" fmla="*/ 380609 h 397090"/>
                  <a:gd name="connsiteX0" fmla="*/ 0 w 1146253"/>
                  <a:gd name="connsiteY0" fmla="*/ 395886 h 395886"/>
                  <a:gd name="connsiteX1" fmla="*/ 166480 w 1146253"/>
                  <a:gd name="connsiteY1" fmla="*/ 179996 h 395886"/>
                  <a:gd name="connsiteX2" fmla="*/ 986797 w 1146253"/>
                  <a:gd name="connsiteY2" fmla="*/ 1577 h 395886"/>
                  <a:gd name="connsiteX3" fmla="*/ 1146253 w 1146253"/>
                  <a:gd name="connsiteY3" fmla="*/ 379405 h 395886"/>
                  <a:gd name="connsiteX0" fmla="*/ 95212 w 1241465"/>
                  <a:gd name="connsiteY0" fmla="*/ 395886 h 395886"/>
                  <a:gd name="connsiteX1" fmla="*/ 261692 w 1241465"/>
                  <a:gd name="connsiteY1" fmla="*/ 179996 h 395886"/>
                  <a:gd name="connsiteX2" fmla="*/ 1082009 w 1241465"/>
                  <a:gd name="connsiteY2" fmla="*/ 1577 h 395886"/>
                  <a:gd name="connsiteX3" fmla="*/ 1241465 w 1241465"/>
                  <a:gd name="connsiteY3" fmla="*/ 379405 h 395886"/>
                  <a:gd name="connsiteX0" fmla="*/ 0 w 1146253"/>
                  <a:gd name="connsiteY0" fmla="*/ 396431 h 396431"/>
                  <a:gd name="connsiteX1" fmla="*/ 166480 w 1146253"/>
                  <a:gd name="connsiteY1" fmla="*/ 180541 h 396431"/>
                  <a:gd name="connsiteX2" fmla="*/ 986797 w 1146253"/>
                  <a:gd name="connsiteY2" fmla="*/ 2122 h 396431"/>
                  <a:gd name="connsiteX3" fmla="*/ 1146253 w 1146253"/>
                  <a:gd name="connsiteY3" fmla="*/ 379950 h 396431"/>
                  <a:gd name="connsiteX0" fmla="*/ 0 w 1146253"/>
                  <a:gd name="connsiteY0" fmla="*/ 395863 h 395863"/>
                  <a:gd name="connsiteX1" fmla="*/ 334889 w 1146253"/>
                  <a:gd name="connsiteY1" fmla="*/ 254315 h 395863"/>
                  <a:gd name="connsiteX2" fmla="*/ 986797 w 1146253"/>
                  <a:gd name="connsiteY2" fmla="*/ 1554 h 395863"/>
                  <a:gd name="connsiteX3" fmla="*/ 1146253 w 1146253"/>
                  <a:gd name="connsiteY3" fmla="*/ 379382 h 395863"/>
                  <a:gd name="connsiteX0" fmla="*/ 0 w 1146253"/>
                  <a:gd name="connsiteY0" fmla="*/ 395506 h 395506"/>
                  <a:gd name="connsiteX1" fmla="*/ 334889 w 1146253"/>
                  <a:gd name="connsiteY1" fmla="*/ 253958 h 395506"/>
                  <a:gd name="connsiteX2" fmla="*/ 986797 w 1146253"/>
                  <a:gd name="connsiteY2" fmla="*/ 1197 h 395506"/>
                  <a:gd name="connsiteX3" fmla="*/ 1146253 w 1146253"/>
                  <a:gd name="connsiteY3" fmla="*/ 379025 h 395506"/>
                  <a:gd name="connsiteX0" fmla="*/ 0 w 1146253"/>
                  <a:gd name="connsiteY0" fmla="*/ 395581 h 395581"/>
                  <a:gd name="connsiteX1" fmla="*/ 334889 w 1146253"/>
                  <a:gd name="connsiteY1" fmla="*/ 254033 h 395581"/>
                  <a:gd name="connsiteX2" fmla="*/ 986797 w 1146253"/>
                  <a:gd name="connsiteY2" fmla="*/ 1272 h 395581"/>
                  <a:gd name="connsiteX3" fmla="*/ 1146253 w 1146253"/>
                  <a:gd name="connsiteY3" fmla="*/ 379100 h 395581"/>
                  <a:gd name="connsiteX0" fmla="*/ 0 w 1146253"/>
                  <a:gd name="connsiteY0" fmla="*/ 395695 h 395695"/>
                  <a:gd name="connsiteX1" fmla="*/ 242536 w 1146253"/>
                  <a:gd name="connsiteY1" fmla="*/ 226269 h 395695"/>
                  <a:gd name="connsiteX2" fmla="*/ 986797 w 1146253"/>
                  <a:gd name="connsiteY2" fmla="*/ 1386 h 395695"/>
                  <a:gd name="connsiteX3" fmla="*/ 1146253 w 1146253"/>
                  <a:gd name="connsiteY3" fmla="*/ 379214 h 395695"/>
                  <a:gd name="connsiteX0" fmla="*/ 0 w 1146253"/>
                  <a:gd name="connsiteY0" fmla="*/ 399523 h 399523"/>
                  <a:gd name="connsiteX1" fmla="*/ 242536 w 1146253"/>
                  <a:gd name="connsiteY1" fmla="*/ 230097 h 399523"/>
                  <a:gd name="connsiteX2" fmla="*/ 899876 w 1146253"/>
                  <a:gd name="connsiteY2" fmla="*/ 2116 h 399523"/>
                  <a:gd name="connsiteX3" fmla="*/ 1146253 w 1146253"/>
                  <a:gd name="connsiteY3" fmla="*/ 383042 h 399523"/>
                  <a:gd name="connsiteX0" fmla="*/ 0 w 1146253"/>
                  <a:gd name="connsiteY0" fmla="*/ 398796 h 398796"/>
                  <a:gd name="connsiteX1" fmla="*/ 242536 w 1146253"/>
                  <a:gd name="connsiteY1" fmla="*/ 229370 h 398796"/>
                  <a:gd name="connsiteX2" fmla="*/ 899876 w 1146253"/>
                  <a:gd name="connsiteY2" fmla="*/ 1389 h 398796"/>
                  <a:gd name="connsiteX3" fmla="*/ 1146253 w 1146253"/>
                  <a:gd name="connsiteY3" fmla="*/ 382315 h 398796"/>
                  <a:gd name="connsiteX0" fmla="*/ 0 w 1146253"/>
                  <a:gd name="connsiteY0" fmla="*/ 398873 h 398873"/>
                  <a:gd name="connsiteX1" fmla="*/ 242536 w 1146253"/>
                  <a:gd name="connsiteY1" fmla="*/ 229447 h 398873"/>
                  <a:gd name="connsiteX2" fmla="*/ 899876 w 1146253"/>
                  <a:gd name="connsiteY2" fmla="*/ 1466 h 398873"/>
                  <a:gd name="connsiteX3" fmla="*/ 1146253 w 1146253"/>
                  <a:gd name="connsiteY3" fmla="*/ 382392 h 398873"/>
                  <a:gd name="connsiteX0" fmla="*/ 0 w 1146253"/>
                  <a:gd name="connsiteY0" fmla="*/ 398550 h 398550"/>
                  <a:gd name="connsiteX1" fmla="*/ 250788 w 1146253"/>
                  <a:gd name="connsiteY1" fmla="*/ 312156 h 398550"/>
                  <a:gd name="connsiteX2" fmla="*/ 899876 w 1146253"/>
                  <a:gd name="connsiteY2" fmla="*/ 1143 h 398550"/>
                  <a:gd name="connsiteX3" fmla="*/ 1146253 w 1146253"/>
                  <a:gd name="connsiteY3" fmla="*/ 382069 h 398550"/>
                  <a:gd name="connsiteX0" fmla="*/ 0 w 1146253"/>
                  <a:gd name="connsiteY0" fmla="*/ 392033 h 392033"/>
                  <a:gd name="connsiteX1" fmla="*/ 250788 w 1146253"/>
                  <a:gd name="connsiteY1" fmla="*/ 312511 h 392033"/>
                  <a:gd name="connsiteX2" fmla="*/ 899876 w 1146253"/>
                  <a:gd name="connsiteY2" fmla="*/ 1498 h 392033"/>
                  <a:gd name="connsiteX3" fmla="*/ 1146253 w 1146253"/>
                  <a:gd name="connsiteY3" fmla="*/ 382424 h 392033"/>
                  <a:gd name="connsiteX0" fmla="*/ 0 w 1146253"/>
                  <a:gd name="connsiteY0" fmla="*/ 397947 h 397947"/>
                  <a:gd name="connsiteX1" fmla="*/ 206402 w 1146253"/>
                  <a:gd name="connsiteY1" fmla="*/ 84790 h 397947"/>
                  <a:gd name="connsiteX2" fmla="*/ 899876 w 1146253"/>
                  <a:gd name="connsiteY2" fmla="*/ 7412 h 397947"/>
                  <a:gd name="connsiteX3" fmla="*/ 1146253 w 1146253"/>
                  <a:gd name="connsiteY3" fmla="*/ 388338 h 397947"/>
                  <a:gd name="connsiteX0" fmla="*/ 0 w 1146253"/>
                  <a:gd name="connsiteY0" fmla="*/ 392533 h 392533"/>
                  <a:gd name="connsiteX1" fmla="*/ 206402 w 1146253"/>
                  <a:gd name="connsiteY1" fmla="*/ 79376 h 392533"/>
                  <a:gd name="connsiteX2" fmla="*/ 899876 w 1146253"/>
                  <a:gd name="connsiteY2" fmla="*/ 1998 h 392533"/>
                  <a:gd name="connsiteX3" fmla="*/ 1146253 w 1146253"/>
                  <a:gd name="connsiteY3" fmla="*/ 382924 h 392533"/>
                  <a:gd name="connsiteX0" fmla="*/ 0 w 1146253"/>
                  <a:gd name="connsiteY0" fmla="*/ 391706 h 391706"/>
                  <a:gd name="connsiteX1" fmla="*/ 226888 w 1146253"/>
                  <a:gd name="connsiteY1" fmla="*/ 229724 h 391706"/>
                  <a:gd name="connsiteX2" fmla="*/ 899876 w 1146253"/>
                  <a:gd name="connsiteY2" fmla="*/ 1171 h 391706"/>
                  <a:gd name="connsiteX3" fmla="*/ 1146253 w 1146253"/>
                  <a:gd name="connsiteY3" fmla="*/ 382097 h 391706"/>
                  <a:gd name="connsiteX0" fmla="*/ 0 w 1146253"/>
                  <a:gd name="connsiteY0" fmla="*/ 419909 h 419909"/>
                  <a:gd name="connsiteX1" fmla="*/ 226888 w 1146253"/>
                  <a:gd name="connsiteY1" fmla="*/ 257927 h 419909"/>
                  <a:gd name="connsiteX2" fmla="*/ 882805 w 1146253"/>
                  <a:gd name="connsiteY2" fmla="*/ 1888 h 419909"/>
                  <a:gd name="connsiteX3" fmla="*/ 1146253 w 1146253"/>
                  <a:gd name="connsiteY3" fmla="*/ 410300 h 419909"/>
                  <a:gd name="connsiteX0" fmla="*/ 0 w 1146253"/>
                  <a:gd name="connsiteY0" fmla="*/ 418021 h 418021"/>
                  <a:gd name="connsiteX1" fmla="*/ 226888 w 1146253"/>
                  <a:gd name="connsiteY1" fmla="*/ 256039 h 418021"/>
                  <a:gd name="connsiteX2" fmla="*/ 882805 w 1146253"/>
                  <a:gd name="connsiteY2" fmla="*/ 0 h 418021"/>
                  <a:gd name="connsiteX3" fmla="*/ 1146253 w 1146253"/>
                  <a:gd name="connsiteY3" fmla="*/ 408412 h 418021"/>
                  <a:gd name="connsiteX0" fmla="*/ 0 w 1146253"/>
                  <a:gd name="connsiteY0" fmla="*/ 418021 h 418021"/>
                  <a:gd name="connsiteX1" fmla="*/ 226888 w 1146253"/>
                  <a:gd name="connsiteY1" fmla="*/ 256039 h 418021"/>
                  <a:gd name="connsiteX2" fmla="*/ 882805 w 1146253"/>
                  <a:gd name="connsiteY2" fmla="*/ 0 h 418021"/>
                  <a:gd name="connsiteX3" fmla="*/ 1146253 w 1146253"/>
                  <a:gd name="connsiteY3" fmla="*/ 408412 h 41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6253" h="418021">
                    <a:moveTo>
                      <a:pt x="0" y="418021"/>
                    </a:moveTo>
                    <a:cubicBezTo>
                      <a:pt x="54909" y="391332"/>
                      <a:pt x="35368" y="136740"/>
                      <a:pt x="226888" y="256039"/>
                    </a:cubicBezTo>
                    <a:cubicBezTo>
                      <a:pt x="418408" y="375338"/>
                      <a:pt x="647658" y="27596"/>
                      <a:pt x="882805" y="0"/>
                    </a:cubicBezTo>
                    <a:cubicBezTo>
                      <a:pt x="1018816" y="6078"/>
                      <a:pt x="1105447" y="342857"/>
                      <a:pt x="1146253" y="408412"/>
                    </a:cubicBezTo>
                  </a:path>
                </a:pathLst>
              </a:custGeom>
              <a:gradFill flip="none" rotWithShape="1">
                <a:gsLst>
                  <a:gs pos="0">
                    <a:srgbClr val="DA4035"/>
                  </a:gs>
                  <a:gs pos="50000">
                    <a:srgbClr val="F7FCC9"/>
                  </a:gs>
                  <a:gs pos="37000">
                    <a:srgbClr val="FEEC9D"/>
                  </a:gs>
                  <a:gs pos="90000">
                    <a:srgbClr val="8DCB65"/>
                  </a:gs>
                  <a:gs pos="100000">
                    <a:srgbClr val="2D9C52"/>
                  </a:gs>
                </a:gsLst>
                <a:lin ang="10800000" scaled="0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EC2CBE2-8BE8-DE41-701E-2C125FBE0B29}"/>
                  </a:ext>
                </a:extLst>
              </p:cNvPr>
              <p:cNvCxnSpPr>
                <a:cxnSpLocks/>
                <a:stCxn id="43" idx="3"/>
              </p:cNvCxnSpPr>
              <p:nvPr/>
            </p:nvCxnSpPr>
            <p:spPr>
              <a:xfrm>
                <a:off x="1341148" y="5850354"/>
                <a:ext cx="1749875" cy="9836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5A44FC4-E262-FB33-B51D-5EA4F5B229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148" y="3368265"/>
                <a:ext cx="1764280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F4760086-A6BA-CB6F-C47C-DEC85BF7C255}"/>
                      </a:ext>
                    </a:extLst>
                  </p:cNvPr>
                  <p:cNvSpPr txBox="1"/>
                  <p:nvPr/>
                </p:nvSpPr>
                <p:spPr>
                  <a:xfrm>
                    <a:off x="1609342" y="1758598"/>
                    <a:ext cx="432000" cy="288000"/>
                  </a:xfrm>
                  <a:prstGeom prst="roundRect">
                    <a:avLst/>
                  </a:prstGeom>
                  <a:solidFill>
                    <a:srgbClr val="DE5441"/>
                  </a:solidFill>
                  <a:ln w="6350">
                    <a:solidFill>
                      <a:schemeClr val="tx1"/>
                    </a:solidFill>
                  </a:ln>
                </p:spPr>
                <p:txBody>
                  <a:bodyPr wrap="square" lIns="0" tIns="0" rIns="0" bIns="108000" anchor="ctr" anchorCtr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20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oMath>
                      </m:oMathPara>
                    </a14:m>
                    <a:endParaRPr lang="en-CA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F4760086-A6BA-CB6F-C47C-DEC85BF7C2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9342" y="1758598"/>
                    <a:ext cx="432000" cy="288000"/>
                  </a:xfrm>
                  <a:prstGeom prst="roundRect">
                    <a:avLst/>
                  </a:prstGeom>
                  <a:blipFill>
                    <a:blip r:embed="rId5"/>
                    <a:stretch>
                      <a:fillRect b="-8333"/>
                    </a:stretch>
                  </a:blipFill>
                  <a:ln w="635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E561E2AD-7342-C7DA-A01D-C04BF5729DEC}"/>
                      </a:ext>
                    </a:extLst>
                  </p:cNvPr>
                  <p:cNvSpPr txBox="1"/>
                  <p:nvPr/>
                </p:nvSpPr>
                <p:spPr>
                  <a:xfrm>
                    <a:off x="5104805" y="1765871"/>
                    <a:ext cx="432000" cy="288000"/>
                  </a:xfrm>
                  <a:prstGeom prst="roundRect">
                    <a:avLst/>
                  </a:prstGeom>
                  <a:solidFill>
                    <a:srgbClr val="5AB359"/>
                  </a:solidFill>
                  <a:ln w="6350">
                    <a:solidFill>
                      <a:schemeClr val="tx1"/>
                    </a:solidFill>
                  </a:ln>
                </p:spPr>
                <p:txBody>
                  <a:bodyPr wrap="square" lIns="0" tIns="0" rIns="0" bIns="108000" anchor="ctr" anchorCtr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20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oMath>
                      </m:oMathPara>
                    </a14:m>
                    <a:endParaRPr lang="en-CA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E561E2AD-7342-C7DA-A01D-C04BF5729D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4805" y="1765871"/>
                    <a:ext cx="432000" cy="288000"/>
                  </a:xfrm>
                  <a:prstGeom prst="roundRect">
                    <a:avLst/>
                  </a:prstGeom>
                  <a:blipFill>
                    <a:blip r:embed="rId6"/>
                    <a:stretch>
                      <a:fillRect l="-2857" b="-8333"/>
                    </a:stretch>
                  </a:blipFill>
                  <a:ln w="635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B5E788B3-0598-C498-E4CD-11B8F2F8A676}"/>
                      </a:ext>
                    </a:extLst>
                  </p:cNvPr>
                  <p:cNvSpPr txBox="1"/>
                  <p:nvPr/>
                </p:nvSpPr>
                <p:spPr>
                  <a:xfrm>
                    <a:off x="1837964" y="4588037"/>
                    <a:ext cx="432000" cy="288000"/>
                  </a:xfrm>
                  <a:prstGeom prst="roundRect">
                    <a:avLst/>
                  </a:prstGeom>
                  <a:solidFill>
                    <a:srgbClr val="F3B37A"/>
                  </a:solidFill>
                  <a:ln w="3175">
                    <a:solidFill>
                      <a:schemeClr val="tx1"/>
                    </a:solidFill>
                  </a:ln>
                </p:spPr>
                <p:txBody>
                  <a:bodyPr wrap="square" lIns="0" tIns="0" rIns="0" bIns="108000" anchor="ctr" anchorCtr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20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oMath>
                      </m:oMathPara>
                    </a14:m>
                    <a:endParaRPr lang="en-CA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B5E788B3-0598-C498-E4CD-11B8F2F8A6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7964" y="4588037"/>
                    <a:ext cx="432000" cy="288000"/>
                  </a:xfrm>
                  <a:prstGeom prst="roundRect">
                    <a:avLst/>
                  </a:prstGeom>
                  <a:blipFill>
                    <a:blip r:embed="rId7"/>
                    <a:stretch>
                      <a:fillRect l="-2857" b="-4167"/>
                    </a:stretch>
                  </a:blipFill>
                  <a:ln w="31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BA423462-8F93-B841-B5F2-353C95107BC9}"/>
                      </a:ext>
                    </a:extLst>
                  </p:cNvPr>
                  <p:cNvSpPr txBox="1"/>
                  <p:nvPr/>
                </p:nvSpPr>
                <p:spPr>
                  <a:xfrm>
                    <a:off x="4875954" y="4567250"/>
                    <a:ext cx="432000" cy="288000"/>
                  </a:xfrm>
                  <a:prstGeom prst="roundRect">
                    <a:avLst/>
                  </a:prstGeom>
                  <a:solidFill>
                    <a:srgbClr val="9FD276"/>
                  </a:solidFill>
                  <a:ln w="6350">
                    <a:solidFill>
                      <a:schemeClr val="tx1"/>
                    </a:solidFill>
                  </a:ln>
                </p:spPr>
                <p:txBody>
                  <a:bodyPr wrap="square" lIns="0" tIns="0" rIns="0" bIns="108000" anchor="ctr" anchorCtr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20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oMath>
                      </m:oMathPara>
                    </a14:m>
                    <a:endParaRPr lang="en-CA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BA423462-8F93-B841-B5F2-353C95107B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5954" y="4567250"/>
                    <a:ext cx="432000" cy="288000"/>
                  </a:xfrm>
                  <a:prstGeom prst="roundRect">
                    <a:avLst/>
                  </a:prstGeom>
                  <a:blipFill>
                    <a:blip r:embed="rId8"/>
                    <a:stretch>
                      <a:fillRect l="-2857" b="-8333"/>
                    </a:stretch>
                  </a:blipFill>
                  <a:ln w="635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CBA26BBF-7995-DA3B-9E71-F805C22505DF}"/>
                  </a:ext>
                </a:extLst>
              </p:cNvPr>
              <p:cNvCxnSpPr>
                <a:cxnSpLocks/>
                <a:stCxn id="61" idx="2"/>
              </p:cNvCxnSpPr>
              <p:nvPr/>
            </p:nvCxnSpPr>
            <p:spPr>
              <a:xfrm>
                <a:off x="2053964" y="4876037"/>
                <a:ext cx="0" cy="984153"/>
              </a:xfrm>
              <a:prstGeom prst="line">
                <a:avLst/>
              </a:prstGeom>
              <a:ln w="63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12626770-031F-969E-EB2C-D8CA9C4C0171}"/>
                  </a:ext>
                </a:extLst>
              </p:cNvPr>
              <p:cNvCxnSpPr>
                <a:cxnSpLocks/>
                <a:stCxn id="56" idx="2"/>
              </p:cNvCxnSpPr>
              <p:nvPr/>
            </p:nvCxnSpPr>
            <p:spPr>
              <a:xfrm flipH="1">
                <a:off x="1823832" y="2046598"/>
                <a:ext cx="1510" cy="1321667"/>
              </a:xfrm>
              <a:prstGeom prst="line">
                <a:avLst/>
              </a:prstGeom>
              <a:ln w="63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E4069DA-6C6C-270B-F9A1-699BA53C5A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15653" y="2044508"/>
                <a:ext cx="1510" cy="1321667"/>
              </a:xfrm>
              <a:prstGeom prst="line">
                <a:avLst/>
              </a:prstGeom>
              <a:ln w="63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367F2845-999E-BA52-2FDA-C9315040E5BB}"/>
                  </a:ext>
                </a:extLst>
              </p:cNvPr>
              <p:cNvCxnSpPr>
                <a:cxnSpLocks/>
                <a:stCxn id="64" idx="2"/>
              </p:cNvCxnSpPr>
              <p:nvPr/>
            </p:nvCxnSpPr>
            <p:spPr>
              <a:xfrm flipH="1">
                <a:off x="5090444" y="4855250"/>
                <a:ext cx="1510" cy="1004940"/>
              </a:xfrm>
              <a:prstGeom prst="line">
                <a:avLst/>
              </a:prstGeom>
              <a:ln w="63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5007A0A2-18CE-F822-7049-373190FC97BD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-1124026" y="3752547"/>
                    <a:ext cx="2254026" cy="742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CA" sz="2000" b="1" dirty="0"/>
                      <a:t>VARIANCE  </a:t>
                    </a:r>
                    <a:r>
                      <a:rPr lang="en-CA" sz="2000" dirty="0"/>
                      <a:t>(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CA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CA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sub>
                                <m:r>
                                  <a:rPr lang="en-CA" sz="2000" b="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sub>
                          <m:sup>
                            <m:r>
                              <a:rPr lang="en-CA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CA" sz="2000" dirty="0"/>
                      <a:t>) </a:t>
                    </a:r>
                  </a:p>
                  <a:p>
                    <a:endParaRPr lang="en-CA" sz="2000" b="1" dirty="0"/>
                  </a:p>
                </p:txBody>
              </p:sp>
            </mc:Choice>
            <mc:Fallback xmlns="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5007A0A2-18CE-F822-7049-373190FC97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-1124026" y="3752547"/>
                    <a:ext cx="2254026" cy="74206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390" b="-2793"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Right Triangle 25">
                <a:extLst>
                  <a:ext uri="{FF2B5EF4-FFF2-40B4-BE49-F238E27FC236}">
                    <a16:creationId xmlns:a16="http://schemas.microsoft.com/office/drawing/2014/main" id="{FC258BFD-6681-47D7-6774-A5462DC3B21C}"/>
                  </a:ext>
                </a:extLst>
              </p:cNvPr>
              <p:cNvSpPr/>
              <p:nvPr/>
            </p:nvSpPr>
            <p:spPr>
              <a:xfrm rot="16200000">
                <a:off x="-2398868" y="3969950"/>
                <a:ext cx="5145437" cy="465826"/>
              </a:xfrm>
              <a:prstGeom prst="rtTriangle">
                <a:avLst/>
              </a:prstGeom>
              <a:gradFill>
                <a:gsLst>
                  <a:gs pos="58000">
                    <a:srgbClr val="B6EACD"/>
                  </a:gs>
                  <a:gs pos="83000">
                    <a:srgbClr val="63B3DD"/>
                  </a:gs>
                  <a:gs pos="71000">
                    <a:srgbClr val="9DDDD8"/>
                  </a:gs>
                  <a:gs pos="0">
                    <a:srgbClr val="F8FBC7"/>
                  </a:gs>
                  <a:gs pos="100000">
                    <a:srgbClr val="164495"/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pic>
            <p:nvPicPr>
              <p:cNvPr id="30" name="Graphic 29" descr="Badge 1 with solid fill">
                <a:extLst>
                  <a:ext uri="{FF2B5EF4-FFF2-40B4-BE49-F238E27FC236}">
                    <a16:creationId xmlns:a16="http://schemas.microsoft.com/office/drawing/2014/main" id="{BA5F5877-ACBA-4AA2-1130-2F77047163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091023" y="1711500"/>
                <a:ext cx="457196" cy="457196"/>
              </a:xfrm>
              <a:prstGeom prst="rect">
                <a:avLst/>
              </a:prstGeom>
            </p:spPr>
          </p:pic>
          <p:pic>
            <p:nvPicPr>
              <p:cNvPr id="33" name="Graphic 32" descr="Badge with solid fill">
                <a:extLst>
                  <a:ext uri="{FF2B5EF4-FFF2-40B4-BE49-F238E27FC236}">
                    <a16:creationId xmlns:a16="http://schemas.microsoft.com/office/drawing/2014/main" id="{90568CD5-430C-AE42-D68E-836FC69578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714262" y="1702627"/>
                <a:ext cx="457199" cy="457199"/>
              </a:xfrm>
              <a:prstGeom prst="rect">
                <a:avLst/>
              </a:prstGeom>
            </p:spPr>
          </p:pic>
          <p:pic>
            <p:nvPicPr>
              <p:cNvPr id="35" name="Graphic 34" descr="Badge 3 with solid fill">
                <a:extLst>
                  <a:ext uri="{FF2B5EF4-FFF2-40B4-BE49-F238E27FC236}">
                    <a16:creationId xmlns:a16="http://schemas.microsoft.com/office/drawing/2014/main" id="{34C29F3D-6A85-6917-9C7C-31A142F7A9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3105428" y="4276388"/>
                <a:ext cx="457196" cy="457196"/>
              </a:xfrm>
              <a:prstGeom prst="rect">
                <a:avLst/>
              </a:prstGeom>
            </p:spPr>
          </p:pic>
          <p:pic>
            <p:nvPicPr>
              <p:cNvPr id="37" name="Graphic 36" descr="Badge 4 with solid fill">
                <a:extLst>
                  <a:ext uri="{FF2B5EF4-FFF2-40B4-BE49-F238E27FC236}">
                    <a16:creationId xmlns:a16="http://schemas.microsoft.com/office/drawing/2014/main" id="{7A921CAE-81EE-CCD4-0BAA-4EDFC32A3F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5695601" y="4279589"/>
                <a:ext cx="452448" cy="452448"/>
              </a:xfrm>
              <a:prstGeom prst="rect">
                <a:avLst/>
              </a:prstGeom>
            </p:spPr>
          </p:pic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AD75719-FA20-F8D9-8240-F12231882258}"/>
              </a:ext>
            </a:extLst>
          </p:cNvPr>
          <p:cNvGrpSpPr/>
          <p:nvPr/>
        </p:nvGrpSpPr>
        <p:grpSpPr>
          <a:xfrm>
            <a:off x="7523296" y="1882535"/>
            <a:ext cx="1259772" cy="1693741"/>
            <a:chOff x="7930980" y="1951082"/>
            <a:chExt cx="1259772" cy="1693741"/>
          </a:xfrm>
        </p:grpSpPr>
        <p:pic>
          <p:nvPicPr>
            <p:cNvPr id="129" name="Graphic 128" descr="Harvey Balls 100% with solid fill">
              <a:extLst>
                <a:ext uri="{FF2B5EF4-FFF2-40B4-BE49-F238E27FC236}">
                  <a16:creationId xmlns:a16="http://schemas.microsoft.com/office/drawing/2014/main" id="{426CDBA5-A7E6-1129-8C71-49172A9E7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932974" y="2390127"/>
              <a:ext cx="432000" cy="432000"/>
            </a:xfrm>
            <a:prstGeom prst="rect">
              <a:avLst/>
            </a:prstGeom>
          </p:spPr>
        </p:pic>
        <p:pic>
          <p:nvPicPr>
            <p:cNvPr id="130" name="Graphic 129" descr="Harvey Balls 100% with solid fill">
              <a:extLst>
                <a:ext uri="{FF2B5EF4-FFF2-40B4-BE49-F238E27FC236}">
                  <a16:creationId xmlns:a16="http://schemas.microsoft.com/office/drawing/2014/main" id="{10E6212E-7531-16A2-BA13-F63287365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932974" y="2807464"/>
              <a:ext cx="432000" cy="432000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8F5DE6F-E4D0-B99E-286E-F0D9C31D6981}"/>
                </a:ext>
              </a:extLst>
            </p:cNvPr>
            <p:cNvSpPr txBox="1"/>
            <p:nvPr/>
          </p:nvSpPr>
          <p:spPr>
            <a:xfrm>
              <a:off x="7988513" y="2416768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EBF8B6CD-0D8E-B7F9-FDA9-0F912DF597E5}"/>
                </a:ext>
              </a:extLst>
            </p:cNvPr>
            <p:cNvSpPr txBox="1"/>
            <p:nvPr/>
          </p:nvSpPr>
          <p:spPr>
            <a:xfrm>
              <a:off x="7988513" y="2834840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C</a:t>
              </a:r>
            </a:p>
          </p:txBody>
        </p:sp>
        <p:pic>
          <p:nvPicPr>
            <p:cNvPr id="133" name="Graphic 132" descr="Harvey Balls 100% with solid fill">
              <a:extLst>
                <a:ext uri="{FF2B5EF4-FFF2-40B4-BE49-F238E27FC236}">
                  <a16:creationId xmlns:a16="http://schemas.microsoft.com/office/drawing/2014/main" id="{9CCED9B4-4FE8-8FF4-F4E9-C5B50E833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932974" y="3212823"/>
              <a:ext cx="432000" cy="432000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A5DA8896-20AC-E991-18AA-A7B5B0647AAA}"/>
                </a:ext>
              </a:extLst>
            </p:cNvPr>
            <p:cNvSpPr txBox="1"/>
            <p:nvPr/>
          </p:nvSpPr>
          <p:spPr>
            <a:xfrm>
              <a:off x="7988513" y="323946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D</a:t>
              </a:r>
            </a:p>
          </p:txBody>
        </p:sp>
        <p:pic>
          <p:nvPicPr>
            <p:cNvPr id="135" name="Graphic 134" descr="Harvey Balls 100% with solid fill">
              <a:extLst>
                <a:ext uri="{FF2B5EF4-FFF2-40B4-BE49-F238E27FC236}">
                  <a16:creationId xmlns:a16="http://schemas.microsoft.com/office/drawing/2014/main" id="{EA01E29E-22EA-7148-8968-EDB9E1ED9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930980" y="1956464"/>
              <a:ext cx="432000" cy="432000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797D95D2-0AC6-5CCC-4FFB-9CD7A630B623}"/>
                </a:ext>
              </a:extLst>
            </p:cNvPr>
            <p:cNvSpPr txBox="1"/>
            <p:nvPr/>
          </p:nvSpPr>
          <p:spPr>
            <a:xfrm>
              <a:off x="7986519" y="1983105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pic>
          <p:nvPicPr>
            <p:cNvPr id="137" name="Graphic 136" descr="Harvey Balls 100% with solid fill">
              <a:extLst>
                <a:ext uri="{FF2B5EF4-FFF2-40B4-BE49-F238E27FC236}">
                  <a16:creationId xmlns:a16="http://schemas.microsoft.com/office/drawing/2014/main" id="{F3E652B3-D31C-8BFC-9542-643351FA3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758752" y="2384745"/>
              <a:ext cx="432000" cy="432000"/>
            </a:xfrm>
            <a:prstGeom prst="rect">
              <a:avLst/>
            </a:prstGeom>
          </p:spPr>
        </p:pic>
        <p:pic>
          <p:nvPicPr>
            <p:cNvPr id="138" name="Graphic 137" descr="Harvey Balls 100% with solid fill">
              <a:extLst>
                <a:ext uri="{FF2B5EF4-FFF2-40B4-BE49-F238E27FC236}">
                  <a16:creationId xmlns:a16="http://schemas.microsoft.com/office/drawing/2014/main" id="{87B30B02-BDF6-CFD1-5A9E-21B33D98F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758752" y="2802082"/>
              <a:ext cx="432000" cy="4320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C517BBB-7823-A01F-253E-98060F3CF43B}"/>
                </a:ext>
              </a:extLst>
            </p:cNvPr>
            <p:cNvSpPr txBox="1"/>
            <p:nvPr/>
          </p:nvSpPr>
          <p:spPr>
            <a:xfrm>
              <a:off x="8814291" y="2411386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3F106E8-2C81-8E8E-63F9-C1FD4D7AAD5F}"/>
                </a:ext>
              </a:extLst>
            </p:cNvPr>
            <p:cNvSpPr txBox="1"/>
            <p:nvPr/>
          </p:nvSpPr>
          <p:spPr>
            <a:xfrm>
              <a:off x="8814291" y="2829458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C</a:t>
              </a:r>
            </a:p>
          </p:txBody>
        </p:sp>
        <p:pic>
          <p:nvPicPr>
            <p:cNvPr id="141" name="Graphic 140" descr="Harvey Balls 100% with solid fill">
              <a:extLst>
                <a:ext uri="{FF2B5EF4-FFF2-40B4-BE49-F238E27FC236}">
                  <a16:creationId xmlns:a16="http://schemas.microsoft.com/office/drawing/2014/main" id="{471F768C-0496-7AE5-CED3-AE1DD6B94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758752" y="3207441"/>
              <a:ext cx="432000" cy="432000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EE8F6583-7C5B-3F4F-468B-52ED8B8B3725}"/>
                </a:ext>
              </a:extLst>
            </p:cNvPr>
            <p:cNvSpPr txBox="1"/>
            <p:nvPr/>
          </p:nvSpPr>
          <p:spPr>
            <a:xfrm>
              <a:off x="8814291" y="323408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D</a:t>
              </a:r>
            </a:p>
          </p:txBody>
        </p:sp>
        <p:pic>
          <p:nvPicPr>
            <p:cNvPr id="143" name="Graphic 142" descr="Harvey Balls 100% with solid fill">
              <a:extLst>
                <a:ext uri="{FF2B5EF4-FFF2-40B4-BE49-F238E27FC236}">
                  <a16:creationId xmlns:a16="http://schemas.microsoft.com/office/drawing/2014/main" id="{6C53ECAB-1D68-9886-DC5F-8B63B0B7B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756758" y="1951082"/>
              <a:ext cx="432000" cy="432000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89168BC-0C95-19AD-60A6-655537903E86}"/>
                </a:ext>
              </a:extLst>
            </p:cNvPr>
            <p:cNvSpPr txBox="1"/>
            <p:nvPr/>
          </p:nvSpPr>
          <p:spPr>
            <a:xfrm>
              <a:off x="8812297" y="1977723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BE924EBA-5B6D-6FCC-86F4-4D5342046188}"/>
                </a:ext>
              </a:extLst>
            </p:cNvPr>
            <p:cNvCxnSpPr>
              <a:cxnSpLocks/>
              <a:stCxn id="136" idx="3"/>
              <a:endCxn id="144" idx="1"/>
            </p:cNvCxnSpPr>
            <p:nvPr/>
          </p:nvCxnSpPr>
          <p:spPr>
            <a:xfrm flipV="1">
              <a:off x="8307441" y="2162389"/>
              <a:ext cx="504856" cy="538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C33DA44F-87FA-997D-3C42-A4C9B96BCC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2583" y="2610820"/>
              <a:ext cx="504856" cy="538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657B1177-44D3-94E1-7E6B-D051CA5CF0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1405" y="3017321"/>
              <a:ext cx="504856" cy="538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9DA18DE1-F648-A3FF-350C-F631A329B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435" y="3435439"/>
              <a:ext cx="504856" cy="538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A0CEC69-AC9C-5034-5174-F4FA807DB5B9}"/>
              </a:ext>
            </a:extLst>
          </p:cNvPr>
          <p:cNvGrpSpPr/>
          <p:nvPr/>
        </p:nvGrpSpPr>
        <p:grpSpPr>
          <a:xfrm>
            <a:off x="7449229" y="4625398"/>
            <a:ext cx="1271495" cy="1682837"/>
            <a:chOff x="7930980" y="4687610"/>
            <a:chExt cx="1271495" cy="1682837"/>
          </a:xfrm>
        </p:grpSpPr>
        <p:pic>
          <p:nvPicPr>
            <p:cNvPr id="149" name="Graphic 148" descr="Harvey Balls 100% with solid fill">
              <a:extLst>
                <a:ext uri="{FF2B5EF4-FFF2-40B4-BE49-F238E27FC236}">
                  <a16:creationId xmlns:a16="http://schemas.microsoft.com/office/drawing/2014/main" id="{B88C0949-DC97-F5FE-E617-8B5F75301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944697" y="5115751"/>
              <a:ext cx="432000" cy="432000"/>
            </a:xfrm>
            <a:prstGeom prst="rect">
              <a:avLst/>
            </a:prstGeom>
          </p:spPr>
        </p:pic>
        <p:pic>
          <p:nvPicPr>
            <p:cNvPr id="150" name="Graphic 149" descr="Harvey Balls 100% with solid fill">
              <a:extLst>
                <a:ext uri="{FF2B5EF4-FFF2-40B4-BE49-F238E27FC236}">
                  <a16:creationId xmlns:a16="http://schemas.microsoft.com/office/drawing/2014/main" id="{89A839F2-44F3-B9DC-8BAF-9845F4619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944697" y="5533088"/>
              <a:ext cx="432000" cy="43200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37A5442-FDD6-3EFE-8952-FA6CA03701B8}"/>
                </a:ext>
              </a:extLst>
            </p:cNvPr>
            <p:cNvSpPr txBox="1"/>
            <p:nvPr/>
          </p:nvSpPr>
          <p:spPr>
            <a:xfrm>
              <a:off x="8000236" y="5142392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3BBD35D-76B9-A3EC-7896-175D847D9820}"/>
                </a:ext>
              </a:extLst>
            </p:cNvPr>
            <p:cNvSpPr txBox="1"/>
            <p:nvPr/>
          </p:nvSpPr>
          <p:spPr>
            <a:xfrm>
              <a:off x="8000236" y="5560464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C</a:t>
              </a:r>
            </a:p>
          </p:txBody>
        </p:sp>
        <p:pic>
          <p:nvPicPr>
            <p:cNvPr id="153" name="Graphic 152" descr="Harvey Balls 100% with solid fill">
              <a:extLst>
                <a:ext uri="{FF2B5EF4-FFF2-40B4-BE49-F238E27FC236}">
                  <a16:creationId xmlns:a16="http://schemas.microsoft.com/office/drawing/2014/main" id="{758E1EF5-E23D-C0C1-1E9D-79ECBB0E8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944697" y="5938447"/>
              <a:ext cx="432000" cy="432000"/>
            </a:xfrm>
            <a:prstGeom prst="rect">
              <a:avLst/>
            </a:prstGeom>
          </p:spPr>
        </p:pic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4E599E3B-39C2-02C3-2A82-E044099EBD24}"/>
                </a:ext>
              </a:extLst>
            </p:cNvPr>
            <p:cNvSpPr txBox="1"/>
            <p:nvPr/>
          </p:nvSpPr>
          <p:spPr>
            <a:xfrm>
              <a:off x="8000236" y="596508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F5A645-AF89-7AA2-1C38-101BA09F4BEE}"/>
                </a:ext>
              </a:extLst>
            </p:cNvPr>
            <p:cNvSpPr txBox="1"/>
            <p:nvPr/>
          </p:nvSpPr>
          <p:spPr>
            <a:xfrm>
              <a:off x="7998242" y="4708729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pic>
          <p:nvPicPr>
            <p:cNvPr id="156" name="Graphic 155" descr="Harvey Balls 100% with solid fill">
              <a:extLst>
                <a:ext uri="{FF2B5EF4-FFF2-40B4-BE49-F238E27FC236}">
                  <a16:creationId xmlns:a16="http://schemas.microsoft.com/office/drawing/2014/main" id="{A93568D3-23DF-B1B6-19EF-603F2B031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770475" y="5110369"/>
              <a:ext cx="432000" cy="432000"/>
            </a:xfrm>
            <a:prstGeom prst="rect">
              <a:avLst/>
            </a:prstGeom>
          </p:spPr>
        </p:pic>
        <p:pic>
          <p:nvPicPr>
            <p:cNvPr id="157" name="Graphic 156" descr="Harvey Balls 100% with solid fill">
              <a:extLst>
                <a:ext uri="{FF2B5EF4-FFF2-40B4-BE49-F238E27FC236}">
                  <a16:creationId xmlns:a16="http://schemas.microsoft.com/office/drawing/2014/main" id="{43B6758A-C365-8CF2-4D4C-F33A1907E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770475" y="5527706"/>
              <a:ext cx="432000" cy="432000"/>
            </a:xfrm>
            <a:prstGeom prst="rect">
              <a:avLst/>
            </a:prstGeom>
          </p:spPr>
        </p:pic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59CBA819-00F4-6BA4-56B7-77783342AA67}"/>
                </a:ext>
              </a:extLst>
            </p:cNvPr>
            <p:cNvSpPr txBox="1"/>
            <p:nvPr/>
          </p:nvSpPr>
          <p:spPr>
            <a:xfrm>
              <a:off x="8826014" y="5137010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BD7ADB-2438-1755-767F-9F075691C15A}"/>
                </a:ext>
              </a:extLst>
            </p:cNvPr>
            <p:cNvSpPr txBox="1"/>
            <p:nvPr/>
          </p:nvSpPr>
          <p:spPr>
            <a:xfrm>
              <a:off x="8826014" y="5555082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pic>
          <p:nvPicPr>
            <p:cNvPr id="160" name="Graphic 159" descr="Harvey Balls 100% with solid fill">
              <a:extLst>
                <a:ext uri="{FF2B5EF4-FFF2-40B4-BE49-F238E27FC236}">
                  <a16:creationId xmlns:a16="http://schemas.microsoft.com/office/drawing/2014/main" id="{925F1158-59B6-AD0B-8A34-8E3B3139F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770475" y="5933065"/>
              <a:ext cx="432000" cy="432000"/>
            </a:xfrm>
            <a:prstGeom prst="rect">
              <a:avLst/>
            </a:prstGeom>
          </p:spPr>
        </p:pic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E444962F-E29C-D305-7D2F-2D8FA4AEFB2F}"/>
                </a:ext>
              </a:extLst>
            </p:cNvPr>
            <p:cNvSpPr txBox="1"/>
            <p:nvPr/>
          </p:nvSpPr>
          <p:spPr>
            <a:xfrm>
              <a:off x="8826014" y="5959706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49203E3E-A32D-95E1-9043-FD06E4F22FD1}"/>
                </a:ext>
              </a:extLst>
            </p:cNvPr>
            <p:cNvSpPr txBox="1"/>
            <p:nvPr/>
          </p:nvSpPr>
          <p:spPr>
            <a:xfrm>
              <a:off x="8824020" y="4703347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pic>
          <p:nvPicPr>
            <p:cNvPr id="163" name="Graphic 162" descr="Harvey Balls 100% with solid fill">
              <a:extLst>
                <a:ext uri="{FF2B5EF4-FFF2-40B4-BE49-F238E27FC236}">
                  <a16:creationId xmlns:a16="http://schemas.microsoft.com/office/drawing/2014/main" id="{857A9BF7-5E39-73FA-7249-5E650D8A3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930980" y="4692992"/>
              <a:ext cx="432000" cy="432000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98FA5E73-04F4-788E-5B7D-2817049B7D11}"/>
                </a:ext>
              </a:extLst>
            </p:cNvPr>
            <p:cNvSpPr txBox="1"/>
            <p:nvPr/>
          </p:nvSpPr>
          <p:spPr>
            <a:xfrm>
              <a:off x="7984926" y="4724005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pic>
          <p:nvPicPr>
            <p:cNvPr id="165" name="Graphic 164" descr="Harvey Balls 100% with solid fill">
              <a:extLst>
                <a:ext uri="{FF2B5EF4-FFF2-40B4-BE49-F238E27FC236}">
                  <a16:creationId xmlns:a16="http://schemas.microsoft.com/office/drawing/2014/main" id="{5F39C25B-BEBF-78AC-45A6-F9CF55691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756758" y="4687610"/>
              <a:ext cx="432000" cy="432000"/>
            </a:xfrm>
            <a:prstGeom prst="rect">
              <a:avLst/>
            </a:prstGeom>
          </p:spPr>
        </p:pic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00154F83-F956-CD17-FF36-55BD22E54699}"/>
                </a:ext>
              </a:extLst>
            </p:cNvPr>
            <p:cNvSpPr txBox="1"/>
            <p:nvPr/>
          </p:nvSpPr>
          <p:spPr>
            <a:xfrm>
              <a:off x="8812297" y="4714251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D</a:t>
              </a:r>
            </a:p>
          </p:txBody>
        </p: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B35A9FFF-6FB8-4286-0141-771108D372E2}"/>
                </a:ext>
              </a:extLst>
            </p:cNvPr>
            <p:cNvCxnSpPr>
              <a:cxnSpLocks/>
              <a:stCxn id="164" idx="3"/>
              <a:endCxn id="159" idx="1"/>
            </p:cNvCxnSpPr>
            <p:nvPr/>
          </p:nvCxnSpPr>
          <p:spPr>
            <a:xfrm>
              <a:off x="8305848" y="4908671"/>
              <a:ext cx="520166" cy="831077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762FC14F-63EA-C4E5-74FB-67ABA14ABB63}"/>
                </a:ext>
              </a:extLst>
            </p:cNvPr>
            <p:cNvCxnSpPr>
              <a:cxnSpLocks/>
              <a:stCxn id="151" idx="3"/>
              <a:endCxn id="161" idx="1"/>
            </p:cNvCxnSpPr>
            <p:nvPr/>
          </p:nvCxnSpPr>
          <p:spPr>
            <a:xfrm>
              <a:off x="8321158" y="5327058"/>
              <a:ext cx="504856" cy="817314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913E33F3-CC6E-69F5-640C-0EB012E3B8E2}"/>
                </a:ext>
              </a:extLst>
            </p:cNvPr>
            <p:cNvCxnSpPr>
              <a:cxnSpLocks/>
              <a:endCxn id="158" idx="1"/>
            </p:cNvCxnSpPr>
            <p:nvPr/>
          </p:nvCxnSpPr>
          <p:spPr>
            <a:xfrm flipV="1">
              <a:off x="8234355" y="5321676"/>
              <a:ext cx="591659" cy="453364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6F249143-D548-B843-12DD-E2A4F8003068}"/>
                </a:ext>
              </a:extLst>
            </p:cNvPr>
            <p:cNvCxnSpPr>
              <a:cxnSpLocks/>
              <a:endCxn id="166" idx="1"/>
            </p:cNvCxnSpPr>
            <p:nvPr/>
          </p:nvCxnSpPr>
          <p:spPr>
            <a:xfrm flipV="1">
              <a:off x="8240412" y="4898917"/>
              <a:ext cx="571885" cy="1178929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0179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00774-0BAF-91C9-03DC-5CDFC6F0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929F30-AF16-F071-ABC2-D39516A33297}"/>
              </a:ext>
            </a:extLst>
          </p:cNvPr>
          <p:cNvGrpSpPr/>
          <p:nvPr/>
        </p:nvGrpSpPr>
        <p:grpSpPr>
          <a:xfrm>
            <a:off x="-1667435" y="663388"/>
            <a:ext cx="10650070" cy="6936752"/>
            <a:chOff x="-1667435" y="663388"/>
            <a:chExt cx="10650070" cy="6936752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D592F3C-7370-0CD5-75F8-5C260BC40753}"/>
                </a:ext>
              </a:extLst>
            </p:cNvPr>
            <p:cNvGrpSpPr/>
            <p:nvPr/>
          </p:nvGrpSpPr>
          <p:grpSpPr>
            <a:xfrm>
              <a:off x="-1667435" y="663388"/>
              <a:ext cx="10650070" cy="6936752"/>
              <a:chOff x="-566053" y="831028"/>
              <a:chExt cx="10650070" cy="6936752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63D9B3D-55B9-AA70-6D59-90C78B568EC3}"/>
                  </a:ext>
                </a:extLst>
              </p:cNvPr>
              <p:cNvSpPr/>
              <p:nvPr/>
            </p:nvSpPr>
            <p:spPr>
              <a:xfrm>
                <a:off x="-566053" y="831028"/>
                <a:ext cx="10650070" cy="6936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31604B90-4E4D-1F05-46FA-068421165D28}"/>
                  </a:ext>
                </a:extLst>
              </p:cNvPr>
              <p:cNvGrpSpPr/>
              <p:nvPr/>
            </p:nvGrpSpPr>
            <p:grpSpPr>
              <a:xfrm>
                <a:off x="-368045" y="983677"/>
                <a:ext cx="8873070" cy="6660268"/>
                <a:chOff x="-368045" y="983677"/>
                <a:chExt cx="8873070" cy="6660268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EA29F61-3F19-0734-49F6-1FBB16D995C9}"/>
                    </a:ext>
                  </a:extLst>
                </p:cNvPr>
                <p:cNvSpPr/>
                <p:nvPr/>
              </p:nvSpPr>
              <p:spPr>
                <a:xfrm rot="10800000">
                  <a:off x="522288" y="1630144"/>
                  <a:ext cx="400110" cy="5145437"/>
                </a:xfrm>
                <a:prstGeom prst="rect">
                  <a:avLst/>
                </a:prstGeom>
                <a:gradFill>
                  <a:gsLst>
                    <a:gs pos="50000">
                      <a:schemeClr val="accent1">
                        <a:lumMod val="5000"/>
                        <a:lumOff val="95000"/>
                      </a:schemeClr>
                    </a:gs>
                    <a:gs pos="16995">
                      <a:srgbClr val="8CBAE6"/>
                    </a:gs>
                    <a:gs pos="33000">
                      <a:srgbClr val="CAE8FE"/>
                    </a:gs>
                    <a:gs pos="75991">
                      <a:srgbClr val="F5B0B2"/>
                    </a:gs>
                    <a:gs pos="0">
                      <a:srgbClr val="2C77A6"/>
                    </a:gs>
                    <a:gs pos="100000">
                      <a:srgbClr val="BC2726"/>
                    </a:gs>
                  </a:gsLst>
                  <a:lin ang="5400000" scaled="1"/>
                </a:gra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3CC5306-97AB-4D1F-6B38-C8B216FB7A9C}"/>
                    </a:ext>
                  </a:extLst>
                </p:cNvPr>
                <p:cNvSpPr/>
                <p:nvPr/>
              </p:nvSpPr>
              <p:spPr>
                <a:xfrm rot="16200000">
                  <a:off x="3439392" y="4579030"/>
                  <a:ext cx="400111" cy="5145437"/>
                </a:xfrm>
                <a:prstGeom prst="rect">
                  <a:avLst/>
                </a:prstGeom>
                <a:gradFill>
                  <a:gsLst>
                    <a:gs pos="72000">
                      <a:srgbClr val="C8E69D"/>
                    </a:gs>
                    <a:gs pos="14000">
                      <a:srgbClr val="F3B37A"/>
                    </a:gs>
                    <a:gs pos="48000">
                      <a:srgbClr val="F8FBC7"/>
                    </a:gs>
                    <a:gs pos="84000">
                      <a:srgbClr val="9FD276"/>
                    </a:gs>
                    <a:gs pos="0">
                      <a:srgbClr val="DE5441"/>
                    </a:gs>
                    <a:gs pos="100000">
                      <a:srgbClr val="5AB359"/>
                    </a:gs>
                  </a:gsLst>
                  <a:lin ang="5400000" scaled="1"/>
                </a:gra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E1268D17-43FF-4026-E754-80FFD2CCD7FD}"/>
                    </a:ext>
                  </a:extLst>
                </p:cNvPr>
                <p:cNvSpPr/>
                <p:nvPr/>
              </p:nvSpPr>
              <p:spPr>
                <a:xfrm>
                  <a:off x="1062855" y="1666784"/>
                  <a:ext cx="5149311" cy="5145437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BAF269D6-F8DA-6D77-57FB-BA3F9AF293CA}"/>
                    </a:ext>
                  </a:extLst>
                </p:cNvPr>
                <p:cNvCxnSpPr>
                  <a:cxnSpLocks/>
                  <a:stCxn id="4" idx="0"/>
                  <a:endCxn id="4" idx="2"/>
                </p:cNvCxnSpPr>
                <p:nvPr/>
              </p:nvCxnSpPr>
              <p:spPr>
                <a:xfrm>
                  <a:off x="3637511" y="1666784"/>
                  <a:ext cx="0" cy="51454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B0683B6F-4735-E95C-B9BC-53B816CAF5A1}"/>
                    </a:ext>
                  </a:extLst>
                </p:cNvPr>
                <p:cNvCxnSpPr>
                  <a:cxnSpLocks/>
                  <a:stCxn id="4" idx="1"/>
                  <a:endCxn id="4" idx="3"/>
                </p:cNvCxnSpPr>
                <p:nvPr/>
              </p:nvCxnSpPr>
              <p:spPr>
                <a:xfrm>
                  <a:off x="1062855" y="4239503"/>
                  <a:ext cx="5149311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576594CC-E2BF-08AD-61A6-0AE0F90904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13220" y="6936059"/>
                      <a:ext cx="2006027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CA" sz="2000" b="1" dirty="0"/>
                        <a:t>TREND (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oMath>
                      </a14:m>
                      <a:r>
                        <a:rPr lang="en-CA" sz="2000" b="1" dirty="0"/>
                        <a:t> )</a:t>
                      </a:r>
                    </a:p>
                    <a:p>
                      <a:pPr algn="ctr"/>
                      <a:endParaRPr lang="en-CA" sz="2000" b="1" dirty="0"/>
                    </a:p>
                  </p:txBody>
                </p:sp>
              </mc:Choice>
              <mc:Fallback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576594CC-E2BF-08AD-61A6-0AE0F90904D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13220" y="6936059"/>
                      <a:ext cx="2006027" cy="707886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t="-175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073B84CE-D41B-CA46-FF83-BC7EF9C8878A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-471733" y="4149376"/>
                      <a:ext cx="242463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CA" sz="2000" b="1" dirty="0"/>
                        <a:t>CORRELATION  </a:t>
                      </a:r>
                      <a:r>
                        <a:rPr lang="en-CA" sz="2000" dirty="0"/>
                        <a:t>(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CA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a14:m>
                      <a:r>
                        <a:rPr lang="en-CA" sz="2000" dirty="0"/>
                        <a:t>)</a:t>
                      </a:r>
                    </a:p>
                  </p:txBody>
                </p:sp>
              </mc:Choice>
              <mc:Fallback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073B84CE-D41B-CA46-FF83-BC7EF9C8878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-471733" y="4149376"/>
                      <a:ext cx="2424638" cy="40011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3030" t="-1563" r="-27273" b="-260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269D492-23B2-ECB5-93DA-ED9CE9B792D1}"/>
                    </a:ext>
                  </a:extLst>
                </p:cNvPr>
                <p:cNvSpPr txBox="1"/>
                <p:nvPr/>
              </p:nvSpPr>
              <p:spPr>
                <a:xfrm>
                  <a:off x="5652289" y="6852330"/>
                  <a:ext cx="40427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dirty="0"/>
                    <a:t>+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51E0FAF-D452-BE3F-3FD2-27F0CBB9FC00}"/>
                    </a:ext>
                  </a:extLst>
                </p:cNvPr>
                <p:cNvSpPr txBox="1"/>
                <p:nvPr/>
              </p:nvSpPr>
              <p:spPr>
                <a:xfrm>
                  <a:off x="1144879" y="6859362"/>
                  <a:ext cx="32412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dirty="0"/>
                    <a:t>-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33638CF-5D56-9C83-7483-BFA739B1484F}"/>
                    </a:ext>
                  </a:extLst>
                </p:cNvPr>
                <p:cNvSpPr txBox="1"/>
                <p:nvPr/>
              </p:nvSpPr>
              <p:spPr>
                <a:xfrm>
                  <a:off x="561304" y="6183488"/>
                  <a:ext cx="32412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b="1" dirty="0"/>
                    <a:t>-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61C1349-FB7A-5C96-E39B-8F1B9A53E15F}"/>
                    </a:ext>
                  </a:extLst>
                </p:cNvPr>
                <p:cNvSpPr txBox="1"/>
                <p:nvPr/>
              </p:nvSpPr>
              <p:spPr>
                <a:xfrm>
                  <a:off x="514764" y="1643277"/>
                  <a:ext cx="40427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b="1" dirty="0"/>
                    <a:t>+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DDFAE20-038B-17B2-9C2B-F4A5488F215B}"/>
                    </a:ext>
                  </a:extLst>
                </p:cNvPr>
                <p:cNvSpPr txBox="1"/>
                <p:nvPr/>
              </p:nvSpPr>
              <p:spPr>
                <a:xfrm>
                  <a:off x="1200486" y="3513130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Decline without reshuffling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106A814-982A-8423-C270-4208569597C8}"/>
                    </a:ext>
                  </a:extLst>
                </p:cNvPr>
                <p:cNvSpPr txBox="1"/>
                <p:nvPr/>
              </p:nvSpPr>
              <p:spPr>
                <a:xfrm>
                  <a:off x="1200486" y="6048800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Decline with reshuffling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C739BA3-2009-E393-42DD-9241EB8311A1}"/>
                    </a:ext>
                  </a:extLst>
                </p:cNvPr>
                <p:cNvSpPr txBox="1"/>
                <p:nvPr/>
              </p:nvSpPr>
              <p:spPr>
                <a:xfrm>
                  <a:off x="3748373" y="3535709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Growth without reshuffling</a:t>
                  </a:r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7F377F0A-72C1-7AA1-AF40-D1FA077DEBA6}"/>
                    </a:ext>
                  </a:extLst>
                </p:cNvPr>
                <p:cNvSpPr txBox="1"/>
                <p:nvPr/>
              </p:nvSpPr>
              <p:spPr>
                <a:xfrm>
                  <a:off x="3732835" y="6065229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Growth with reshuffling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C59E042-D0A8-5116-E73E-9C3AF389CE1E}"/>
                    </a:ext>
                  </a:extLst>
                </p:cNvPr>
                <p:cNvSpPr txBox="1"/>
                <p:nvPr/>
              </p:nvSpPr>
              <p:spPr>
                <a:xfrm>
                  <a:off x="6620431" y="4546087"/>
                  <a:ext cx="1884594" cy="20313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b="1" dirty="0"/>
                    <a:t>Community reshuffling </a:t>
                  </a:r>
                  <a:r>
                    <a:rPr lang="en-CA" dirty="0"/>
                    <a:t>Species are reshuffled within the community, altering its functioning.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82DC008-2F44-F8A6-4C3B-9949E47CE961}"/>
                    </a:ext>
                  </a:extLst>
                </p:cNvPr>
                <p:cNvSpPr txBox="1"/>
                <p:nvPr/>
              </p:nvSpPr>
              <p:spPr>
                <a:xfrm>
                  <a:off x="6595780" y="1840810"/>
                  <a:ext cx="1888305" cy="20313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b="1" dirty="0"/>
                    <a:t>Absolute community-level change </a:t>
                  </a:r>
                  <a:r>
                    <a:rPr lang="en-CA" dirty="0"/>
                    <a:t>Species-level changes amplify change at the community level.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E94F498-F9BB-D67F-443B-F33A2E20F2B3}"/>
                    </a:ext>
                  </a:extLst>
                </p:cNvPr>
                <p:cNvSpPr txBox="1"/>
                <p:nvPr/>
              </p:nvSpPr>
              <p:spPr>
                <a:xfrm>
                  <a:off x="1173834" y="983677"/>
                  <a:ext cx="23795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Most species decline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EA2A238-836F-CF46-32CD-2479A6A035D4}"/>
                    </a:ext>
                  </a:extLst>
                </p:cNvPr>
                <p:cNvSpPr txBox="1"/>
                <p:nvPr/>
              </p:nvSpPr>
              <p:spPr>
                <a:xfrm>
                  <a:off x="3679475" y="999035"/>
                  <a:ext cx="249072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Most species grow</a:t>
                  </a:r>
                </a:p>
              </p:txBody>
            </p: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827D126A-78FF-1A18-F326-6572E796C5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16298" y="1666784"/>
                  <a:ext cx="0" cy="232080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93C73A7C-8E3C-97A2-D698-967F6408B5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6298" y="4448014"/>
                  <a:ext cx="0" cy="236420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16482C0B-BA6F-E5B0-7B2B-4DE66C5293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8373" y="1434587"/>
                  <a:ext cx="246379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2597B868-4BCD-29A8-76B8-75606649D6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1652" y="1434587"/>
                  <a:ext cx="243176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" name="Freeform 2">
                  <a:extLst>
                    <a:ext uri="{FF2B5EF4-FFF2-40B4-BE49-F238E27FC236}">
                      <a16:creationId xmlns:a16="http://schemas.microsoft.com/office/drawing/2014/main" id="{4EC477DD-9416-5A55-0967-8E6ECCCE2050}"/>
                    </a:ext>
                  </a:extLst>
                </p:cNvPr>
                <p:cNvSpPr/>
                <p:nvPr/>
              </p:nvSpPr>
              <p:spPr>
                <a:xfrm>
                  <a:off x="3996023" y="5232245"/>
                  <a:ext cx="1764280" cy="637340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2033 h 392033"/>
                    <a:gd name="connsiteX1" fmla="*/ 250788 w 1146253"/>
                    <a:gd name="connsiteY1" fmla="*/ 312511 h 392033"/>
                    <a:gd name="connsiteX2" fmla="*/ 899876 w 1146253"/>
                    <a:gd name="connsiteY2" fmla="*/ 1498 h 392033"/>
                    <a:gd name="connsiteX3" fmla="*/ 1146253 w 1146253"/>
                    <a:gd name="connsiteY3" fmla="*/ 382424 h 392033"/>
                    <a:gd name="connsiteX0" fmla="*/ 0 w 1146253"/>
                    <a:gd name="connsiteY0" fmla="*/ 397947 h 397947"/>
                    <a:gd name="connsiteX1" fmla="*/ 206402 w 1146253"/>
                    <a:gd name="connsiteY1" fmla="*/ 84790 h 397947"/>
                    <a:gd name="connsiteX2" fmla="*/ 899876 w 1146253"/>
                    <a:gd name="connsiteY2" fmla="*/ 7412 h 397947"/>
                    <a:gd name="connsiteX3" fmla="*/ 1146253 w 1146253"/>
                    <a:gd name="connsiteY3" fmla="*/ 388338 h 397947"/>
                    <a:gd name="connsiteX0" fmla="*/ 0 w 1146253"/>
                    <a:gd name="connsiteY0" fmla="*/ 392533 h 392533"/>
                    <a:gd name="connsiteX1" fmla="*/ 206402 w 1146253"/>
                    <a:gd name="connsiteY1" fmla="*/ 79376 h 392533"/>
                    <a:gd name="connsiteX2" fmla="*/ 899876 w 1146253"/>
                    <a:gd name="connsiteY2" fmla="*/ 1998 h 392533"/>
                    <a:gd name="connsiteX3" fmla="*/ 1146253 w 1146253"/>
                    <a:gd name="connsiteY3" fmla="*/ 382924 h 392533"/>
                    <a:gd name="connsiteX0" fmla="*/ 0 w 1146253"/>
                    <a:gd name="connsiteY0" fmla="*/ 391706 h 391706"/>
                    <a:gd name="connsiteX1" fmla="*/ 226888 w 1146253"/>
                    <a:gd name="connsiteY1" fmla="*/ 229724 h 391706"/>
                    <a:gd name="connsiteX2" fmla="*/ 899876 w 1146253"/>
                    <a:gd name="connsiteY2" fmla="*/ 1171 h 391706"/>
                    <a:gd name="connsiteX3" fmla="*/ 1146253 w 1146253"/>
                    <a:gd name="connsiteY3" fmla="*/ 382097 h 391706"/>
                    <a:gd name="connsiteX0" fmla="*/ 0 w 1146253"/>
                    <a:gd name="connsiteY0" fmla="*/ 419909 h 419909"/>
                    <a:gd name="connsiteX1" fmla="*/ 226888 w 1146253"/>
                    <a:gd name="connsiteY1" fmla="*/ 257927 h 419909"/>
                    <a:gd name="connsiteX2" fmla="*/ 882805 w 1146253"/>
                    <a:gd name="connsiteY2" fmla="*/ 1888 h 419909"/>
                    <a:gd name="connsiteX3" fmla="*/ 1146253 w 1146253"/>
                    <a:gd name="connsiteY3" fmla="*/ 410300 h 419909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253" h="418021">
                      <a:moveTo>
                        <a:pt x="0" y="418021"/>
                      </a:moveTo>
                      <a:cubicBezTo>
                        <a:pt x="54909" y="391332"/>
                        <a:pt x="35368" y="136740"/>
                        <a:pt x="226888" y="256039"/>
                      </a:cubicBezTo>
                      <a:cubicBezTo>
                        <a:pt x="418408" y="375338"/>
                        <a:pt x="647658" y="27596"/>
                        <a:pt x="882805" y="0"/>
                      </a:cubicBezTo>
                      <a:cubicBezTo>
                        <a:pt x="1018816" y="6078"/>
                        <a:pt x="1105447" y="342857"/>
                        <a:pt x="1146253" y="408412"/>
                      </a:cubicBezTo>
                    </a:path>
                  </a:pathLst>
                </a:custGeom>
                <a:gradFill flip="none" rotWithShape="1">
                  <a:gsLst>
                    <a:gs pos="0">
                      <a:srgbClr val="DA4035"/>
                    </a:gs>
                    <a:gs pos="50000">
                      <a:srgbClr val="F7FCC9"/>
                    </a:gs>
                    <a:gs pos="37000">
                      <a:srgbClr val="FEEC9D"/>
                    </a:gs>
                    <a:gs pos="90000">
                      <a:srgbClr val="8DCB65"/>
                    </a:gs>
                    <a:gs pos="100000">
                      <a:srgbClr val="2D9C52"/>
                    </a:gs>
                  </a:gsLst>
                  <a:lin ang="0" scaled="0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8" name="Freeform 7">
                  <a:extLst>
                    <a:ext uri="{FF2B5EF4-FFF2-40B4-BE49-F238E27FC236}">
                      <a16:creationId xmlns:a16="http://schemas.microsoft.com/office/drawing/2014/main" id="{427CA1D3-3275-2E66-5FEE-445FFBBDD5D6}"/>
                    </a:ext>
                  </a:extLst>
                </p:cNvPr>
                <p:cNvSpPr/>
                <p:nvPr/>
              </p:nvSpPr>
              <p:spPr>
                <a:xfrm flipH="1">
                  <a:off x="1490812" y="2257063"/>
                  <a:ext cx="670252" cy="1111202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7407 h 397407"/>
                    <a:gd name="connsiteX1" fmla="*/ 899876 w 1146253"/>
                    <a:gd name="connsiteY1" fmla="*/ 0 h 397407"/>
                    <a:gd name="connsiteX2" fmla="*/ 1146253 w 1146253"/>
                    <a:gd name="connsiteY2" fmla="*/ 380926 h 397407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380926 h 405710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404297 h 40571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2172 h 405710"/>
                    <a:gd name="connsiteX0" fmla="*/ 0 w 560893"/>
                    <a:gd name="connsiteY0" fmla="*/ 405710 h 414920"/>
                    <a:gd name="connsiteX1" fmla="*/ 292700 w 560893"/>
                    <a:gd name="connsiteY1" fmla="*/ 0 h 414920"/>
                    <a:gd name="connsiteX2" fmla="*/ 560893 w 560893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4297 h 405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56530" h="405710">
                      <a:moveTo>
                        <a:pt x="0" y="405710"/>
                      </a:moveTo>
                      <a:cubicBezTo>
                        <a:pt x="95840" y="293173"/>
                        <a:pt x="162747" y="623"/>
                        <a:pt x="292700" y="0"/>
                      </a:cubicBezTo>
                      <a:cubicBezTo>
                        <a:pt x="428711" y="6078"/>
                        <a:pt x="506998" y="325994"/>
                        <a:pt x="556530" y="404297"/>
                      </a:cubicBezTo>
                    </a:path>
                  </a:pathLst>
                </a:custGeom>
                <a:gradFill flip="none" rotWithShape="1">
                  <a:gsLst>
                    <a:gs pos="0">
                      <a:srgbClr val="DA4035"/>
                    </a:gs>
                    <a:gs pos="100000">
                      <a:srgbClr val="F7FCC9"/>
                    </a:gs>
                    <a:gs pos="61000">
                      <a:srgbClr val="FEEC9D"/>
                    </a:gs>
                  </a:gsLst>
                  <a:lin ang="10800000" scaled="1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9" name="Freeform 8">
                  <a:extLst>
                    <a:ext uri="{FF2B5EF4-FFF2-40B4-BE49-F238E27FC236}">
                      <a16:creationId xmlns:a16="http://schemas.microsoft.com/office/drawing/2014/main" id="{627DC200-7AE5-A4F7-934B-CDFF2B5FCB42}"/>
                    </a:ext>
                  </a:extLst>
                </p:cNvPr>
                <p:cNvSpPr/>
                <p:nvPr/>
              </p:nvSpPr>
              <p:spPr>
                <a:xfrm flipH="1">
                  <a:off x="4982037" y="2257063"/>
                  <a:ext cx="670252" cy="1111202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7407 h 397407"/>
                    <a:gd name="connsiteX1" fmla="*/ 899876 w 1146253"/>
                    <a:gd name="connsiteY1" fmla="*/ 0 h 397407"/>
                    <a:gd name="connsiteX2" fmla="*/ 1146253 w 1146253"/>
                    <a:gd name="connsiteY2" fmla="*/ 380926 h 397407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380926 h 405710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404297 h 40571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2172 h 405710"/>
                    <a:gd name="connsiteX0" fmla="*/ 0 w 560893"/>
                    <a:gd name="connsiteY0" fmla="*/ 405710 h 414920"/>
                    <a:gd name="connsiteX1" fmla="*/ 292700 w 560893"/>
                    <a:gd name="connsiteY1" fmla="*/ 0 h 414920"/>
                    <a:gd name="connsiteX2" fmla="*/ 560893 w 560893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4297 h 405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56530" h="405710">
                      <a:moveTo>
                        <a:pt x="0" y="405710"/>
                      </a:moveTo>
                      <a:cubicBezTo>
                        <a:pt x="95840" y="293173"/>
                        <a:pt x="162747" y="623"/>
                        <a:pt x="292700" y="0"/>
                      </a:cubicBezTo>
                      <a:cubicBezTo>
                        <a:pt x="428711" y="6078"/>
                        <a:pt x="506998" y="325994"/>
                        <a:pt x="556530" y="404297"/>
                      </a:cubicBezTo>
                    </a:path>
                  </a:pathLst>
                </a:custGeom>
                <a:gradFill flip="none" rotWithShape="1">
                  <a:gsLst>
                    <a:gs pos="100000">
                      <a:srgbClr val="5AB359"/>
                    </a:gs>
                    <a:gs pos="81000">
                      <a:srgbClr val="9FD276"/>
                    </a:gs>
                    <a:gs pos="2000">
                      <a:srgbClr val="F8FBC7"/>
                    </a:gs>
                  </a:gsLst>
                  <a:lin ang="10800000" scaled="1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E77C867-241B-383A-82C3-B9C5DDC7E6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96023" y="5860190"/>
                  <a:ext cx="1764280" cy="19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40BBAA39-8732-A874-2E86-FA61DAA2FF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96023" y="3368265"/>
                  <a:ext cx="1764280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E87B22A5-81FF-C610-CB6D-9E67F53EA7B6}"/>
                    </a:ext>
                  </a:extLst>
                </p:cNvPr>
                <p:cNvSpPr/>
                <p:nvPr/>
              </p:nvSpPr>
              <p:spPr>
                <a:xfrm flipH="1">
                  <a:off x="1341148" y="5227664"/>
                  <a:ext cx="1764280" cy="637340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2033 h 392033"/>
                    <a:gd name="connsiteX1" fmla="*/ 250788 w 1146253"/>
                    <a:gd name="connsiteY1" fmla="*/ 312511 h 392033"/>
                    <a:gd name="connsiteX2" fmla="*/ 899876 w 1146253"/>
                    <a:gd name="connsiteY2" fmla="*/ 1498 h 392033"/>
                    <a:gd name="connsiteX3" fmla="*/ 1146253 w 1146253"/>
                    <a:gd name="connsiteY3" fmla="*/ 382424 h 392033"/>
                    <a:gd name="connsiteX0" fmla="*/ 0 w 1146253"/>
                    <a:gd name="connsiteY0" fmla="*/ 397947 h 397947"/>
                    <a:gd name="connsiteX1" fmla="*/ 206402 w 1146253"/>
                    <a:gd name="connsiteY1" fmla="*/ 84790 h 397947"/>
                    <a:gd name="connsiteX2" fmla="*/ 899876 w 1146253"/>
                    <a:gd name="connsiteY2" fmla="*/ 7412 h 397947"/>
                    <a:gd name="connsiteX3" fmla="*/ 1146253 w 1146253"/>
                    <a:gd name="connsiteY3" fmla="*/ 388338 h 397947"/>
                    <a:gd name="connsiteX0" fmla="*/ 0 w 1146253"/>
                    <a:gd name="connsiteY0" fmla="*/ 392533 h 392533"/>
                    <a:gd name="connsiteX1" fmla="*/ 206402 w 1146253"/>
                    <a:gd name="connsiteY1" fmla="*/ 79376 h 392533"/>
                    <a:gd name="connsiteX2" fmla="*/ 899876 w 1146253"/>
                    <a:gd name="connsiteY2" fmla="*/ 1998 h 392533"/>
                    <a:gd name="connsiteX3" fmla="*/ 1146253 w 1146253"/>
                    <a:gd name="connsiteY3" fmla="*/ 382924 h 392533"/>
                    <a:gd name="connsiteX0" fmla="*/ 0 w 1146253"/>
                    <a:gd name="connsiteY0" fmla="*/ 391706 h 391706"/>
                    <a:gd name="connsiteX1" fmla="*/ 226888 w 1146253"/>
                    <a:gd name="connsiteY1" fmla="*/ 229724 h 391706"/>
                    <a:gd name="connsiteX2" fmla="*/ 899876 w 1146253"/>
                    <a:gd name="connsiteY2" fmla="*/ 1171 h 391706"/>
                    <a:gd name="connsiteX3" fmla="*/ 1146253 w 1146253"/>
                    <a:gd name="connsiteY3" fmla="*/ 382097 h 391706"/>
                    <a:gd name="connsiteX0" fmla="*/ 0 w 1146253"/>
                    <a:gd name="connsiteY0" fmla="*/ 419909 h 419909"/>
                    <a:gd name="connsiteX1" fmla="*/ 226888 w 1146253"/>
                    <a:gd name="connsiteY1" fmla="*/ 257927 h 419909"/>
                    <a:gd name="connsiteX2" fmla="*/ 882805 w 1146253"/>
                    <a:gd name="connsiteY2" fmla="*/ 1888 h 419909"/>
                    <a:gd name="connsiteX3" fmla="*/ 1146253 w 1146253"/>
                    <a:gd name="connsiteY3" fmla="*/ 410300 h 419909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253" h="418021">
                      <a:moveTo>
                        <a:pt x="0" y="418021"/>
                      </a:moveTo>
                      <a:cubicBezTo>
                        <a:pt x="54909" y="391332"/>
                        <a:pt x="35368" y="136740"/>
                        <a:pt x="226888" y="256039"/>
                      </a:cubicBezTo>
                      <a:cubicBezTo>
                        <a:pt x="418408" y="375338"/>
                        <a:pt x="647658" y="27596"/>
                        <a:pt x="882805" y="0"/>
                      </a:cubicBezTo>
                      <a:cubicBezTo>
                        <a:pt x="1018816" y="6078"/>
                        <a:pt x="1105447" y="342857"/>
                        <a:pt x="1146253" y="408412"/>
                      </a:cubicBezTo>
                    </a:path>
                  </a:pathLst>
                </a:custGeom>
                <a:gradFill flip="none" rotWithShape="1">
                  <a:gsLst>
                    <a:gs pos="0">
                      <a:srgbClr val="DA4035"/>
                    </a:gs>
                    <a:gs pos="50000">
                      <a:srgbClr val="F7FCC9"/>
                    </a:gs>
                    <a:gs pos="37000">
                      <a:srgbClr val="FEEC9D"/>
                    </a:gs>
                    <a:gs pos="90000">
                      <a:srgbClr val="8DCB65"/>
                    </a:gs>
                    <a:gs pos="100000">
                      <a:srgbClr val="2D9C52"/>
                    </a:gs>
                  </a:gsLst>
                  <a:lin ang="10800000" scaled="0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CE236C2A-8DEC-781E-1060-3D8F86D64329}"/>
                    </a:ext>
                  </a:extLst>
                </p:cNvPr>
                <p:cNvCxnSpPr>
                  <a:cxnSpLocks/>
                  <a:stCxn id="43" idx="3"/>
                </p:cNvCxnSpPr>
                <p:nvPr/>
              </p:nvCxnSpPr>
              <p:spPr>
                <a:xfrm>
                  <a:off x="1341148" y="5850354"/>
                  <a:ext cx="1749875" cy="983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65F4FCF8-CF87-CD31-AD08-AB8FB558CE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41148" y="3368265"/>
                  <a:ext cx="1764280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35B7FA7D-FFBF-BD75-10E3-13EF3E769A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09342" y="1758598"/>
                      <a:ext cx="432000" cy="288000"/>
                    </a:xfrm>
                    <a:prstGeom prst="roundRect">
                      <a:avLst/>
                    </a:prstGeom>
                    <a:solidFill>
                      <a:srgbClr val="DE5441"/>
                    </a:solidFill>
                    <a:ln w="6350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35B7FA7D-FFBF-BD75-10E3-13EF3E769A7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09342" y="1758598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5"/>
                      <a:stretch>
                        <a:fillRect b="-8333"/>
                      </a:stretch>
                    </a:blipFill>
                    <a:ln w="63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62D64148-CABE-AC76-0664-88DFBBC4146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04805" y="1765871"/>
                      <a:ext cx="432000" cy="288000"/>
                    </a:xfrm>
                    <a:prstGeom prst="roundRect">
                      <a:avLst/>
                    </a:prstGeom>
                    <a:solidFill>
                      <a:srgbClr val="5AB359"/>
                    </a:solidFill>
                    <a:ln w="6350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62D64148-CABE-AC76-0664-88DFBBC4146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4805" y="1765871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6"/>
                      <a:stretch>
                        <a:fillRect l="-2857" b="-8333"/>
                      </a:stretch>
                    </a:blipFill>
                    <a:ln w="63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91A4C978-CC7C-C44B-8D5F-EAB9E067A4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7964" y="4588037"/>
                      <a:ext cx="432000" cy="288000"/>
                    </a:xfrm>
                    <a:prstGeom prst="roundRect">
                      <a:avLst/>
                    </a:prstGeom>
                    <a:solidFill>
                      <a:srgbClr val="F3B37A"/>
                    </a:solidFill>
                    <a:ln w="3175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91A4C978-CC7C-C44B-8D5F-EAB9E067A4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7964" y="4588037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7"/>
                      <a:stretch>
                        <a:fillRect l="-2857" b="-4167"/>
                      </a:stretch>
                    </a:blipFill>
                    <a:ln w="3175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FB1E9647-14A8-7B06-8ED0-521388F9D1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75954" y="4567250"/>
                      <a:ext cx="432000" cy="288000"/>
                    </a:xfrm>
                    <a:prstGeom prst="roundRect">
                      <a:avLst/>
                    </a:prstGeom>
                    <a:solidFill>
                      <a:srgbClr val="9FD276"/>
                    </a:solidFill>
                    <a:ln w="6350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FB1E9647-14A8-7B06-8ED0-521388F9D1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75954" y="4567250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8"/>
                      <a:stretch>
                        <a:fillRect l="-2857" b="-8333"/>
                      </a:stretch>
                    </a:blipFill>
                    <a:ln w="63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59B812CE-5B67-EBC9-B52D-469BD0918983}"/>
                    </a:ext>
                  </a:extLst>
                </p:cNvPr>
                <p:cNvCxnSpPr>
                  <a:cxnSpLocks/>
                  <a:stCxn id="61" idx="2"/>
                </p:cNvCxnSpPr>
                <p:nvPr/>
              </p:nvCxnSpPr>
              <p:spPr>
                <a:xfrm>
                  <a:off x="2053964" y="4876037"/>
                  <a:ext cx="0" cy="984153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AACB0942-652C-82C5-0517-A392327CEF5D}"/>
                    </a:ext>
                  </a:extLst>
                </p:cNvPr>
                <p:cNvCxnSpPr>
                  <a:cxnSpLocks/>
                  <a:stCxn id="56" idx="2"/>
                </p:cNvCxnSpPr>
                <p:nvPr/>
              </p:nvCxnSpPr>
              <p:spPr>
                <a:xfrm flipH="1">
                  <a:off x="1823832" y="2046598"/>
                  <a:ext cx="1510" cy="1321667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64E5AE7-2CB5-16F5-D037-BEEAEDE85A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15653" y="2044508"/>
                  <a:ext cx="1510" cy="1321667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958BAFE7-CF1D-D59E-15D2-4796446CF913}"/>
                    </a:ext>
                  </a:extLst>
                </p:cNvPr>
                <p:cNvCxnSpPr>
                  <a:cxnSpLocks/>
                  <a:stCxn id="64" idx="2"/>
                </p:cNvCxnSpPr>
                <p:nvPr/>
              </p:nvCxnSpPr>
              <p:spPr>
                <a:xfrm flipH="1">
                  <a:off x="5090444" y="4855250"/>
                  <a:ext cx="1510" cy="1004940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EFC8F941-A045-4889-BC4E-C280C42769B8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-1124026" y="3752547"/>
                      <a:ext cx="2254026" cy="7420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CA" sz="2000" b="1" dirty="0"/>
                        <a:t>VARIANCE  </a:t>
                      </a:r>
                      <a:r>
                        <a:rPr lang="en-CA" sz="2000" dirty="0"/>
                        <a:t>(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CA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000" b="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sub>
                                  <m:r>
                                    <a:rPr lang="en-CA" sz="2000" b="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CA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a14:m>
                      <a:r>
                        <a:rPr lang="en-CA" sz="2000" dirty="0"/>
                        <a:t>) </a:t>
                      </a:r>
                    </a:p>
                    <a:p>
                      <a:endParaRPr lang="en-CA" sz="2000" b="1" dirty="0"/>
                    </a:p>
                  </p:txBody>
                </p:sp>
              </mc:Choice>
              <mc:Fallback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EFC8F941-A045-4889-BC4E-C280C42769B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-1124026" y="3752547"/>
                      <a:ext cx="2254026" cy="742063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3390" b="-27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6" name="Right Triangle 25">
                  <a:extLst>
                    <a:ext uri="{FF2B5EF4-FFF2-40B4-BE49-F238E27FC236}">
                      <a16:creationId xmlns:a16="http://schemas.microsoft.com/office/drawing/2014/main" id="{4F372A82-4A2E-8BF6-E6DF-A1369966B32A}"/>
                    </a:ext>
                  </a:extLst>
                </p:cNvPr>
                <p:cNvSpPr/>
                <p:nvPr/>
              </p:nvSpPr>
              <p:spPr>
                <a:xfrm rot="16200000">
                  <a:off x="-2398868" y="3969950"/>
                  <a:ext cx="5145437" cy="465826"/>
                </a:xfrm>
                <a:prstGeom prst="rtTriangle">
                  <a:avLst/>
                </a:prstGeom>
                <a:gradFill>
                  <a:gsLst>
                    <a:gs pos="58000">
                      <a:srgbClr val="B6EACD"/>
                    </a:gs>
                    <a:gs pos="83000">
                      <a:srgbClr val="63B3DD"/>
                    </a:gs>
                    <a:gs pos="71000">
                      <a:srgbClr val="9DDDD8"/>
                    </a:gs>
                    <a:gs pos="0">
                      <a:srgbClr val="F8FBC7"/>
                    </a:gs>
                    <a:gs pos="100000">
                      <a:srgbClr val="164495"/>
                    </a:gs>
                  </a:gsLst>
                  <a:lin ang="108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pic>
              <p:nvPicPr>
                <p:cNvPr id="30" name="Graphic 29" descr="Badge 1 with solid fill">
                  <a:extLst>
                    <a:ext uri="{FF2B5EF4-FFF2-40B4-BE49-F238E27FC236}">
                      <a16:creationId xmlns:a16="http://schemas.microsoft.com/office/drawing/2014/main" id="{D5547926-3BC7-D94B-8768-C5B26FDE46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91023" y="1711500"/>
                  <a:ext cx="457196" cy="457196"/>
                </a:xfrm>
                <a:prstGeom prst="rect">
                  <a:avLst/>
                </a:prstGeom>
              </p:spPr>
            </p:pic>
            <p:pic>
              <p:nvPicPr>
                <p:cNvPr id="33" name="Graphic 32" descr="Badge with solid fill">
                  <a:extLst>
                    <a:ext uri="{FF2B5EF4-FFF2-40B4-BE49-F238E27FC236}">
                      <a16:creationId xmlns:a16="http://schemas.microsoft.com/office/drawing/2014/main" id="{28EB8B24-C2F5-D7DD-F168-FC801CB8C4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14262" y="1702627"/>
                  <a:ext cx="457199" cy="457199"/>
                </a:xfrm>
                <a:prstGeom prst="rect">
                  <a:avLst/>
                </a:prstGeom>
              </p:spPr>
            </p:pic>
            <p:pic>
              <p:nvPicPr>
                <p:cNvPr id="35" name="Graphic 34" descr="Badge 3 with solid fill">
                  <a:extLst>
                    <a:ext uri="{FF2B5EF4-FFF2-40B4-BE49-F238E27FC236}">
                      <a16:creationId xmlns:a16="http://schemas.microsoft.com/office/drawing/2014/main" id="{E7C5C26B-990E-AF55-66A0-1FB1003F10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05428" y="4276388"/>
                  <a:ext cx="457196" cy="457196"/>
                </a:xfrm>
                <a:prstGeom prst="rect">
                  <a:avLst/>
                </a:prstGeom>
              </p:spPr>
            </p:pic>
            <p:pic>
              <p:nvPicPr>
                <p:cNvPr id="37" name="Graphic 36" descr="Badge 4 with solid fill">
                  <a:extLst>
                    <a:ext uri="{FF2B5EF4-FFF2-40B4-BE49-F238E27FC236}">
                      <a16:creationId xmlns:a16="http://schemas.microsoft.com/office/drawing/2014/main" id="{3E8178BE-872F-FE87-8AB1-AA52355DC0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95601" y="4279589"/>
                  <a:ext cx="452448" cy="45244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857F223E-A670-4ADA-C21E-7CA6482EA12F}"/>
                </a:ext>
              </a:extLst>
            </p:cNvPr>
            <p:cNvGrpSpPr/>
            <p:nvPr/>
          </p:nvGrpSpPr>
          <p:grpSpPr>
            <a:xfrm>
              <a:off x="7523296" y="1882535"/>
              <a:ext cx="1259772" cy="1693741"/>
              <a:chOff x="7930980" y="1951082"/>
              <a:chExt cx="1259772" cy="1693741"/>
            </a:xfrm>
          </p:grpSpPr>
          <p:pic>
            <p:nvPicPr>
              <p:cNvPr id="129" name="Graphic 128" descr="Harvey Balls 100% with solid fill">
                <a:extLst>
                  <a:ext uri="{FF2B5EF4-FFF2-40B4-BE49-F238E27FC236}">
                    <a16:creationId xmlns:a16="http://schemas.microsoft.com/office/drawing/2014/main" id="{7BA68379-2A8A-8507-B7ED-6FDC1C437C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32974" y="2390127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30" name="Graphic 129" descr="Harvey Balls 100% with solid fill">
                <a:extLst>
                  <a:ext uri="{FF2B5EF4-FFF2-40B4-BE49-F238E27FC236}">
                    <a16:creationId xmlns:a16="http://schemas.microsoft.com/office/drawing/2014/main" id="{314364CF-F50A-6923-4A4D-34AC4D206A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32974" y="2807464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384AD499-8C18-00C2-FFC9-86DA13879AC8}"/>
                  </a:ext>
                </a:extLst>
              </p:cNvPr>
              <p:cNvSpPr txBox="1"/>
              <p:nvPr/>
            </p:nvSpPr>
            <p:spPr>
              <a:xfrm>
                <a:off x="7988513" y="2416768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4224EBF-D758-62DB-67F8-16634CEF3DE7}"/>
                  </a:ext>
                </a:extLst>
              </p:cNvPr>
              <p:cNvSpPr txBox="1"/>
              <p:nvPr/>
            </p:nvSpPr>
            <p:spPr>
              <a:xfrm>
                <a:off x="7988513" y="2834840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pic>
            <p:nvPicPr>
              <p:cNvPr id="133" name="Graphic 132" descr="Harvey Balls 100% with solid fill">
                <a:extLst>
                  <a:ext uri="{FF2B5EF4-FFF2-40B4-BE49-F238E27FC236}">
                    <a16:creationId xmlns:a16="http://schemas.microsoft.com/office/drawing/2014/main" id="{F3C341DC-B713-E75E-ED36-1399C878C4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32974" y="3212823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9E0498C6-2C96-DD2D-890B-6D2F57FF5790}"/>
                  </a:ext>
                </a:extLst>
              </p:cNvPr>
              <p:cNvSpPr txBox="1"/>
              <p:nvPr/>
            </p:nvSpPr>
            <p:spPr>
              <a:xfrm>
                <a:off x="7988513" y="323946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pic>
            <p:nvPicPr>
              <p:cNvPr id="135" name="Graphic 134" descr="Harvey Balls 100% with solid fill">
                <a:extLst>
                  <a:ext uri="{FF2B5EF4-FFF2-40B4-BE49-F238E27FC236}">
                    <a16:creationId xmlns:a16="http://schemas.microsoft.com/office/drawing/2014/main" id="{6FB00A97-B5E0-AC7E-10B2-DBBB6D86BA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30980" y="1956464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30AB0285-25E0-AA10-E772-C53705F1B85D}"/>
                  </a:ext>
                </a:extLst>
              </p:cNvPr>
              <p:cNvSpPr txBox="1"/>
              <p:nvPr/>
            </p:nvSpPr>
            <p:spPr>
              <a:xfrm>
                <a:off x="7986519" y="1983105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37" name="Graphic 136" descr="Harvey Balls 100% with solid fill">
                <a:extLst>
                  <a:ext uri="{FF2B5EF4-FFF2-40B4-BE49-F238E27FC236}">
                    <a16:creationId xmlns:a16="http://schemas.microsoft.com/office/drawing/2014/main" id="{AA9CCFEF-63A9-9703-A962-363A16BDE3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58752" y="2384745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38" name="Graphic 137" descr="Harvey Balls 100% with solid fill">
                <a:extLst>
                  <a:ext uri="{FF2B5EF4-FFF2-40B4-BE49-F238E27FC236}">
                    <a16:creationId xmlns:a16="http://schemas.microsoft.com/office/drawing/2014/main" id="{8DFC242D-CE80-07E3-1297-01B5C079F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58752" y="2802082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6922B75D-25CB-8D00-AC2F-695B0DE2A38B}"/>
                  </a:ext>
                </a:extLst>
              </p:cNvPr>
              <p:cNvSpPr txBox="1"/>
              <p:nvPr/>
            </p:nvSpPr>
            <p:spPr>
              <a:xfrm>
                <a:off x="8814291" y="2411386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B235F117-862B-7C17-2D38-D991986E9FB0}"/>
                  </a:ext>
                </a:extLst>
              </p:cNvPr>
              <p:cNvSpPr txBox="1"/>
              <p:nvPr/>
            </p:nvSpPr>
            <p:spPr>
              <a:xfrm>
                <a:off x="8814291" y="2829458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pic>
            <p:nvPicPr>
              <p:cNvPr id="141" name="Graphic 140" descr="Harvey Balls 100% with solid fill">
                <a:extLst>
                  <a:ext uri="{FF2B5EF4-FFF2-40B4-BE49-F238E27FC236}">
                    <a16:creationId xmlns:a16="http://schemas.microsoft.com/office/drawing/2014/main" id="{42ADB140-1CB6-C641-2A74-1FCEE701B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58752" y="3207441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928B41D-FB20-7234-D3A3-9647F5EC045D}"/>
                  </a:ext>
                </a:extLst>
              </p:cNvPr>
              <p:cNvSpPr txBox="1"/>
              <p:nvPr/>
            </p:nvSpPr>
            <p:spPr>
              <a:xfrm>
                <a:off x="8814291" y="3234082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pic>
            <p:nvPicPr>
              <p:cNvPr id="143" name="Graphic 142" descr="Harvey Balls 100% with solid fill">
                <a:extLst>
                  <a:ext uri="{FF2B5EF4-FFF2-40B4-BE49-F238E27FC236}">
                    <a16:creationId xmlns:a16="http://schemas.microsoft.com/office/drawing/2014/main" id="{04300E89-0AE5-B621-80FA-BC87E30785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56758" y="1951082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EFEAF23A-0153-373A-7CBD-52C24179D243}"/>
                  </a:ext>
                </a:extLst>
              </p:cNvPr>
              <p:cNvSpPr txBox="1"/>
              <p:nvPr/>
            </p:nvSpPr>
            <p:spPr>
              <a:xfrm>
                <a:off x="8812297" y="1977723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32E75ECC-6715-E383-D753-36CDCCF250BC}"/>
                  </a:ext>
                </a:extLst>
              </p:cNvPr>
              <p:cNvCxnSpPr>
                <a:cxnSpLocks/>
                <a:stCxn id="136" idx="3"/>
                <a:endCxn id="144" idx="1"/>
              </p:cNvCxnSpPr>
              <p:nvPr/>
            </p:nvCxnSpPr>
            <p:spPr>
              <a:xfrm flipV="1">
                <a:off x="8307441" y="2162389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08B4A82B-7BB4-7AC4-923C-C3BDC38FAD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12583" y="2610820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>
                <a:extLst>
                  <a:ext uri="{FF2B5EF4-FFF2-40B4-BE49-F238E27FC236}">
                    <a16:creationId xmlns:a16="http://schemas.microsoft.com/office/drawing/2014/main" id="{A6BE180C-9952-BDF9-168B-6F6864A14F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11405" y="3017321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Straight Arrow Connector 147">
                <a:extLst>
                  <a:ext uri="{FF2B5EF4-FFF2-40B4-BE49-F238E27FC236}">
                    <a16:creationId xmlns:a16="http://schemas.microsoft.com/office/drawing/2014/main" id="{80FDE4BF-BB42-DFEE-247D-77764E8770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09435" y="3435439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F999ED62-984A-6EB9-B761-ACDA6743A1C5}"/>
                </a:ext>
              </a:extLst>
            </p:cNvPr>
            <p:cNvGrpSpPr/>
            <p:nvPr/>
          </p:nvGrpSpPr>
          <p:grpSpPr>
            <a:xfrm>
              <a:off x="7449229" y="4625398"/>
              <a:ext cx="1271495" cy="1682837"/>
              <a:chOff x="7930980" y="4687610"/>
              <a:chExt cx="1271495" cy="1682837"/>
            </a:xfrm>
          </p:grpSpPr>
          <p:pic>
            <p:nvPicPr>
              <p:cNvPr id="149" name="Graphic 148" descr="Harvey Balls 100% with solid fill">
                <a:extLst>
                  <a:ext uri="{FF2B5EF4-FFF2-40B4-BE49-F238E27FC236}">
                    <a16:creationId xmlns:a16="http://schemas.microsoft.com/office/drawing/2014/main" id="{7EE71A3A-C25A-2816-6917-F6F672C271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44697" y="5115751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50" name="Graphic 149" descr="Harvey Balls 100% with solid fill">
                <a:extLst>
                  <a:ext uri="{FF2B5EF4-FFF2-40B4-BE49-F238E27FC236}">
                    <a16:creationId xmlns:a16="http://schemas.microsoft.com/office/drawing/2014/main" id="{F12193D1-D823-397F-B3A9-85ACA498D6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44697" y="5533088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BA93538C-91FF-AB88-24ED-0E3A5E3CEFCD}"/>
                  </a:ext>
                </a:extLst>
              </p:cNvPr>
              <p:cNvSpPr txBox="1"/>
              <p:nvPr/>
            </p:nvSpPr>
            <p:spPr>
              <a:xfrm>
                <a:off x="8000236" y="5142392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4BBCDF08-D78A-2E6A-A0B9-A1D2318352F3}"/>
                  </a:ext>
                </a:extLst>
              </p:cNvPr>
              <p:cNvSpPr txBox="1"/>
              <p:nvPr/>
            </p:nvSpPr>
            <p:spPr>
              <a:xfrm>
                <a:off x="8000236" y="5560464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pic>
            <p:nvPicPr>
              <p:cNvPr id="153" name="Graphic 152" descr="Harvey Balls 100% with solid fill">
                <a:extLst>
                  <a:ext uri="{FF2B5EF4-FFF2-40B4-BE49-F238E27FC236}">
                    <a16:creationId xmlns:a16="http://schemas.microsoft.com/office/drawing/2014/main" id="{A44A2D77-77DA-82D2-C4D6-33F48A3A9E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44697" y="5938447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5F84AFC-DE2B-1A48-5279-BD41A02B9624}"/>
                  </a:ext>
                </a:extLst>
              </p:cNvPr>
              <p:cNvSpPr txBox="1"/>
              <p:nvPr/>
            </p:nvSpPr>
            <p:spPr>
              <a:xfrm>
                <a:off x="8000236" y="5965088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61FB97AB-109C-9728-9211-CD720C91C2BC}"/>
                  </a:ext>
                </a:extLst>
              </p:cNvPr>
              <p:cNvSpPr txBox="1"/>
              <p:nvPr/>
            </p:nvSpPr>
            <p:spPr>
              <a:xfrm>
                <a:off x="7998242" y="4708729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56" name="Graphic 155" descr="Harvey Balls 100% with solid fill">
                <a:extLst>
                  <a:ext uri="{FF2B5EF4-FFF2-40B4-BE49-F238E27FC236}">
                    <a16:creationId xmlns:a16="http://schemas.microsoft.com/office/drawing/2014/main" id="{40FDC0C0-092C-4D24-2E51-437C10865C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70475" y="5110369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57" name="Graphic 156" descr="Harvey Balls 100% with solid fill">
                <a:extLst>
                  <a:ext uri="{FF2B5EF4-FFF2-40B4-BE49-F238E27FC236}">
                    <a16:creationId xmlns:a16="http://schemas.microsoft.com/office/drawing/2014/main" id="{70D56390-1A83-756D-14D1-4BF2827093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70475" y="5527706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CEDD5E14-E768-2601-C4ED-FCDF14B23792}"/>
                  </a:ext>
                </a:extLst>
              </p:cNvPr>
              <p:cNvSpPr txBox="1"/>
              <p:nvPr/>
            </p:nvSpPr>
            <p:spPr>
              <a:xfrm>
                <a:off x="8826014" y="5137010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43EBBD54-ADC4-21BE-A204-5D73FB59497F}"/>
                  </a:ext>
                </a:extLst>
              </p:cNvPr>
              <p:cNvSpPr txBox="1"/>
              <p:nvPr/>
            </p:nvSpPr>
            <p:spPr>
              <a:xfrm>
                <a:off x="8826014" y="5555082"/>
                <a:ext cx="3209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60" name="Graphic 159" descr="Harvey Balls 100% with solid fill">
                <a:extLst>
                  <a:ext uri="{FF2B5EF4-FFF2-40B4-BE49-F238E27FC236}">
                    <a16:creationId xmlns:a16="http://schemas.microsoft.com/office/drawing/2014/main" id="{AB475FA0-651F-AEBA-2042-0AAE10F146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70475" y="5933065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E1C8ACA-B4A8-9721-0EEC-60F6A77260C8}"/>
                  </a:ext>
                </a:extLst>
              </p:cNvPr>
              <p:cNvSpPr txBox="1"/>
              <p:nvPr/>
            </p:nvSpPr>
            <p:spPr>
              <a:xfrm>
                <a:off x="8826014" y="5959706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C38515D-6BF6-0BE7-A7D3-F93662699399}"/>
                  </a:ext>
                </a:extLst>
              </p:cNvPr>
              <p:cNvSpPr txBox="1"/>
              <p:nvPr/>
            </p:nvSpPr>
            <p:spPr>
              <a:xfrm>
                <a:off x="8824020" y="4703347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63" name="Graphic 162" descr="Harvey Balls 100% with solid fill">
                <a:extLst>
                  <a:ext uri="{FF2B5EF4-FFF2-40B4-BE49-F238E27FC236}">
                    <a16:creationId xmlns:a16="http://schemas.microsoft.com/office/drawing/2014/main" id="{E8C501E5-B11D-47FE-96C1-ADFCB820C9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30980" y="4692992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A45F3F5A-00B7-CAAC-2862-58C4D80F54E6}"/>
                  </a:ext>
                </a:extLst>
              </p:cNvPr>
              <p:cNvSpPr txBox="1"/>
              <p:nvPr/>
            </p:nvSpPr>
            <p:spPr>
              <a:xfrm>
                <a:off x="7984926" y="4724005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65" name="Graphic 164" descr="Harvey Balls 100% with solid fill">
                <a:extLst>
                  <a:ext uri="{FF2B5EF4-FFF2-40B4-BE49-F238E27FC236}">
                    <a16:creationId xmlns:a16="http://schemas.microsoft.com/office/drawing/2014/main" id="{3829FF23-A4B2-41EE-C036-76FFB9063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56758" y="4687610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F5192639-6C67-DDA7-6D74-B9BB6437D756}"/>
                  </a:ext>
                </a:extLst>
              </p:cNvPr>
              <p:cNvSpPr txBox="1"/>
              <p:nvPr/>
            </p:nvSpPr>
            <p:spPr>
              <a:xfrm>
                <a:off x="8812297" y="4714251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cxnSp>
            <p:nvCxnSpPr>
              <p:cNvPr id="167" name="Straight Arrow Connector 166">
                <a:extLst>
                  <a:ext uri="{FF2B5EF4-FFF2-40B4-BE49-F238E27FC236}">
                    <a16:creationId xmlns:a16="http://schemas.microsoft.com/office/drawing/2014/main" id="{BBB03A96-6078-ADB5-9C2E-1E82EE69A3CF}"/>
                  </a:ext>
                </a:extLst>
              </p:cNvPr>
              <p:cNvCxnSpPr>
                <a:cxnSpLocks/>
                <a:stCxn id="164" idx="3"/>
                <a:endCxn id="159" idx="1"/>
              </p:cNvCxnSpPr>
              <p:nvPr/>
            </p:nvCxnSpPr>
            <p:spPr>
              <a:xfrm>
                <a:off x="8305848" y="4908671"/>
                <a:ext cx="520166" cy="831077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5A52FEFD-0FD8-793D-7B13-29992C1A044A}"/>
                  </a:ext>
                </a:extLst>
              </p:cNvPr>
              <p:cNvCxnSpPr>
                <a:cxnSpLocks/>
                <a:stCxn id="151" idx="3"/>
                <a:endCxn id="161" idx="1"/>
              </p:cNvCxnSpPr>
              <p:nvPr/>
            </p:nvCxnSpPr>
            <p:spPr>
              <a:xfrm>
                <a:off x="8321158" y="5327058"/>
                <a:ext cx="504856" cy="817314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5B75703C-A6A1-FABA-61DF-D7EB81E5385B}"/>
                  </a:ext>
                </a:extLst>
              </p:cNvPr>
              <p:cNvCxnSpPr>
                <a:cxnSpLocks/>
                <a:endCxn id="158" idx="1"/>
              </p:cNvCxnSpPr>
              <p:nvPr/>
            </p:nvCxnSpPr>
            <p:spPr>
              <a:xfrm flipV="1">
                <a:off x="8234355" y="5321676"/>
                <a:ext cx="591659" cy="453364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74DA6132-3357-BFAE-7DAB-44A7EEB8A752}"/>
                  </a:ext>
                </a:extLst>
              </p:cNvPr>
              <p:cNvCxnSpPr>
                <a:cxnSpLocks/>
                <a:endCxn id="166" idx="1"/>
              </p:cNvCxnSpPr>
              <p:nvPr/>
            </p:nvCxnSpPr>
            <p:spPr>
              <a:xfrm flipV="1">
                <a:off x="8240412" y="4898917"/>
                <a:ext cx="571885" cy="1178929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96851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89450-4C2B-AA15-83DF-91BED9883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64A56F7E-4A7F-9B53-7C16-3C23A27E0FCF}"/>
              </a:ext>
            </a:extLst>
          </p:cNvPr>
          <p:cNvSpPr/>
          <p:nvPr/>
        </p:nvSpPr>
        <p:spPr>
          <a:xfrm>
            <a:off x="-1667435" y="663388"/>
            <a:ext cx="10650070" cy="6936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843898-6AAA-6514-E3D1-CE6210F1D0B2}"/>
              </a:ext>
            </a:extLst>
          </p:cNvPr>
          <p:cNvSpPr/>
          <p:nvPr/>
        </p:nvSpPr>
        <p:spPr>
          <a:xfrm rot="10800000">
            <a:off x="-615281" y="1534987"/>
            <a:ext cx="400110" cy="5145437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</a:schemeClr>
              </a:gs>
              <a:gs pos="16995">
                <a:srgbClr val="8CBAE6"/>
              </a:gs>
              <a:gs pos="33000">
                <a:srgbClr val="CAE8FE"/>
              </a:gs>
              <a:gs pos="75991">
                <a:srgbClr val="F5B0B2"/>
              </a:gs>
              <a:gs pos="0">
                <a:srgbClr val="2C77A6"/>
              </a:gs>
              <a:gs pos="100000">
                <a:srgbClr val="BC2726"/>
              </a:gs>
            </a:gsLst>
            <a:lin ang="5400000" scaled="1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3BEC1D-323C-E5A9-D9D6-2170D5EBC617}"/>
              </a:ext>
            </a:extLst>
          </p:cNvPr>
          <p:cNvSpPr/>
          <p:nvPr/>
        </p:nvSpPr>
        <p:spPr>
          <a:xfrm rot="16200000">
            <a:off x="2338010" y="4411390"/>
            <a:ext cx="400111" cy="5145437"/>
          </a:xfrm>
          <a:prstGeom prst="rect">
            <a:avLst/>
          </a:prstGeom>
          <a:gradFill>
            <a:gsLst>
              <a:gs pos="72000">
                <a:srgbClr val="C8E69D"/>
              </a:gs>
              <a:gs pos="14000">
                <a:srgbClr val="F3B37A"/>
              </a:gs>
              <a:gs pos="48000">
                <a:srgbClr val="F8FBC7"/>
              </a:gs>
              <a:gs pos="84000">
                <a:srgbClr val="9FD276"/>
              </a:gs>
              <a:gs pos="0">
                <a:srgbClr val="DE5441"/>
              </a:gs>
              <a:gs pos="100000">
                <a:srgbClr val="5AB359"/>
              </a:gs>
            </a:gsLst>
            <a:lin ang="5400000" scaled="1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370017-D4A0-F238-192E-D5B0532379F2}"/>
              </a:ext>
            </a:extLst>
          </p:cNvPr>
          <p:cNvSpPr/>
          <p:nvPr/>
        </p:nvSpPr>
        <p:spPr>
          <a:xfrm>
            <a:off x="-38527" y="1499144"/>
            <a:ext cx="5149311" cy="51454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DDA19-ED54-8C47-0A5C-E281E96D0700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2536129" y="1499144"/>
            <a:ext cx="0" cy="51454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B50B39-703C-4A12-5BAE-AACC6379E5F1}"/>
              </a:ext>
            </a:extLst>
          </p:cNvPr>
          <p:cNvCxnSpPr>
            <a:cxnSpLocks/>
            <a:stCxn id="4" idx="1"/>
            <a:endCxn id="4" idx="3"/>
          </p:cNvCxnSpPr>
          <p:nvPr/>
        </p:nvCxnSpPr>
        <p:spPr>
          <a:xfrm>
            <a:off x="-38527" y="4071863"/>
            <a:ext cx="51493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69D7E2-AC23-1142-E5F6-4D36A460084B}"/>
                  </a:ext>
                </a:extLst>
              </p:cNvPr>
              <p:cNvSpPr txBox="1"/>
              <p:nvPr/>
            </p:nvSpPr>
            <p:spPr>
              <a:xfrm>
                <a:off x="1611838" y="6768419"/>
                <a:ext cx="200602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000" b="1" dirty="0"/>
                  <a:t>TREND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CA" sz="2000" b="1" dirty="0"/>
                  <a:t> )</a:t>
                </a:r>
              </a:p>
              <a:p>
                <a:pPr algn="ctr"/>
                <a:endParaRPr lang="en-CA" sz="2000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69D7E2-AC23-1142-E5F6-4D36A4600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838" y="6768419"/>
                <a:ext cx="2006027" cy="707886"/>
              </a:xfrm>
              <a:prstGeom prst="rect">
                <a:avLst/>
              </a:prstGeom>
              <a:blipFill>
                <a:blip r:embed="rId3"/>
                <a:stretch>
                  <a:fillRect t="-175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6FCCFB-B761-2A15-8383-26A758528ED5}"/>
                  </a:ext>
                </a:extLst>
              </p:cNvPr>
              <p:cNvSpPr txBox="1"/>
              <p:nvPr/>
            </p:nvSpPr>
            <p:spPr>
              <a:xfrm rot="16200000">
                <a:off x="-1609302" y="4054219"/>
                <a:ext cx="242463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2000" b="1" dirty="0"/>
                  <a:t>CORRELATION  </a:t>
                </a:r>
                <a:r>
                  <a:rPr lang="en-CA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CA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CA" sz="2000" dirty="0"/>
                  <a:t>)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6FCCFB-B761-2A15-8383-26A758528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609302" y="4054219"/>
                <a:ext cx="2424638" cy="400110"/>
              </a:xfrm>
              <a:prstGeom prst="rect">
                <a:avLst/>
              </a:prstGeom>
              <a:blipFill>
                <a:blip r:embed="rId4"/>
                <a:stretch>
                  <a:fillRect l="-3030" t="-1563" r="-27273" b="-260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ADEB0DD-4DE8-4B4F-35BC-339EC5AF3C4C}"/>
              </a:ext>
            </a:extLst>
          </p:cNvPr>
          <p:cNvSpPr txBox="1"/>
          <p:nvPr/>
        </p:nvSpPr>
        <p:spPr>
          <a:xfrm>
            <a:off x="4550907" y="6684690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60370E-DF6D-1D4D-C6C5-C249E021704B}"/>
              </a:ext>
            </a:extLst>
          </p:cNvPr>
          <p:cNvSpPr txBox="1"/>
          <p:nvPr/>
        </p:nvSpPr>
        <p:spPr>
          <a:xfrm>
            <a:off x="43497" y="6691722"/>
            <a:ext cx="3241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64526A-3419-BDDC-FB28-AEA539547FDF}"/>
              </a:ext>
            </a:extLst>
          </p:cNvPr>
          <p:cNvSpPr txBox="1"/>
          <p:nvPr/>
        </p:nvSpPr>
        <p:spPr>
          <a:xfrm>
            <a:off x="-576265" y="6088331"/>
            <a:ext cx="3241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/>
              <a:t>-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601EC2-0ACA-0824-B7A2-27531491746F}"/>
              </a:ext>
            </a:extLst>
          </p:cNvPr>
          <p:cNvSpPr txBox="1"/>
          <p:nvPr/>
        </p:nvSpPr>
        <p:spPr>
          <a:xfrm>
            <a:off x="-622805" y="1548120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/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E85409-C1D4-AE6C-7607-69A32698743B}"/>
              </a:ext>
            </a:extLst>
          </p:cNvPr>
          <p:cNvSpPr txBox="1"/>
          <p:nvPr/>
        </p:nvSpPr>
        <p:spPr>
          <a:xfrm>
            <a:off x="99104" y="5881160"/>
            <a:ext cx="235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Decline with reshuffling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A1EC60-7B5D-0BEF-06BF-C983F8C360A3}"/>
              </a:ext>
            </a:extLst>
          </p:cNvPr>
          <p:cNvSpPr txBox="1"/>
          <p:nvPr/>
        </p:nvSpPr>
        <p:spPr>
          <a:xfrm>
            <a:off x="2646991" y="3368069"/>
            <a:ext cx="235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Growth without reshuffling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A8272F-1BC1-0773-6EE0-902A7900A00A}"/>
              </a:ext>
            </a:extLst>
          </p:cNvPr>
          <p:cNvSpPr txBox="1"/>
          <p:nvPr/>
        </p:nvSpPr>
        <p:spPr>
          <a:xfrm>
            <a:off x="2631453" y="5897589"/>
            <a:ext cx="235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Growth with reshuffling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08A80E-F2FD-2952-93CB-70A1F284E70A}"/>
              </a:ext>
            </a:extLst>
          </p:cNvPr>
          <p:cNvSpPr txBox="1"/>
          <p:nvPr/>
        </p:nvSpPr>
        <p:spPr>
          <a:xfrm>
            <a:off x="6219450" y="4328537"/>
            <a:ext cx="18845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Community reshuffling </a:t>
            </a:r>
            <a:r>
              <a:rPr lang="en-CA" dirty="0"/>
              <a:t>Species are reshuffled within the community, altering its functioning.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372BB7-8F76-DCA8-DEC7-E99DCE29AB67}"/>
              </a:ext>
            </a:extLst>
          </p:cNvPr>
          <p:cNvSpPr txBox="1"/>
          <p:nvPr/>
        </p:nvSpPr>
        <p:spPr>
          <a:xfrm>
            <a:off x="6194799" y="1623260"/>
            <a:ext cx="18883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Absolute community-level change </a:t>
            </a:r>
            <a:r>
              <a:rPr lang="en-CA" dirty="0"/>
              <a:t>Species-level changes amplify change at the community level.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B536BD-64C2-20F4-8B66-ABDAB948754F}"/>
              </a:ext>
            </a:extLst>
          </p:cNvPr>
          <p:cNvSpPr txBox="1"/>
          <p:nvPr/>
        </p:nvSpPr>
        <p:spPr>
          <a:xfrm>
            <a:off x="72452" y="816037"/>
            <a:ext cx="237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Most species decline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6A1267-B85B-636C-C36D-0F994660EF01}"/>
              </a:ext>
            </a:extLst>
          </p:cNvPr>
          <p:cNvSpPr txBox="1"/>
          <p:nvPr/>
        </p:nvSpPr>
        <p:spPr>
          <a:xfrm>
            <a:off x="2578093" y="831395"/>
            <a:ext cx="249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Most species grow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6880FB-EC56-AFF7-7E51-8BC7C65FD5B9}"/>
              </a:ext>
            </a:extLst>
          </p:cNvPr>
          <p:cNvCxnSpPr>
            <a:cxnSpLocks/>
          </p:cNvCxnSpPr>
          <p:nvPr/>
        </p:nvCxnSpPr>
        <p:spPr>
          <a:xfrm flipV="1">
            <a:off x="6032093" y="1462927"/>
            <a:ext cx="0" cy="2320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3827A04-75BC-5738-2E2D-6B89FBA2BD89}"/>
              </a:ext>
            </a:extLst>
          </p:cNvPr>
          <p:cNvCxnSpPr>
            <a:cxnSpLocks/>
          </p:cNvCxnSpPr>
          <p:nvPr/>
        </p:nvCxnSpPr>
        <p:spPr>
          <a:xfrm>
            <a:off x="6032093" y="4244157"/>
            <a:ext cx="0" cy="2364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A30D6C2-90E0-4537-5EAB-B5DE2C8767EE}"/>
              </a:ext>
            </a:extLst>
          </p:cNvPr>
          <p:cNvCxnSpPr>
            <a:cxnSpLocks/>
          </p:cNvCxnSpPr>
          <p:nvPr/>
        </p:nvCxnSpPr>
        <p:spPr>
          <a:xfrm>
            <a:off x="2646991" y="1266947"/>
            <a:ext cx="2463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B24B88C-479D-4178-CC91-19E5D34D9650}"/>
              </a:ext>
            </a:extLst>
          </p:cNvPr>
          <p:cNvCxnSpPr>
            <a:cxnSpLocks/>
          </p:cNvCxnSpPr>
          <p:nvPr/>
        </p:nvCxnSpPr>
        <p:spPr>
          <a:xfrm flipH="1">
            <a:off x="20270" y="1266947"/>
            <a:ext cx="24317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FC2F8CA2-4A93-4453-F303-883056E724EE}"/>
              </a:ext>
            </a:extLst>
          </p:cNvPr>
          <p:cNvSpPr/>
          <p:nvPr/>
        </p:nvSpPr>
        <p:spPr>
          <a:xfrm>
            <a:off x="2894641" y="5064605"/>
            <a:ext cx="1764280" cy="637340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918291 h 936221"/>
              <a:gd name="connsiteX1" fmla="*/ 547770 w 914400"/>
              <a:gd name="connsiteY1" fmla="*/ 83236 h 936221"/>
              <a:gd name="connsiteX2" fmla="*/ 896470 w 914400"/>
              <a:gd name="connsiteY2" fmla="*/ 936221 h 936221"/>
              <a:gd name="connsiteX3" fmla="*/ 896470 w 914400"/>
              <a:gd name="connsiteY3" fmla="*/ 936221 h 936221"/>
              <a:gd name="connsiteX4" fmla="*/ 914400 w 914400"/>
              <a:gd name="connsiteY4" fmla="*/ 936221 h 936221"/>
              <a:gd name="connsiteX0" fmla="*/ 0 w 914400"/>
              <a:gd name="connsiteY0" fmla="*/ 835213 h 853143"/>
              <a:gd name="connsiteX1" fmla="*/ 547770 w 914400"/>
              <a:gd name="connsiteY1" fmla="*/ 158 h 853143"/>
              <a:gd name="connsiteX2" fmla="*/ 896470 w 914400"/>
              <a:gd name="connsiteY2" fmla="*/ 853143 h 853143"/>
              <a:gd name="connsiteX3" fmla="*/ 896470 w 914400"/>
              <a:gd name="connsiteY3" fmla="*/ 853143 h 853143"/>
              <a:gd name="connsiteX4" fmla="*/ 914400 w 914400"/>
              <a:gd name="connsiteY4" fmla="*/ 853143 h 853143"/>
              <a:gd name="connsiteX0" fmla="*/ 0 w 914400"/>
              <a:gd name="connsiteY0" fmla="*/ 791451 h 809381"/>
              <a:gd name="connsiteX1" fmla="*/ 640463 w 914400"/>
              <a:gd name="connsiteY1" fmla="*/ 179 h 809381"/>
              <a:gd name="connsiteX2" fmla="*/ 896470 w 914400"/>
              <a:gd name="connsiteY2" fmla="*/ 809381 h 809381"/>
              <a:gd name="connsiteX3" fmla="*/ 896470 w 914400"/>
              <a:gd name="connsiteY3" fmla="*/ 809381 h 809381"/>
              <a:gd name="connsiteX4" fmla="*/ 914400 w 914400"/>
              <a:gd name="connsiteY4" fmla="*/ 809381 h 809381"/>
              <a:gd name="connsiteX0" fmla="*/ 0 w 914400"/>
              <a:gd name="connsiteY0" fmla="*/ 813339 h 831269"/>
              <a:gd name="connsiteX1" fmla="*/ 640463 w 914400"/>
              <a:gd name="connsiteY1" fmla="*/ 22067 h 831269"/>
              <a:gd name="connsiteX2" fmla="*/ 896470 w 914400"/>
              <a:gd name="connsiteY2" fmla="*/ 831269 h 831269"/>
              <a:gd name="connsiteX3" fmla="*/ 896470 w 914400"/>
              <a:gd name="connsiteY3" fmla="*/ 831269 h 831269"/>
              <a:gd name="connsiteX4" fmla="*/ 914400 w 914400"/>
              <a:gd name="connsiteY4" fmla="*/ 831269 h 831269"/>
              <a:gd name="connsiteX0" fmla="*/ 0 w 914400"/>
              <a:gd name="connsiteY0" fmla="*/ 827648 h 845578"/>
              <a:gd name="connsiteX1" fmla="*/ 424180 w 914400"/>
              <a:gd name="connsiteY1" fmla="*/ 21781 h 845578"/>
              <a:gd name="connsiteX2" fmla="*/ 896470 w 914400"/>
              <a:gd name="connsiteY2" fmla="*/ 845578 h 845578"/>
              <a:gd name="connsiteX3" fmla="*/ 896470 w 914400"/>
              <a:gd name="connsiteY3" fmla="*/ 845578 h 845578"/>
              <a:gd name="connsiteX4" fmla="*/ 914400 w 914400"/>
              <a:gd name="connsiteY4" fmla="*/ 845578 h 845578"/>
              <a:gd name="connsiteX0" fmla="*/ 0 w 914400"/>
              <a:gd name="connsiteY0" fmla="*/ 806228 h 824158"/>
              <a:gd name="connsiteX1" fmla="*/ 424180 w 914400"/>
              <a:gd name="connsiteY1" fmla="*/ 361 h 824158"/>
              <a:gd name="connsiteX2" fmla="*/ 896470 w 914400"/>
              <a:gd name="connsiteY2" fmla="*/ 824158 h 824158"/>
              <a:gd name="connsiteX3" fmla="*/ 896470 w 914400"/>
              <a:gd name="connsiteY3" fmla="*/ 824158 h 824158"/>
              <a:gd name="connsiteX4" fmla="*/ 914400 w 914400"/>
              <a:gd name="connsiteY4" fmla="*/ 824158 h 824158"/>
              <a:gd name="connsiteX0" fmla="*/ 0 w 914400"/>
              <a:gd name="connsiteY0" fmla="*/ 879172 h 897102"/>
              <a:gd name="connsiteX1" fmla="*/ 455077 w 914400"/>
              <a:gd name="connsiteY1" fmla="*/ 332 h 897102"/>
              <a:gd name="connsiteX2" fmla="*/ 896470 w 914400"/>
              <a:gd name="connsiteY2" fmla="*/ 897102 h 897102"/>
              <a:gd name="connsiteX3" fmla="*/ 896470 w 914400"/>
              <a:gd name="connsiteY3" fmla="*/ 897102 h 897102"/>
              <a:gd name="connsiteX4" fmla="*/ 914400 w 914400"/>
              <a:gd name="connsiteY4" fmla="*/ 897102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896470 w 1115234"/>
              <a:gd name="connsiteY3" fmla="*/ 897102 h 897102"/>
              <a:gd name="connsiteX4" fmla="*/ 1115234 w 1115234"/>
              <a:gd name="connsiteY4" fmla="*/ 882507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1081855 w 1115234"/>
              <a:gd name="connsiteY3" fmla="*/ 882508 h 897102"/>
              <a:gd name="connsiteX4" fmla="*/ 1115234 w 1115234"/>
              <a:gd name="connsiteY4" fmla="*/ 882507 h 897102"/>
              <a:gd name="connsiteX0" fmla="*/ 0 w 1115234"/>
              <a:gd name="connsiteY0" fmla="*/ 878948 h 882284"/>
              <a:gd name="connsiteX1" fmla="*/ 455077 w 1115234"/>
              <a:gd name="connsiteY1" fmla="*/ 108 h 882284"/>
              <a:gd name="connsiteX2" fmla="*/ 1057788 w 1115234"/>
              <a:gd name="connsiteY2" fmla="*/ 813307 h 882284"/>
              <a:gd name="connsiteX3" fmla="*/ 1081855 w 1115234"/>
              <a:gd name="connsiteY3" fmla="*/ 882284 h 882284"/>
              <a:gd name="connsiteX4" fmla="*/ 1115234 w 1115234"/>
              <a:gd name="connsiteY4" fmla="*/ 882283 h 882284"/>
              <a:gd name="connsiteX0" fmla="*/ 0 w 1141253"/>
              <a:gd name="connsiteY0" fmla="*/ 878948 h 882284"/>
              <a:gd name="connsiteX1" fmla="*/ 455077 w 1141253"/>
              <a:gd name="connsiteY1" fmla="*/ 108 h 882284"/>
              <a:gd name="connsiteX2" fmla="*/ 1057788 w 1141253"/>
              <a:gd name="connsiteY2" fmla="*/ 813307 h 882284"/>
              <a:gd name="connsiteX3" fmla="*/ 1081855 w 1141253"/>
              <a:gd name="connsiteY3" fmla="*/ 882284 h 882284"/>
              <a:gd name="connsiteX4" fmla="*/ 1141253 w 1141253"/>
              <a:gd name="connsiteY4" fmla="*/ 862619 h 882284"/>
              <a:gd name="connsiteX0" fmla="*/ 0 w 1081855"/>
              <a:gd name="connsiteY0" fmla="*/ 878948 h 882284"/>
              <a:gd name="connsiteX1" fmla="*/ 455077 w 1081855"/>
              <a:gd name="connsiteY1" fmla="*/ 108 h 882284"/>
              <a:gd name="connsiteX2" fmla="*/ 1057788 w 1081855"/>
              <a:gd name="connsiteY2" fmla="*/ 813307 h 882284"/>
              <a:gd name="connsiteX3" fmla="*/ 1081855 w 1081855"/>
              <a:gd name="connsiteY3" fmla="*/ 882284 h 882284"/>
              <a:gd name="connsiteX0" fmla="*/ 0 w 1057788"/>
              <a:gd name="connsiteY0" fmla="*/ 878948 h 878948"/>
              <a:gd name="connsiteX1" fmla="*/ 455077 w 1057788"/>
              <a:gd name="connsiteY1" fmla="*/ 108 h 878948"/>
              <a:gd name="connsiteX2" fmla="*/ 1057788 w 1057788"/>
              <a:gd name="connsiteY2" fmla="*/ 813307 h 878948"/>
              <a:gd name="connsiteX0" fmla="*/ 0 w 1146253"/>
              <a:gd name="connsiteY0" fmla="*/ 878847 h 878847"/>
              <a:gd name="connsiteX1" fmla="*/ 455077 w 1146253"/>
              <a:gd name="connsiteY1" fmla="*/ 7 h 878847"/>
              <a:gd name="connsiteX2" fmla="*/ 1146253 w 1146253"/>
              <a:gd name="connsiteY2" fmla="*/ 862366 h 878847"/>
              <a:gd name="connsiteX0" fmla="*/ 0 w 1146253"/>
              <a:gd name="connsiteY0" fmla="*/ 886730 h 886730"/>
              <a:gd name="connsiteX1" fmla="*/ 455077 w 1146253"/>
              <a:gd name="connsiteY1" fmla="*/ 7890 h 886730"/>
              <a:gd name="connsiteX2" fmla="*/ 901419 w 1146253"/>
              <a:gd name="connsiteY2" fmla="*/ 476918 h 886730"/>
              <a:gd name="connsiteX3" fmla="*/ 1146253 w 1146253"/>
              <a:gd name="connsiteY3" fmla="*/ 870249 h 886730"/>
              <a:gd name="connsiteX0" fmla="*/ 0 w 1146253"/>
              <a:gd name="connsiteY0" fmla="*/ 893192 h 893192"/>
              <a:gd name="connsiteX1" fmla="*/ 455077 w 1146253"/>
              <a:gd name="connsiteY1" fmla="*/ 14352 h 893192"/>
              <a:gd name="connsiteX2" fmla="*/ 1005495 w 1146253"/>
              <a:gd name="connsiteY2" fmla="*/ 385060 h 893192"/>
              <a:gd name="connsiteX3" fmla="*/ 1146253 w 1146253"/>
              <a:gd name="connsiteY3" fmla="*/ 876711 h 893192"/>
              <a:gd name="connsiteX0" fmla="*/ 0 w 1146253"/>
              <a:gd name="connsiteY0" fmla="*/ 888633 h 888633"/>
              <a:gd name="connsiteX1" fmla="*/ 455077 w 1146253"/>
              <a:gd name="connsiteY1" fmla="*/ 9793 h 888633"/>
              <a:gd name="connsiteX2" fmla="*/ 1005495 w 1146253"/>
              <a:gd name="connsiteY2" fmla="*/ 380501 h 888633"/>
              <a:gd name="connsiteX3" fmla="*/ 1146253 w 1146253"/>
              <a:gd name="connsiteY3" fmla="*/ 872152 h 888633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709220 h 709220"/>
              <a:gd name="connsiteX1" fmla="*/ 335391 w 1146253"/>
              <a:gd name="connsiteY1" fmla="*/ 12272 h 709220"/>
              <a:gd name="connsiteX2" fmla="*/ 1005495 w 1146253"/>
              <a:gd name="connsiteY2" fmla="*/ 201088 h 709220"/>
              <a:gd name="connsiteX3" fmla="*/ 1146253 w 1146253"/>
              <a:gd name="connsiteY3" fmla="*/ 692739 h 709220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17500 h 717500"/>
              <a:gd name="connsiteX1" fmla="*/ 335391 w 1146253"/>
              <a:gd name="connsiteY1" fmla="*/ 20552 h 717500"/>
              <a:gd name="connsiteX2" fmla="*/ 911828 w 1146253"/>
              <a:gd name="connsiteY2" fmla="*/ 199535 h 717500"/>
              <a:gd name="connsiteX3" fmla="*/ 1146253 w 1146253"/>
              <a:gd name="connsiteY3" fmla="*/ 701019 h 717500"/>
              <a:gd name="connsiteX0" fmla="*/ 0 w 1146253"/>
              <a:gd name="connsiteY0" fmla="*/ 530916 h 530916"/>
              <a:gd name="connsiteX1" fmla="*/ 293761 w 1146253"/>
              <a:gd name="connsiteY1" fmla="*/ 178088 h 530916"/>
              <a:gd name="connsiteX2" fmla="*/ 911828 w 1146253"/>
              <a:gd name="connsiteY2" fmla="*/ 12951 h 530916"/>
              <a:gd name="connsiteX3" fmla="*/ 1146253 w 1146253"/>
              <a:gd name="connsiteY3" fmla="*/ 514435 h 530916"/>
              <a:gd name="connsiteX0" fmla="*/ 0 w 1146253"/>
              <a:gd name="connsiteY0" fmla="*/ 533602 h 533602"/>
              <a:gd name="connsiteX1" fmla="*/ 293761 w 1146253"/>
              <a:gd name="connsiteY1" fmla="*/ 180774 h 533602"/>
              <a:gd name="connsiteX2" fmla="*/ 911828 w 1146253"/>
              <a:gd name="connsiteY2" fmla="*/ 15637 h 533602"/>
              <a:gd name="connsiteX3" fmla="*/ 1146253 w 1146253"/>
              <a:gd name="connsiteY3" fmla="*/ 517121 h 533602"/>
              <a:gd name="connsiteX0" fmla="*/ 0 w 1146253"/>
              <a:gd name="connsiteY0" fmla="*/ 527286 h 527286"/>
              <a:gd name="connsiteX1" fmla="*/ 293761 w 1146253"/>
              <a:gd name="connsiteY1" fmla="*/ 174458 h 527286"/>
              <a:gd name="connsiteX2" fmla="*/ 911828 w 1146253"/>
              <a:gd name="connsiteY2" fmla="*/ 9321 h 527286"/>
              <a:gd name="connsiteX3" fmla="*/ 1146253 w 1146253"/>
              <a:gd name="connsiteY3" fmla="*/ 510805 h 527286"/>
              <a:gd name="connsiteX0" fmla="*/ 0 w 1146253"/>
              <a:gd name="connsiteY0" fmla="*/ 530915 h 530915"/>
              <a:gd name="connsiteX1" fmla="*/ 293761 w 1146253"/>
              <a:gd name="connsiteY1" fmla="*/ 178087 h 530915"/>
              <a:gd name="connsiteX2" fmla="*/ 911828 w 1146253"/>
              <a:gd name="connsiteY2" fmla="*/ 12950 h 530915"/>
              <a:gd name="connsiteX3" fmla="*/ 1146253 w 1146253"/>
              <a:gd name="connsiteY3" fmla="*/ 514434 h 530915"/>
              <a:gd name="connsiteX0" fmla="*/ 0 w 1146253"/>
              <a:gd name="connsiteY0" fmla="*/ 535588 h 535588"/>
              <a:gd name="connsiteX1" fmla="*/ 293761 w 1146253"/>
              <a:gd name="connsiteY1" fmla="*/ 182760 h 535588"/>
              <a:gd name="connsiteX2" fmla="*/ 911828 w 1146253"/>
              <a:gd name="connsiteY2" fmla="*/ 17623 h 535588"/>
              <a:gd name="connsiteX3" fmla="*/ 1146253 w 1146253"/>
              <a:gd name="connsiteY3" fmla="*/ 519107 h 535588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4406 h 524406"/>
              <a:gd name="connsiteX1" fmla="*/ 175114 w 1146253"/>
              <a:gd name="connsiteY1" fmla="*/ 329430 h 524406"/>
              <a:gd name="connsiteX2" fmla="*/ 911828 w 1146253"/>
              <a:gd name="connsiteY2" fmla="*/ 6441 h 524406"/>
              <a:gd name="connsiteX3" fmla="*/ 1146253 w 1146253"/>
              <a:gd name="connsiteY3" fmla="*/ 507925 h 524406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91678 h 491678"/>
              <a:gd name="connsiteX1" fmla="*/ 175114 w 1146253"/>
              <a:gd name="connsiteY1" fmla="*/ 296702 h 491678"/>
              <a:gd name="connsiteX2" fmla="*/ 812956 w 1146253"/>
              <a:gd name="connsiteY2" fmla="*/ 7539 h 491678"/>
              <a:gd name="connsiteX3" fmla="*/ 1146253 w 1146253"/>
              <a:gd name="connsiteY3" fmla="*/ 475197 h 491678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812956 w 1146253"/>
              <a:gd name="connsiteY1" fmla="*/ 0 h 484139"/>
              <a:gd name="connsiteX2" fmla="*/ 1146253 w 1146253"/>
              <a:gd name="connsiteY2" fmla="*/ 467658 h 484139"/>
              <a:gd name="connsiteX0" fmla="*/ 0 w 1146253"/>
              <a:gd name="connsiteY0" fmla="*/ 592554 h 592554"/>
              <a:gd name="connsiteX1" fmla="*/ 840118 w 1146253"/>
              <a:gd name="connsiteY1" fmla="*/ 0 h 592554"/>
              <a:gd name="connsiteX2" fmla="*/ 1146253 w 1146253"/>
              <a:gd name="connsiteY2" fmla="*/ 576073 h 592554"/>
              <a:gd name="connsiteX0" fmla="*/ 0 w 1146253"/>
              <a:gd name="connsiteY0" fmla="*/ 394309 h 394309"/>
              <a:gd name="connsiteX1" fmla="*/ 986797 w 1146253"/>
              <a:gd name="connsiteY1" fmla="*/ 0 h 394309"/>
              <a:gd name="connsiteX2" fmla="*/ 1146253 w 1146253"/>
              <a:gd name="connsiteY2" fmla="*/ 377828 h 394309"/>
              <a:gd name="connsiteX0" fmla="*/ 0 w 1146253"/>
              <a:gd name="connsiteY0" fmla="*/ 396358 h 396358"/>
              <a:gd name="connsiteX1" fmla="*/ 329457 w 1146253"/>
              <a:gd name="connsiteY1" fmla="*/ 236225 h 396358"/>
              <a:gd name="connsiteX2" fmla="*/ 986797 w 1146253"/>
              <a:gd name="connsiteY2" fmla="*/ 2049 h 396358"/>
              <a:gd name="connsiteX3" fmla="*/ 1146253 w 1146253"/>
              <a:gd name="connsiteY3" fmla="*/ 379877 h 396358"/>
              <a:gd name="connsiteX0" fmla="*/ 0 w 1146253"/>
              <a:gd name="connsiteY0" fmla="*/ 397090 h 397090"/>
              <a:gd name="connsiteX1" fmla="*/ 166480 w 1146253"/>
              <a:gd name="connsiteY1" fmla="*/ 181200 h 397090"/>
              <a:gd name="connsiteX2" fmla="*/ 986797 w 1146253"/>
              <a:gd name="connsiteY2" fmla="*/ 2781 h 397090"/>
              <a:gd name="connsiteX3" fmla="*/ 1146253 w 1146253"/>
              <a:gd name="connsiteY3" fmla="*/ 380609 h 397090"/>
              <a:gd name="connsiteX0" fmla="*/ 0 w 1146253"/>
              <a:gd name="connsiteY0" fmla="*/ 395886 h 395886"/>
              <a:gd name="connsiteX1" fmla="*/ 166480 w 1146253"/>
              <a:gd name="connsiteY1" fmla="*/ 179996 h 395886"/>
              <a:gd name="connsiteX2" fmla="*/ 986797 w 1146253"/>
              <a:gd name="connsiteY2" fmla="*/ 1577 h 395886"/>
              <a:gd name="connsiteX3" fmla="*/ 1146253 w 1146253"/>
              <a:gd name="connsiteY3" fmla="*/ 379405 h 395886"/>
              <a:gd name="connsiteX0" fmla="*/ 95212 w 1241465"/>
              <a:gd name="connsiteY0" fmla="*/ 395886 h 395886"/>
              <a:gd name="connsiteX1" fmla="*/ 261692 w 1241465"/>
              <a:gd name="connsiteY1" fmla="*/ 179996 h 395886"/>
              <a:gd name="connsiteX2" fmla="*/ 1082009 w 1241465"/>
              <a:gd name="connsiteY2" fmla="*/ 1577 h 395886"/>
              <a:gd name="connsiteX3" fmla="*/ 1241465 w 1241465"/>
              <a:gd name="connsiteY3" fmla="*/ 379405 h 395886"/>
              <a:gd name="connsiteX0" fmla="*/ 0 w 1146253"/>
              <a:gd name="connsiteY0" fmla="*/ 396431 h 396431"/>
              <a:gd name="connsiteX1" fmla="*/ 166480 w 1146253"/>
              <a:gd name="connsiteY1" fmla="*/ 180541 h 396431"/>
              <a:gd name="connsiteX2" fmla="*/ 986797 w 1146253"/>
              <a:gd name="connsiteY2" fmla="*/ 2122 h 396431"/>
              <a:gd name="connsiteX3" fmla="*/ 1146253 w 1146253"/>
              <a:gd name="connsiteY3" fmla="*/ 379950 h 396431"/>
              <a:gd name="connsiteX0" fmla="*/ 0 w 1146253"/>
              <a:gd name="connsiteY0" fmla="*/ 395863 h 395863"/>
              <a:gd name="connsiteX1" fmla="*/ 334889 w 1146253"/>
              <a:gd name="connsiteY1" fmla="*/ 254315 h 395863"/>
              <a:gd name="connsiteX2" fmla="*/ 986797 w 1146253"/>
              <a:gd name="connsiteY2" fmla="*/ 1554 h 395863"/>
              <a:gd name="connsiteX3" fmla="*/ 1146253 w 1146253"/>
              <a:gd name="connsiteY3" fmla="*/ 379382 h 395863"/>
              <a:gd name="connsiteX0" fmla="*/ 0 w 1146253"/>
              <a:gd name="connsiteY0" fmla="*/ 395506 h 395506"/>
              <a:gd name="connsiteX1" fmla="*/ 334889 w 1146253"/>
              <a:gd name="connsiteY1" fmla="*/ 253958 h 395506"/>
              <a:gd name="connsiteX2" fmla="*/ 986797 w 1146253"/>
              <a:gd name="connsiteY2" fmla="*/ 1197 h 395506"/>
              <a:gd name="connsiteX3" fmla="*/ 1146253 w 1146253"/>
              <a:gd name="connsiteY3" fmla="*/ 379025 h 395506"/>
              <a:gd name="connsiteX0" fmla="*/ 0 w 1146253"/>
              <a:gd name="connsiteY0" fmla="*/ 395581 h 395581"/>
              <a:gd name="connsiteX1" fmla="*/ 334889 w 1146253"/>
              <a:gd name="connsiteY1" fmla="*/ 254033 h 395581"/>
              <a:gd name="connsiteX2" fmla="*/ 986797 w 1146253"/>
              <a:gd name="connsiteY2" fmla="*/ 1272 h 395581"/>
              <a:gd name="connsiteX3" fmla="*/ 1146253 w 1146253"/>
              <a:gd name="connsiteY3" fmla="*/ 379100 h 395581"/>
              <a:gd name="connsiteX0" fmla="*/ 0 w 1146253"/>
              <a:gd name="connsiteY0" fmla="*/ 395695 h 395695"/>
              <a:gd name="connsiteX1" fmla="*/ 242536 w 1146253"/>
              <a:gd name="connsiteY1" fmla="*/ 226269 h 395695"/>
              <a:gd name="connsiteX2" fmla="*/ 986797 w 1146253"/>
              <a:gd name="connsiteY2" fmla="*/ 1386 h 395695"/>
              <a:gd name="connsiteX3" fmla="*/ 1146253 w 1146253"/>
              <a:gd name="connsiteY3" fmla="*/ 379214 h 395695"/>
              <a:gd name="connsiteX0" fmla="*/ 0 w 1146253"/>
              <a:gd name="connsiteY0" fmla="*/ 399523 h 399523"/>
              <a:gd name="connsiteX1" fmla="*/ 242536 w 1146253"/>
              <a:gd name="connsiteY1" fmla="*/ 230097 h 399523"/>
              <a:gd name="connsiteX2" fmla="*/ 899876 w 1146253"/>
              <a:gd name="connsiteY2" fmla="*/ 2116 h 399523"/>
              <a:gd name="connsiteX3" fmla="*/ 1146253 w 1146253"/>
              <a:gd name="connsiteY3" fmla="*/ 383042 h 399523"/>
              <a:gd name="connsiteX0" fmla="*/ 0 w 1146253"/>
              <a:gd name="connsiteY0" fmla="*/ 398796 h 398796"/>
              <a:gd name="connsiteX1" fmla="*/ 242536 w 1146253"/>
              <a:gd name="connsiteY1" fmla="*/ 229370 h 398796"/>
              <a:gd name="connsiteX2" fmla="*/ 899876 w 1146253"/>
              <a:gd name="connsiteY2" fmla="*/ 1389 h 398796"/>
              <a:gd name="connsiteX3" fmla="*/ 1146253 w 1146253"/>
              <a:gd name="connsiteY3" fmla="*/ 382315 h 398796"/>
              <a:gd name="connsiteX0" fmla="*/ 0 w 1146253"/>
              <a:gd name="connsiteY0" fmla="*/ 398873 h 398873"/>
              <a:gd name="connsiteX1" fmla="*/ 242536 w 1146253"/>
              <a:gd name="connsiteY1" fmla="*/ 229447 h 398873"/>
              <a:gd name="connsiteX2" fmla="*/ 899876 w 1146253"/>
              <a:gd name="connsiteY2" fmla="*/ 1466 h 398873"/>
              <a:gd name="connsiteX3" fmla="*/ 1146253 w 1146253"/>
              <a:gd name="connsiteY3" fmla="*/ 382392 h 398873"/>
              <a:gd name="connsiteX0" fmla="*/ 0 w 1146253"/>
              <a:gd name="connsiteY0" fmla="*/ 398550 h 398550"/>
              <a:gd name="connsiteX1" fmla="*/ 250788 w 1146253"/>
              <a:gd name="connsiteY1" fmla="*/ 312156 h 398550"/>
              <a:gd name="connsiteX2" fmla="*/ 899876 w 1146253"/>
              <a:gd name="connsiteY2" fmla="*/ 1143 h 398550"/>
              <a:gd name="connsiteX3" fmla="*/ 1146253 w 1146253"/>
              <a:gd name="connsiteY3" fmla="*/ 382069 h 398550"/>
              <a:gd name="connsiteX0" fmla="*/ 0 w 1146253"/>
              <a:gd name="connsiteY0" fmla="*/ 392033 h 392033"/>
              <a:gd name="connsiteX1" fmla="*/ 250788 w 1146253"/>
              <a:gd name="connsiteY1" fmla="*/ 312511 h 392033"/>
              <a:gd name="connsiteX2" fmla="*/ 899876 w 1146253"/>
              <a:gd name="connsiteY2" fmla="*/ 1498 h 392033"/>
              <a:gd name="connsiteX3" fmla="*/ 1146253 w 1146253"/>
              <a:gd name="connsiteY3" fmla="*/ 382424 h 392033"/>
              <a:gd name="connsiteX0" fmla="*/ 0 w 1146253"/>
              <a:gd name="connsiteY0" fmla="*/ 397947 h 397947"/>
              <a:gd name="connsiteX1" fmla="*/ 206402 w 1146253"/>
              <a:gd name="connsiteY1" fmla="*/ 84790 h 397947"/>
              <a:gd name="connsiteX2" fmla="*/ 899876 w 1146253"/>
              <a:gd name="connsiteY2" fmla="*/ 7412 h 397947"/>
              <a:gd name="connsiteX3" fmla="*/ 1146253 w 1146253"/>
              <a:gd name="connsiteY3" fmla="*/ 388338 h 397947"/>
              <a:gd name="connsiteX0" fmla="*/ 0 w 1146253"/>
              <a:gd name="connsiteY0" fmla="*/ 392533 h 392533"/>
              <a:gd name="connsiteX1" fmla="*/ 206402 w 1146253"/>
              <a:gd name="connsiteY1" fmla="*/ 79376 h 392533"/>
              <a:gd name="connsiteX2" fmla="*/ 899876 w 1146253"/>
              <a:gd name="connsiteY2" fmla="*/ 1998 h 392533"/>
              <a:gd name="connsiteX3" fmla="*/ 1146253 w 1146253"/>
              <a:gd name="connsiteY3" fmla="*/ 382924 h 392533"/>
              <a:gd name="connsiteX0" fmla="*/ 0 w 1146253"/>
              <a:gd name="connsiteY0" fmla="*/ 391706 h 391706"/>
              <a:gd name="connsiteX1" fmla="*/ 226888 w 1146253"/>
              <a:gd name="connsiteY1" fmla="*/ 229724 h 391706"/>
              <a:gd name="connsiteX2" fmla="*/ 899876 w 1146253"/>
              <a:gd name="connsiteY2" fmla="*/ 1171 h 391706"/>
              <a:gd name="connsiteX3" fmla="*/ 1146253 w 1146253"/>
              <a:gd name="connsiteY3" fmla="*/ 382097 h 391706"/>
              <a:gd name="connsiteX0" fmla="*/ 0 w 1146253"/>
              <a:gd name="connsiteY0" fmla="*/ 419909 h 419909"/>
              <a:gd name="connsiteX1" fmla="*/ 226888 w 1146253"/>
              <a:gd name="connsiteY1" fmla="*/ 257927 h 419909"/>
              <a:gd name="connsiteX2" fmla="*/ 882805 w 1146253"/>
              <a:gd name="connsiteY2" fmla="*/ 1888 h 419909"/>
              <a:gd name="connsiteX3" fmla="*/ 1146253 w 1146253"/>
              <a:gd name="connsiteY3" fmla="*/ 410300 h 419909"/>
              <a:gd name="connsiteX0" fmla="*/ 0 w 1146253"/>
              <a:gd name="connsiteY0" fmla="*/ 418021 h 418021"/>
              <a:gd name="connsiteX1" fmla="*/ 226888 w 1146253"/>
              <a:gd name="connsiteY1" fmla="*/ 256039 h 418021"/>
              <a:gd name="connsiteX2" fmla="*/ 882805 w 1146253"/>
              <a:gd name="connsiteY2" fmla="*/ 0 h 418021"/>
              <a:gd name="connsiteX3" fmla="*/ 1146253 w 1146253"/>
              <a:gd name="connsiteY3" fmla="*/ 408412 h 418021"/>
              <a:gd name="connsiteX0" fmla="*/ 0 w 1146253"/>
              <a:gd name="connsiteY0" fmla="*/ 418021 h 418021"/>
              <a:gd name="connsiteX1" fmla="*/ 226888 w 1146253"/>
              <a:gd name="connsiteY1" fmla="*/ 256039 h 418021"/>
              <a:gd name="connsiteX2" fmla="*/ 882805 w 1146253"/>
              <a:gd name="connsiteY2" fmla="*/ 0 h 418021"/>
              <a:gd name="connsiteX3" fmla="*/ 1146253 w 1146253"/>
              <a:gd name="connsiteY3" fmla="*/ 408412 h 418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253" h="418021">
                <a:moveTo>
                  <a:pt x="0" y="418021"/>
                </a:moveTo>
                <a:cubicBezTo>
                  <a:pt x="54909" y="391332"/>
                  <a:pt x="35368" y="136740"/>
                  <a:pt x="226888" y="256039"/>
                </a:cubicBezTo>
                <a:cubicBezTo>
                  <a:pt x="418408" y="375338"/>
                  <a:pt x="647658" y="27596"/>
                  <a:pt x="882805" y="0"/>
                </a:cubicBezTo>
                <a:cubicBezTo>
                  <a:pt x="1018816" y="6078"/>
                  <a:pt x="1105447" y="342857"/>
                  <a:pt x="1146253" y="408412"/>
                </a:cubicBezTo>
              </a:path>
            </a:pathLst>
          </a:custGeom>
          <a:gradFill flip="none" rotWithShape="1">
            <a:gsLst>
              <a:gs pos="0">
                <a:srgbClr val="DA4035"/>
              </a:gs>
              <a:gs pos="50000">
                <a:srgbClr val="F7FCC9"/>
              </a:gs>
              <a:gs pos="37000">
                <a:srgbClr val="FEEC9D"/>
              </a:gs>
              <a:gs pos="90000">
                <a:srgbClr val="8DCB65"/>
              </a:gs>
              <a:gs pos="100000">
                <a:srgbClr val="2D9C52"/>
              </a:gs>
            </a:gsLst>
            <a:lin ang="0" scaled="0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79C2720-9DED-827B-0522-553F78B7A0A8}"/>
              </a:ext>
            </a:extLst>
          </p:cNvPr>
          <p:cNvSpPr/>
          <p:nvPr/>
        </p:nvSpPr>
        <p:spPr>
          <a:xfrm flipH="1">
            <a:off x="389430" y="2089423"/>
            <a:ext cx="670252" cy="1111202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918291 h 936221"/>
              <a:gd name="connsiteX1" fmla="*/ 547770 w 914400"/>
              <a:gd name="connsiteY1" fmla="*/ 83236 h 936221"/>
              <a:gd name="connsiteX2" fmla="*/ 896470 w 914400"/>
              <a:gd name="connsiteY2" fmla="*/ 936221 h 936221"/>
              <a:gd name="connsiteX3" fmla="*/ 896470 w 914400"/>
              <a:gd name="connsiteY3" fmla="*/ 936221 h 936221"/>
              <a:gd name="connsiteX4" fmla="*/ 914400 w 914400"/>
              <a:gd name="connsiteY4" fmla="*/ 936221 h 936221"/>
              <a:gd name="connsiteX0" fmla="*/ 0 w 914400"/>
              <a:gd name="connsiteY0" fmla="*/ 835213 h 853143"/>
              <a:gd name="connsiteX1" fmla="*/ 547770 w 914400"/>
              <a:gd name="connsiteY1" fmla="*/ 158 h 853143"/>
              <a:gd name="connsiteX2" fmla="*/ 896470 w 914400"/>
              <a:gd name="connsiteY2" fmla="*/ 853143 h 853143"/>
              <a:gd name="connsiteX3" fmla="*/ 896470 w 914400"/>
              <a:gd name="connsiteY3" fmla="*/ 853143 h 853143"/>
              <a:gd name="connsiteX4" fmla="*/ 914400 w 914400"/>
              <a:gd name="connsiteY4" fmla="*/ 853143 h 853143"/>
              <a:gd name="connsiteX0" fmla="*/ 0 w 914400"/>
              <a:gd name="connsiteY0" fmla="*/ 791451 h 809381"/>
              <a:gd name="connsiteX1" fmla="*/ 640463 w 914400"/>
              <a:gd name="connsiteY1" fmla="*/ 179 h 809381"/>
              <a:gd name="connsiteX2" fmla="*/ 896470 w 914400"/>
              <a:gd name="connsiteY2" fmla="*/ 809381 h 809381"/>
              <a:gd name="connsiteX3" fmla="*/ 896470 w 914400"/>
              <a:gd name="connsiteY3" fmla="*/ 809381 h 809381"/>
              <a:gd name="connsiteX4" fmla="*/ 914400 w 914400"/>
              <a:gd name="connsiteY4" fmla="*/ 809381 h 809381"/>
              <a:gd name="connsiteX0" fmla="*/ 0 w 914400"/>
              <a:gd name="connsiteY0" fmla="*/ 813339 h 831269"/>
              <a:gd name="connsiteX1" fmla="*/ 640463 w 914400"/>
              <a:gd name="connsiteY1" fmla="*/ 22067 h 831269"/>
              <a:gd name="connsiteX2" fmla="*/ 896470 w 914400"/>
              <a:gd name="connsiteY2" fmla="*/ 831269 h 831269"/>
              <a:gd name="connsiteX3" fmla="*/ 896470 w 914400"/>
              <a:gd name="connsiteY3" fmla="*/ 831269 h 831269"/>
              <a:gd name="connsiteX4" fmla="*/ 914400 w 914400"/>
              <a:gd name="connsiteY4" fmla="*/ 831269 h 831269"/>
              <a:gd name="connsiteX0" fmla="*/ 0 w 914400"/>
              <a:gd name="connsiteY0" fmla="*/ 827648 h 845578"/>
              <a:gd name="connsiteX1" fmla="*/ 424180 w 914400"/>
              <a:gd name="connsiteY1" fmla="*/ 21781 h 845578"/>
              <a:gd name="connsiteX2" fmla="*/ 896470 w 914400"/>
              <a:gd name="connsiteY2" fmla="*/ 845578 h 845578"/>
              <a:gd name="connsiteX3" fmla="*/ 896470 w 914400"/>
              <a:gd name="connsiteY3" fmla="*/ 845578 h 845578"/>
              <a:gd name="connsiteX4" fmla="*/ 914400 w 914400"/>
              <a:gd name="connsiteY4" fmla="*/ 845578 h 845578"/>
              <a:gd name="connsiteX0" fmla="*/ 0 w 914400"/>
              <a:gd name="connsiteY0" fmla="*/ 806228 h 824158"/>
              <a:gd name="connsiteX1" fmla="*/ 424180 w 914400"/>
              <a:gd name="connsiteY1" fmla="*/ 361 h 824158"/>
              <a:gd name="connsiteX2" fmla="*/ 896470 w 914400"/>
              <a:gd name="connsiteY2" fmla="*/ 824158 h 824158"/>
              <a:gd name="connsiteX3" fmla="*/ 896470 w 914400"/>
              <a:gd name="connsiteY3" fmla="*/ 824158 h 824158"/>
              <a:gd name="connsiteX4" fmla="*/ 914400 w 914400"/>
              <a:gd name="connsiteY4" fmla="*/ 824158 h 824158"/>
              <a:gd name="connsiteX0" fmla="*/ 0 w 914400"/>
              <a:gd name="connsiteY0" fmla="*/ 879172 h 897102"/>
              <a:gd name="connsiteX1" fmla="*/ 455077 w 914400"/>
              <a:gd name="connsiteY1" fmla="*/ 332 h 897102"/>
              <a:gd name="connsiteX2" fmla="*/ 896470 w 914400"/>
              <a:gd name="connsiteY2" fmla="*/ 897102 h 897102"/>
              <a:gd name="connsiteX3" fmla="*/ 896470 w 914400"/>
              <a:gd name="connsiteY3" fmla="*/ 897102 h 897102"/>
              <a:gd name="connsiteX4" fmla="*/ 914400 w 914400"/>
              <a:gd name="connsiteY4" fmla="*/ 897102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896470 w 1115234"/>
              <a:gd name="connsiteY3" fmla="*/ 897102 h 897102"/>
              <a:gd name="connsiteX4" fmla="*/ 1115234 w 1115234"/>
              <a:gd name="connsiteY4" fmla="*/ 882507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1081855 w 1115234"/>
              <a:gd name="connsiteY3" fmla="*/ 882508 h 897102"/>
              <a:gd name="connsiteX4" fmla="*/ 1115234 w 1115234"/>
              <a:gd name="connsiteY4" fmla="*/ 882507 h 897102"/>
              <a:gd name="connsiteX0" fmla="*/ 0 w 1115234"/>
              <a:gd name="connsiteY0" fmla="*/ 878948 h 882284"/>
              <a:gd name="connsiteX1" fmla="*/ 455077 w 1115234"/>
              <a:gd name="connsiteY1" fmla="*/ 108 h 882284"/>
              <a:gd name="connsiteX2" fmla="*/ 1057788 w 1115234"/>
              <a:gd name="connsiteY2" fmla="*/ 813307 h 882284"/>
              <a:gd name="connsiteX3" fmla="*/ 1081855 w 1115234"/>
              <a:gd name="connsiteY3" fmla="*/ 882284 h 882284"/>
              <a:gd name="connsiteX4" fmla="*/ 1115234 w 1115234"/>
              <a:gd name="connsiteY4" fmla="*/ 882283 h 882284"/>
              <a:gd name="connsiteX0" fmla="*/ 0 w 1141253"/>
              <a:gd name="connsiteY0" fmla="*/ 878948 h 882284"/>
              <a:gd name="connsiteX1" fmla="*/ 455077 w 1141253"/>
              <a:gd name="connsiteY1" fmla="*/ 108 h 882284"/>
              <a:gd name="connsiteX2" fmla="*/ 1057788 w 1141253"/>
              <a:gd name="connsiteY2" fmla="*/ 813307 h 882284"/>
              <a:gd name="connsiteX3" fmla="*/ 1081855 w 1141253"/>
              <a:gd name="connsiteY3" fmla="*/ 882284 h 882284"/>
              <a:gd name="connsiteX4" fmla="*/ 1141253 w 1141253"/>
              <a:gd name="connsiteY4" fmla="*/ 862619 h 882284"/>
              <a:gd name="connsiteX0" fmla="*/ 0 w 1081855"/>
              <a:gd name="connsiteY0" fmla="*/ 878948 h 882284"/>
              <a:gd name="connsiteX1" fmla="*/ 455077 w 1081855"/>
              <a:gd name="connsiteY1" fmla="*/ 108 h 882284"/>
              <a:gd name="connsiteX2" fmla="*/ 1057788 w 1081855"/>
              <a:gd name="connsiteY2" fmla="*/ 813307 h 882284"/>
              <a:gd name="connsiteX3" fmla="*/ 1081855 w 1081855"/>
              <a:gd name="connsiteY3" fmla="*/ 882284 h 882284"/>
              <a:gd name="connsiteX0" fmla="*/ 0 w 1057788"/>
              <a:gd name="connsiteY0" fmla="*/ 878948 h 878948"/>
              <a:gd name="connsiteX1" fmla="*/ 455077 w 1057788"/>
              <a:gd name="connsiteY1" fmla="*/ 108 h 878948"/>
              <a:gd name="connsiteX2" fmla="*/ 1057788 w 1057788"/>
              <a:gd name="connsiteY2" fmla="*/ 813307 h 878948"/>
              <a:gd name="connsiteX0" fmla="*/ 0 w 1146253"/>
              <a:gd name="connsiteY0" fmla="*/ 878847 h 878847"/>
              <a:gd name="connsiteX1" fmla="*/ 455077 w 1146253"/>
              <a:gd name="connsiteY1" fmla="*/ 7 h 878847"/>
              <a:gd name="connsiteX2" fmla="*/ 1146253 w 1146253"/>
              <a:gd name="connsiteY2" fmla="*/ 862366 h 878847"/>
              <a:gd name="connsiteX0" fmla="*/ 0 w 1146253"/>
              <a:gd name="connsiteY0" fmla="*/ 886730 h 886730"/>
              <a:gd name="connsiteX1" fmla="*/ 455077 w 1146253"/>
              <a:gd name="connsiteY1" fmla="*/ 7890 h 886730"/>
              <a:gd name="connsiteX2" fmla="*/ 901419 w 1146253"/>
              <a:gd name="connsiteY2" fmla="*/ 476918 h 886730"/>
              <a:gd name="connsiteX3" fmla="*/ 1146253 w 1146253"/>
              <a:gd name="connsiteY3" fmla="*/ 870249 h 886730"/>
              <a:gd name="connsiteX0" fmla="*/ 0 w 1146253"/>
              <a:gd name="connsiteY0" fmla="*/ 893192 h 893192"/>
              <a:gd name="connsiteX1" fmla="*/ 455077 w 1146253"/>
              <a:gd name="connsiteY1" fmla="*/ 14352 h 893192"/>
              <a:gd name="connsiteX2" fmla="*/ 1005495 w 1146253"/>
              <a:gd name="connsiteY2" fmla="*/ 385060 h 893192"/>
              <a:gd name="connsiteX3" fmla="*/ 1146253 w 1146253"/>
              <a:gd name="connsiteY3" fmla="*/ 876711 h 893192"/>
              <a:gd name="connsiteX0" fmla="*/ 0 w 1146253"/>
              <a:gd name="connsiteY0" fmla="*/ 888633 h 888633"/>
              <a:gd name="connsiteX1" fmla="*/ 455077 w 1146253"/>
              <a:gd name="connsiteY1" fmla="*/ 9793 h 888633"/>
              <a:gd name="connsiteX2" fmla="*/ 1005495 w 1146253"/>
              <a:gd name="connsiteY2" fmla="*/ 380501 h 888633"/>
              <a:gd name="connsiteX3" fmla="*/ 1146253 w 1146253"/>
              <a:gd name="connsiteY3" fmla="*/ 872152 h 888633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709220 h 709220"/>
              <a:gd name="connsiteX1" fmla="*/ 335391 w 1146253"/>
              <a:gd name="connsiteY1" fmla="*/ 12272 h 709220"/>
              <a:gd name="connsiteX2" fmla="*/ 1005495 w 1146253"/>
              <a:gd name="connsiteY2" fmla="*/ 201088 h 709220"/>
              <a:gd name="connsiteX3" fmla="*/ 1146253 w 1146253"/>
              <a:gd name="connsiteY3" fmla="*/ 692739 h 709220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17500 h 717500"/>
              <a:gd name="connsiteX1" fmla="*/ 335391 w 1146253"/>
              <a:gd name="connsiteY1" fmla="*/ 20552 h 717500"/>
              <a:gd name="connsiteX2" fmla="*/ 911828 w 1146253"/>
              <a:gd name="connsiteY2" fmla="*/ 199535 h 717500"/>
              <a:gd name="connsiteX3" fmla="*/ 1146253 w 1146253"/>
              <a:gd name="connsiteY3" fmla="*/ 701019 h 717500"/>
              <a:gd name="connsiteX0" fmla="*/ 0 w 1146253"/>
              <a:gd name="connsiteY0" fmla="*/ 530916 h 530916"/>
              <a:gd name="connsiteX1" fmla="*/ 293761 w 1146253"/>
              <a:gd name="connsiteY1" fmla="*/ 178088 h 530916"/>
              <a:gd name="connsiteX2" fmla="*/ 911828 w 1146253"/>
              <a:gd name="connsiteY2" fmla="*/ 12951 h 530916"/>
              <a:gd name="connsiteX3" fmla="*/ 1146253 w 1146253"/>
              <a:gd name="connsiteY3" fmla="*/ 514435 h 530916"/>
              <a:gd name="connsiteX0" fmla="*/ 0 w 1146253"/>
              <a:gd name="connsiteY0" fmla="*/ 533602 h 533602"/>
              <a:gd name="connsiteX1" fmla="*/ 293761 w 1146253"/>
              <a:gd name="connsiteY1" fmla="*/ 180774 h 533602"/>
              <a:gd name="connsiteX2" fmla="*/ 911828 w 1146253"/>
              <a:gd name="connsiteY2" fmla="*/ 15637 h 533602"/>
              <a:gd name="connsiteX3" fmla="*/ 1146253 w 1146253"/>
              <a:gd name="connsiteY3" fmla="*/ 517121 h 533602"/>
              <a:gd name="connsiteX0" fmla="*/ 0 w 1146253"/>
              <a:gd name="connsiteY0" fmla="*/ 527286 h 527286"/>
              <a:gd name="connsiteX1" fmla="*/ 293761 w 1146253"/>
              <a:gd name="connsiteY1" fmla="*/ 174458 h 527286"/>
              <a:gd name="connsiteX2" fmla="*/ 911828 w 1146253"/>
              <a:gd name="connsiteY2" fmla="*/ 9321 h 527286"/>
              <a:gd name="connsiteX3" fmla="*/ 1146253 w 1146253"/>
              <a:gd name="connsiteY3" fmla="*/ 510805 h 527286"/>
              <a:gd name="connsiteX0" fmla="*/ 0 w 1146253"/>
              <a:gd name="connsiteY0" fmla="*/ 530915 h 530915"/>
              <a:gd name="connsiteX1" fmla="*/ 293761 w 1146253"/>
              <a:gd name="connsiteY1" fmla="*/ 178087 h 530915"/>
              <a:gd name="connsiteX2" fmla="*/ 911828 w 1146253"/>
              <a:gd name="connsiteY2" fmla="*/ 12950 h 530915"/>
              <a:gd name="connsiteX3" fmla="*/ 1146253 w 1146253"/>
              <a:gd name="connsiteY3" fmla="*/ 514434 h 530915"/>
              <a:gd name="connsiteX0" fmla="*/ 0 w 1146253"/>
              <a:gd name="connsiteY0" fmla="*/ 535588 h 535588"/>
              <a:gd name="connsiteX1" fmla="*/ 293761 w 1146253"/>
              <a:gd name="connsiteY1" fmla="*/ 182760 h 535588"/>
              <a:gd name="connsiteX2" fmla="*/ 911828 w 1146253"/>
              <a:gd name="connsiteY2" fmla="*/ 17623 h 535588"/>
              <a:gd name="connsiteX3" fmla="*/ 1146253 w 1146253"/>
              <a:gd name="connsiteY3" fmla="*/ 519107 h 535588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4406 h 524406"/>
              <a:gd name="connsiteX1" fmla="*/ 175114 w 1146253"/>
              <a:gd name="connsiteY1" fmla="*/ 329430 h 524406"/>
              <a:gd name="connsiteX2" fmla="*/ 911828 w 1146253"/>
              <a:gd name="connsiteY2" fmla="*/ 6441 h 524406"/>
              <a:gd name="connsiteX3" fmla="*/ 1146253 w 1146253"/>
              <a:gd name="connsiteY3" fmla="*/ 507925 h 524406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91678 h 491678"/>
              <a:gd name="connsiteX1" fmla="*/ 175114 w 1146253"/>
              <a:gd name="connsiteY1" fmla="*/ 296702 h 491678"/>
              <a:gd name="connsiteX2" fmla="*/ 812956 w 1146253"/>
              <a:gd name="connsiteY2" fmla="*/ 7539 h 491678"/>
              <a:gd name="connsiteX3" fmla="*/ 1146253 w 1146253"/>
              <a:gd name="connsiteY3" fmla="*/ 475197 h 491678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812956 w 1146253"/>
              <a:gd name="connsiteY1" fmla="*/ 0 h 484139"/>
              <a:gd name="connsiteX2" fmla="*/ 1146253 w 1146253"/>
              <a:gd name="connsiteY2" fmla="*/ 467658 h 484139"/>
              <a:gd name="connsiteX0" fmla="*/ 0 w 1146253"/>
              <a:gd name="connsiteY0" fmla="*/ 592554 h 592554"/>
              <a:gd name="connsiteX1" fmla="*/ 840118 w 1146253"/>
              <a:gd name="connsiteY1" fmla="*/ 0 h 592554"/>
              <a:gd name="connsiteX2" fmla="*/ 1146253 w 1146253"/>
              <a:gd name="connsiteY2" fmla="*/ 576073 h 592554"/>
              <a:gd name="connsiteX0" fmla="*/ 0 w 1146253"/>
              <a:gd name="connsiteY0" fmla="*/ 394309 h 394309"/>
              <a:gd name="connsiteX1" fmla="*/ 986797 w 1146253"/>
              <a:gd name="connsiteY1" fmla="*/ 0 h 394309"/>
              <a:gd name="connsiteX2" fmla="*/ 1146253 w 1146253"/>
              <a:gd name="connsiteY2" fmla="*/ 377828 h 394309"/>
              <a:gd name="connsiteX0" fmla="*/ 0 w 1146253"/>
              <a:gd name="connsiteY0" fmla="*/ 396358 h 396358"/>
              <a:gd name="connsiteX1" fmla="*/ 329457 w 1146253"/>
              <a:gd name="connsiteY1" fmla="*/ 236225 h 396358"/>
              <a:gd name="connsiteX2" fmla="*/ 986797 w 1146253"/>
              <a:gd name="connsiteY2" fmla="*/ 2049 h 396358"/>
              <a:gd name="connsiteX3" fmla="*/ 1146253 w 1146253"/>
              <a:gd name="connsiteY3" fmla="*/ 379877 h 396358"/>
              <a:gd name="connsiteX0" fmla="*/ 0 w 1146253"/>
              <a:gd name="connsiteY0" fmla="*/ 397090 h 397090"/>
              <a:gd name="connsiteX1" fmla="*/ 166480 w 1146253"/>
              <a:gd name="connsiteY1" fmla="*/ 181200 h 397090"/>
              <a:gd name="connsiteX2" fmla="*/ 986797 w 1146253"/>
              <a:gd name="connsiteY2" fmla="*/ 2781 h 397090"/>
              <a:gd name="connsiteX3" fmla="*/ 1146253 w 1146253"/>
              <a:gd name="connsiteY3" fmla="*/ 380609 h 397090"/>
              <a:gd name="connsiteX0" fmla="*/ 0 w 1146253"/>
              <a:gd name="connsiteY0" fmla="*/ 395886 h 395886"/>
              <a:gd name="connsiteX1" fmla="*/ 166480 w 1146253"/>
              <a:gd name="connsiteY1" fmla="*/ 179996 h 395886"/>
              <a:gd name="connsiteX2" fmla="*/ 986797 w 1146253"/>
              <a:gd name="connsiteY2" fmla="*/ 1577 h 395886"/>
              <a:gd name="connsiteX3" fmla="*/ 1146253 w 1146253"/>
              <a:gd name="connsiteY3" fmla="*/ 379405 h 395886"/>
              <a:gd name="connsiteX0" fmla="*/ 95212 w 1241465"/>
              <a:gd name="connsiteY0" fmla="*/ 395886 h 395886"/>
              <a:gd name="connsiteX1" fmla="*/ 261692 w 1241465"/>
              <a:gd name="connsiteY1" fmla="*/ 179996 h 395886"/>
              <a:gd name="connsiteX2" fmla="*/ 1082009 w 1241465"/>
              <a:gd name="connsiteY2" fmla="*/ 1577 h 395886"/>
              <a:gd name="connsiteX3" fmla="*/ 1241465 w 1241465"/>
              <a:gd name="connsiteY3" fmla="*/ 379405 h 395886"/>
              <a:gd name="connsiteX0" fmla="*/ 0 w 1146253"/>
              <a:gd name="connsiteY0" fmla="*/ 396431 h 396431"/>
              <a:gd name="connsiteX1" fmla="*/ 166480 w 1146253"/>
              <a:gd name="connsiteY1" fmla="*/ 180541 h 396431"/>
              <a:gd name="connsiteX2" fmla="*/ 986797 w 1146253"/>
              <a:gd name="connsiteY2" fmla="*/ 2122 h 396431"/>
              <a:gd name="connsiteX3" fmla="*/ 1146253 w 1146253"/>
              <a:gd name="connsiteY3" fmla="*/ 379950 h 396431"/>
              <a:gd name="connsiteX0" fmla="*/ 0 w 1146253"/>
              <a:gd name="connsiteY0" fmla="*/ 395863 h 395863"/>
              <a:gd name="connsiteX1" fmla="*/ 334889 w 1146253"/>
              <a:gd name="connsiteY1" fmla="*/ 254315 h 395863"/>
              <a:gd name="connsiteX2" fmla="*/ 986797 w 1146253"/>
              <a:gd name="connsiteY2" fmla="*/ 1554 h 395863"/>
              <a:gd name="connsiteX3" fmla="*/ 1146253 w 1146253"/>
              <a:gd name="connsiteY3" fmla="*/ 379382 h 395863"/>
              <a:gd name="connsiteX0" fmla="*/ 0 w 1146253"/>
              <a:gd name="connsiteY0" fmla="*/ 395506 h 395506"/>
              <a:gd name="connsiteX1" fmla="*/ 334889 w 1146253"/>
              <a:gd name="connsiteY1" fmla="*/ 253958 h 395506"/>
              <a:gd name="connsiteX2" fmla="*/ 986797 w 1146253"/>
              <a:gd name="connsiteY2" fmla="*/ 1197 h 395506"/>
              <a:gd name="connsiteX3" fmla="*/ 1146253 w 1146253"/>
              <a:gd name="connsiteY3" fmla="*/ 379025 h 395506"/>
              <a:gd name="connsiteX0" fmla="*/ 0 w 1146253"/>
              <a:gd name="connsiteY0" fmla="*/ 395581 h 395581"/>
              <a:gd name="connsiteX1" fmla="*/ 334889 w 1146253"/>
              <a:gd name="connsiteY1" fmla="*/ 254033 h 395581"/>
              <a:gd name="connsiteX2" fmla="*/ 986797 w 1146253"/>
              <a:gd name="connsiteY2" fmla="*/ 1272 h 395581"/>
              <a:gd name="connsiteX3" fmla="*/ 1146253 w 1146253"/>
              <a:gd name="connsiteY3" fmla="*/ 379100 h 395581"/>
              <a:gd name="connsiteX0" fmla="*/ 0 w 1146253"/>
              <a:gd name="connsiteY0" fmla="*/ 395695 h 395695"/>
              <a:gd name="connsiteX1" fmla="*/ 242536 w 1146253"/>
              <a:gd name="connsiteY1" fmla="*/ 226269 h 395695"/>
              <a:gd name="connsiteX2" fmla="*/ 986797 w 1146253"/>
              <a:gd name="connsiteY2" fmla="*/ 1386 h 395695"/>
              <a:gd name="connsiteX3" fmla="*/ 1146253 w 1146253"/>
              <a:gd name="connsiteY3" fmla="*/ 379214 h 395695"/>
              <a:gd name="connsiteX0" fmla="*/ 0 w 1146253"/>
              <a:gd name="connsiteY0" fmla="*/ 399523 h 399523"/>
              <a:gd name="connsiteX1" fmla="*/ 242536 w 1146253"/>
              <a:gd name="connsiteY1" fmla="*/ 230097 h 399523"/>
              <a:gd name="connsiteX2" fmla="*/ 899876 w 1146253"/>
              <a:gd name="connsiteY2" fmla="*/ 2116 h 399523"/>
              <a:gd name="connsiteX3" fmla="*/ 1146253 w 1146253"/>
              <a:gd name="connsiteY3" fmla="*/ 383042 h 399523"/>
              <a:gd name="connsiteX0" fmla="*/ 0 w 1146253"/>
              <a:gd name="connsiteY0" fmla="*/ 398796 h 398796"/>
              <a:gd name="connsiteX1" fmla="*/ 242536 w 1146253"/>
              <a:gd name="connsiteY1" fmla="*/ 229370 h 398796"/>
              <a:gd name="connsiteX2" fmla="*/ 899876 w 1146253"/>
              <a:gd name="connsiteY2" fmla="*/ 1389 h 398796"/>
              <a:gd name="connsiteX3" fmla="*/ 1146253 w 1146253"/>
              <a:gd name="connsiteY3" fmla="*/ 382315 h 398796"/>
              <a:gd name="connsiteX0" fmla="*/ 0 w 1146253"/>
              <a:gd name="connsiteY0" fmla="*/ 398873 h 398873"/>
              <a:gd name="connsiteX1" fmla="*/ 242536 w 1146253"/>
              <a:gd name="connsiteY1" fmla="*/ 229447 h 398873"/>
              <a:gd name="connsiteX2" fmla="*/ 899876 w 1146253"/>
              <a:gd name="connsiteY2" fmla="*/ 1466 h 398873"/>
              <a:gd name="connsiteX3" fmla="*/ 1146253 w 1146253"/>
              <a:gd name="connsiteY3" fmla="*/ 382392 h 398873"/>
              <a:gd name="connsiteX0" fmla="*/ 0 w 1146253"/>
              <a:gd name="connsiteY0" fmla="*/ 398550 h 398550"/>
              <a:gd name="connsiteX1" fmla="*/ 250788 w 1146253"/>
              <a:gd name="connsiteY1" fmla="*/ 312156 h 398550"/>
              <a:gd name="connsiteX2" fmla="*/ 899876 w 1146253"/>
              <a:gd name="connsiteY2" fmla="*/ 1143 h 398550"/>
              <a:gd name="connsiteX3" fmla="*/ 1146253 w 1146253"/>
              <a:gd name="connsiteY3" fmla="*/ 382069 h 398550"/>
              <a:gd name="connsiteX0" fmla="*/ 0 w 1146253"/>
              <a:gd name="connsiteY0" fmla="*/ 397407 h 397407"/>
              <a:gd name="connsiteX1" fmla="*/ 899876 w 1146253"/>
              <a:gd name="connsiteY1" fmla="*/ 0 h 397407"/>
              <a:gd name="connsiteX2" fmla="*/ 1146253 w 1146253"/>
              <a:gd name="connsiteY2" fmla="*/ 380926 h 397407"/>
              <a:gd name="connsiteX0" fmla="*/ 0 w 552167"/>
              <a:gd name="connsiteY0" fmla="*/ 405710 h 405710"/>
              <a:gd name="connsiteX1" fmla="*/ 305790 w 552167"/>
              <a:gd name="connsiteY1" fmla="*/ 0 h 405710"/>
              <a:gd name="connsiteX2" fmla="*/ 552167 w 552167"/>
              <a:gd name="connsiteY2" fmla="*/ 380926 h 405710"/>
              <a:gd name="connsiteX0" fmla="*/ 0 w 552167"/>
              <a:gd name="connsiteY0" fmla="*/ 405710 h 405710"/>
              <a:gd name="connsiteX1" fmla="*/ 305790 w 552167"/>
              <a:gd name="connsiteY1" fmla="*/ 0 h 405710"/>
              <a:gd name="connsiteX2" fmla="*/ 552167 w 552167"/>
              <a:gd name="connsiteY2" fmla="*/ 404297 h 405710"/>
              <a:gd name="connsiteX0" fmla="*/ 0 w 556530"/>
              <a:gd name="connsiteY0" fmla="*/ 405710 h 414920"/>
              <a:gd name="connsiteX1" fmla="*/ 30579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30579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05710"/>
              <a:gd name="connsiteX1" fmla="*/ 292700 w 556530"/>
              <a:gd name="connsiteY1" fmla="*/ 0 h 405710"/>
              <a:gd name="connsiteX2" fmla="*/ 556530 w 556530"/>
              <a:gd name="connsiteY2" fmla="*/ 402172 h 405710"/>
              <a:gd name="connsiteX0" fmla="*/ 0 w 560893"/>
              <a:gd name="connsiteY0" fmla="*/ 405710 h 414920"/>
              <a:gd name="connsiteX1" fmla="*/ 292700 w 560893"/>
              <a:gd name="connsiteY1" fmla="*/ 0 h 414920"/>
              <a:gd name="connsiteX2" fmla="*/ 560893 w 560893"/>
              <a:gd name="connsiteY2" fmla="*/ 414920 h 414920"/>
              <a:gd name="connsiteX0" fmla="*/ 0 w 556530"/>
              <a:gd name="connsiteY0" fmla="*/ 405710 h 405710"/>
              <a:gd name="connsiteX1" fmla="*/ 292700 w 556530"/>
              <a:gd name="connsiteY1" fmla="*/ 0 h 405710"/>
              <a:gd name="connsiteX2" fmla="*/ 556530 w 556530"/>
              <a:gd name="connsiteY2" fmla="*/ 404297 h 405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6530" h="405710">
                <a:moveTo>
                  <a:pt x="0" y="405710"/>
                </a:moveTo>
                <a:cubicBezTo>
                  <a:pt x="95840" y="293173"/>
                  <a:pt x="162747" y="623"/>
                  <a:pt x="292700" y="0"/>
                </a:cubicBezTo>
                <a:cubicBezTo>
                  <a:pt x="428711" y="6078"/>
                  <a:pt x="506998" y="325994"/>
                  <a:pt x="556530" y="404297"/>
                </a:cubicBezTo>
              </a:path>
            </a:pathLst>
          </a:custGeom>
          <a:gradFill flip="none" rotWithShape="1">
            <a:gsLst>
              <a:gs pos="0">
                <a:srgbClr val="DA4035"/>
              </a:gs>
              <a:gs pos="100000">
                <a:srgbClr val="F7FCC9"/>
              </a:gs>
              <a:gs pos="61000">
                <a:srgbClr val="FEEC9D"/>
              </a:gs>
            </a:gsLst>
            <a:lin ang="108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C6B630F6-EC8C-C7A5-FFC0-542E1BD2DC95}"/>
              </a:ext>
            </a:extLst>
          </p:cNvPr>
          <p:cNvSpPr/>
          <p:nvPr/>
        </p:nvSpPr>
        <p:spPr>
          <a:xfrm flipH="1">
            <a:off x="3880655" y="2089423"/>
            <a:ext cx="670252" cy="1111202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918291 h 936221"/>
              <a:gd name="connsiteX1" fmla="*/ 547770 w 914400"/>
              <a:gd name="connsiteY1" fmla="*/ 83236 h 936221"/>
              <a:gd name="connsiteX2" fmla="*/ 896470 w 914400"/>
              <a:gd name="connsiteY2" fmla="*/ 936221 h 936221"/>
              <a:gd name="connsiteX3" fmla="*/ 896470 w 914400"/>
              <a:gd name="connsiteY3" fmla="*/ 936221 h 936221"/>
              <a:gd name="connsiteX4" fmla="*/ 914400 w 914400"/>
              <a:gd name="connsiteY4" fmla="*/ 936221 h 936221"/>
              <a:gd name="connsiteX0" fmla="*/ 0 w 914400"/>
              <a:gd name="connsiteY0" fmla="*/ 835213 h 853143"/>
              <a:gd name="connsiteX1" fmla="*/ 547770 w 914400"/>
              <a:gd name="connsiteY1" fmla="*/ 158 h 853143"/>
              <a:gd name="connsiteX2" fmla="*/ 896470 w 914400"/>
              <a:gd name="connsiteY2" fmla="*/ 853143 h 853143"/>
              <a:gd name="connsiteX3" fmla="*/ 896470 w 914400"/>
              <a:gd name="connsiteY3" fmla="*/ 853143 h 853143"/>
              <a:gd name="connsiteX4" fmla="*/ 914400 w 914400"/>
              <a:gd name="connsiteY4" fmla="*/ 853143 h 853143"/>
              <a:gd name="connsiteX0" fmla="*/ 0 w 914400"/>
              <a:gd name="connsiteY0" fmla="*/ 791451 h 809381"/>
              <a:gd name="connsiteX1" fmla="*/ 640463 w 914400"/>
              <a:gd name="connsiteY1" fmla="*/ 179 h 809381"/>
              <a:gd name="connsiteX2" fmla="*/ 896470 w 914400"/>
              <a:gd name="connsiteY2" fmla="*/ 809381 h 809381"/>
              <a:gd name="connsiteX3" fmla="*/ 896470 w 914400"/>
              <a:gd name="connsiteY3" fmla="*/ 809381 h 809381"/>
              <a:gd name="connsiteX4" fmla="*/ 914400 w 914400"/>
              <a:gd name="connsiteY4" fmla="*/ 809381 h 809381"/>
              <a:gd name="connsiteX0" fmla="*/ 0 w 914400"/>
              <a:gd name="connsiteY0" fmla="*/ 813339 h 831269"/>
              <a:gd name="connsiteX1" fmla="*/ 640463 w 914400"/>
              <a:gd name="connsiteY1" fmla="*/ 22067 h 831269"/>
              <a:gd name="connsiteX2" fmla="*/ 896470 w 914400"/>
              <a:gd name="connsiteY2" fmla="*/ 831269 h 831269"/>
              <a:gd name="connsiteX3" fmla="*/ 896470 w 914400"/>
              <a:gd name="connsiteY3" fmla="*/ 831269 h 831269"/>
              <a:gd name="connsiteX4" fmla="*/ 914400 w 914400"/>
              <a:gd name="connsiteY4" fmla="*/ 831269 h 831269"/>
              <a:gd name="connsiteX0" fmla="*/ 0 w 914400"/>
              <a:gd name="connsiteY0" fmla="*/ 827648 h 845578"/>
              <a:gd name="connsiteX1" fmla="*/ 424180 w 914400"/>
              <a:gd name="connsiteY1" fmla="*/ 21781 h 845578"/>
              <a:gd name="connsiteX2" fmla="*/ 896470 w 914400"/>
              <a:gd name="connsiteY2" fmla="*/ 845578 h 845578"/>
              <a:gd name="connsiteX3" fmla="*/ 896470 w 914400"/>
              <a:gd name="connsiteY3" fmla="*/ 845578 h 845578"/>
              <a:gd name="connsiteX4" fmla="*/ 914400 w 914400"/>
              <a:gd name="connsiteY4" fmla="*/ 845578 h 845578"/>
              <a:gd name="connsiteX0" fmla="*/ 0 w 914400"/>
              <a:gd name="connsiteY0" fmla="*/ 806228 h 824158"/>
              <a:gd name="connsiteX1" fmla="*/ 424180 w 914400"/>
              <a:gd name="connsiteY1" fmla="*/ 361 h 824158"/>
              <a:gd name="connsiteX2" fmla="*/ 896470 w 914400"/>
              <a:gd name="connsiteY2" fmla="*/ 824158 h 824158"/>
              <a:gd name="connsiteX3" fmla="*/ 896470 w 914400"/>
              <a:gd name="connsiteY3" fmla="*/ 824158 h 824158"/>
              <a:gd name="connsiteX4" fmla="*/ 914400 w 914400"/>
              <a:gd name="connsiteY4" fmla="*/ 824158 h 824158"/>
              <a:gd name="connsiteX0" fmla="*/ 0 w 914400"/>
              <a:gd name="connsiteY0" fmla="*/ 879172 h 897102"/>
              <a:gd name="connsiteX1" fmla="*/ 455077 w 914400"/>
              <a:gd name="connsiteY1" fmla="*/ 332 h 897102"/>
              <a:gd name="connsiteX2" fmla="*/ 896470 w 914400"/>
              <a:gd name="connsiteY2" fmla="*/ 897102 h 897102"/>
              <a:gd name="connsiteX3" fmla="*/ 896470 w 914400"/>
              <a:gd name="connsiteY3" fmla="*/ 897102 h 897102"/>
              <a:gd name="connsiteX4" fmla="*/ 914400 w 914400"/>
              <a:gd name="connsiteY4" fmla="*/ 897102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896470 w 1115234"/>
              <a:gd name="connsiteY3" fmla="*/ 897102 h 897102"/>
              <a:gd name="connsiteX4" fmla="*/ 1115234 w 1115234"/>
              <a:gd name="connsiteY4" fmla="*/ 882507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1081855 w 1115234"/>
              <a:gd name="connsiteY3" fmla="*/ 882508 h 897102"/>
              <a:gd name="connsiteX4" fmla="*/ 1115234 w 1115234"/>
              <a:gd name="connsiteY4" fmla="*/ 882507 h 897102"/>
              <a:gd name="connsiteX0" fmla="*/ 0 w 1115234"/>
              <a:gd name="connsiteY0" fmla="*/ 878948 h 882284"/>
              <a:gd name="connsiteX1" fmla="*/ 455077 w 1115234"/>
              <a:gd name="connsiteY1" fmla="*/ 108 h 882284"/>
              <a:gd name="connsiteX2" fmla="*/ 1057788 w 1115234"/>
              <a:gd name="connsiteY2" fmla="*/ 813307 h 882284"/>
              <a:gd name="connsiteX3" fmla="*/ 1081855 w 1115234"/>
              <a:gd name="connsiteY3" fmla="*/ 882284 h 882284"/>
              <a:gd name="connsiteX4" fmla="*/ 1115234 w 1115234"/>
              <a:gd name="connsiteY4" fmla="*/ 882283 h 882284"/>
              <a:gd name="connsiteX0" fmla="*/ 0 w 1141253"/>
              <a:gd name="connsiteY0" fmla="*/ 878948 h 882284"/>
              <a:gd name="connsiteX1" fmla="*/ 455077 w 1141253"/>
              <a:gd name="connsiteY1" fmla="*/ 108 h 882284"/>
              <a:gd name="connsiteX2" fmla="*/ 1057788 w 1141253"/>
              <a:gd name="connsiteY2" fmla="*/ 813307 h 882284"/>
              <a:gd name="connsiteX3" fmla="*/ 1081855 w 1141253"/>
              <a:gd name="connsiteY3" fmla="*/ 882284 h 882284"/>
              <a:gd name="connsiteX4" fmla="*/ 1141253 w 1141253"/>
              <a:gd name="connsiteY4" fmla="*/ 862619 h 882284"/>
              <a:gd name="connsiteX0" fmla="*/ 0 w 1081855"/>
              <a:gd name="connsiteY0" fmla="*/ 878948 h 882284"/>
              <a:gd name="connsiteX1" fmla="*/ 455077 w 1081855"/>
              <a:gd name="connsiteY1" fmla="*/ 108 h 882284"/>
              <a:gd name="connsiteX2" fmla="*/ 1057788 w 1081855"/>
              <a:gd name="connsiteY2" fmla="*/ 813307 h 882284"/>
              <a:gd name="connsiteX3" fmla="*/ 1081855 w 1081855"/>
              <a:gd name="connsiteY3" fmla="*/ 882284 h 882284"/>
              <a:gd name="connsiteX0" fmla="*/ 0 w 1057788"/>
              <a:gd name="connsiteY0" fmla="*/ 878948 h 878948"/>
              <a:gd name="connsiteX1" fmla="*/ 455077 w 1057788"/>
              <a:gd name="connsiteY1" fmla="*/ 108 h 878948"/>
              <a:gd name="connsiteX2" fmla="*/ 1057788 w 1057788"/>
              <a:gd name="connsiteY2" fmla="*/ 813307 h 878948"/>
              <a:gd name="connsiteX0" fmla="*/ 0 w 1146253"/>
              <a:gd name="connsiteY0" fmla="*/ 878847 h 878847"/>
              <a:gd name="connsiteX1" fmla="*/ 455077 w 1146253"/>
              <a:gd name="connsiteY1" fmla="*/ 7 h 878847"/>
              <a:gd name="connsiteX2" fmla="*/ 1146253 w 1146253"/>
              <a:gd name="connsiteY2" fmla="*/ 862366 h 878847"/>
              <a:gd name="connsiteX0" fmla="*/ 0 w 1146253"/>
              <a:gd name="connsiteY0" fmla="*/ 886730 h 886730"/>
              <a:gd name="connsiteX1" fmla="*/ 455077 w 1146253"/>
              <a:gd name="connsiteY1" fmla="*/ 7890 h 886730"/>
              <a:gd name="connsiteX2" fmla="*/ 901419 w 1146253"/>
              <a:gd name="connsiteY2" fmla="*/ 476918 h 886730"/>
              <a:gd name="connsiteX3" fmla="*/ 1146253 w 1146253"/>
              <a:gd name="connsiteY3" fmla="*/ 870249 h 886730"/>
              <a:gd name="connsiteX0" fmla="*/ 0 w 1146253"/>
              <a:gd name="connsiteY0" fmla="*/ 893192 h 893192"/>
              <a:gd name="connsiteX1" fmla="*/ 455077 w 1146253"/>
              <a:gd name="connsiteY1" fmla="*/ 14352 h 893192"/>
              <a:gd name="connsiteX2" fmla="*/ 1005495 w 1146253"/>
              <a:gd name="connsiteY2" fmla="*/ 385060 h 893192"/>
              <a:gd name="connsiteX3" fmla="*/ 1146253 w 1146253"/>
              <a:gd name="connsiteY3" fmla="*/ 876711 h 893192"/>
              <a:gd name="connsiteX0" fmla="*/ 0 w 1146253"/>
              <a:gd name="connsiteY0" fmla="*/ 888633 h 888633"/>
              <a:gd name="connsiteX1" fmla="*/ 455077 w 1146253"/>
              <a:gd name="connsiteY1" fmla="*/ 9793 h 888633"/>
              <a:gd name="connsiteX2" fmla="*/ 1005495 w 1146253"/>
              <a:gd name="connsiteY2" fmla="*/ 380501 h 888633"/>
              <a:gd name="connsiteX3" fmla="*/ 1146253 w 1146253"/>
              <a:gd name="connsiteY3" fmla="*/ 872152 h 888633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709220 h 709220"/>
              <a:gd name="connsiteX1" fmla="*/ 335391 w 1146253"/>
              <a:gd name="connsiteY1" fmla="*/ 12272 h 709220"/>
              <a:gd name="connsiteX2" fmla="*/ 1005495 w 1146253"/>
              <a:gd name="connsiteY2" fmla="*/ 201088 h 709220"/>
              <a:gd name="connsiteX3" fmla="*/ 1146253 w 1146253"/>
              <a:gd name="connsiteY3" fmla="*/ 692739 h 709220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17500 h 717500"/>
              <a:gd name="connsiteX1" fmla="*/ 335391 w 1146253"/>
              <a:gd name="connsiteY1" fmla="*/ 20552 h 717500"/>
              <a:gd name="connsiteX2" fmla="*/ 911828 w 1146253"/>
              <a:gd name="connsiteY2" fmla="*/ 199535 h 717500"/>
              <a:gd name="connsiteX3" fmla="*/ 1146253 w 1146253"/>
              <a:gd name="connsiteY3" fmla="*/ 701019 h 717500"/>
              <a:gd name="connsiteX0" fmla="*/ 0 w 1146253"/>
              <a:gd name="connsiteY0" fmla="*/ 530916 h 530916"/>
              <a:gd name="connsiteX1" fmla="*/ 293761 w 1146253"/>
              <a:gd name="connsiteY1" fmla="*/ 178088 h 530916"/>
              <a:gd name="connsiteX2" fmla="*/ 911828 w 1146253"/>
              <a:gd name="connsiteY2" fmla="*/ 12951 h 530916"/>
              <a:gd name="connsiteX3" fmla="*/ 1146253 w 1146253"/>
              <a:gd name="connsiteY3" fmla="*/ 514435 h 530916"/>
              <a:gd name="connsiteX0" fmla="*/ 0 w 1146253"/>
              <a:gd name="connsiteY0" fmla="*/ 533602 h 533602"/>
              <a:gd name="connsiteX1" fmla="*/ 293761 w 1146253"/>
              <a:gd name="connsiteY1" fmla="*/ 180774 h 533602"/>
              <a:gd name="connsiteX2" fmla="*/ 911828 w 1146253"/>
              <a:gd name="connsiteY2" fmla="*/ 15637 h 533602"/>
              <a:gd name="connsiteX3" fmla="*/ 1146253 w 1146253"/>
              <a:gd name="connsiteY3" fmla="*/ 517121 h 533602"/>
              <a:gd name="connsiteX0" fmla="*/ 0 w 1146253"/>
              <a:gd name="connsiteY0" fmla="*/ 527286 h 527286"/>
              <a:gd name="connsiteX1" fmla="*/ 293761 w 1146253"/>
              <a:gd name="connsiteY1" fmla="*/ 174458 h 527286"/>
              <a:gd name="connsiteX2" fmla="*/ 911828 w 1146253"/>
              <a:gd name="connsiteY2" fmla="*/ 9321 h 527286"/>
              <a:gd name="connsiteX3" fmla="*/ 1146253 w 1146253"/>
              <a:gd name="connsiteY3" fmla="*/ 510805 h 527286"/>
              <a:gd name="connsiteX0" fmla="*/ 0 w 1146253"/>
              <a:gd name="connsiteY0" fmla="*/ 530915 h 530915"/>
              <a:gd name="connsiteX1" fmla="*/ 293761 w 1146253"/>
              <a:gd name="connsiteY1" fmla="*/ 178087 h 530915"/>
              <a:gd name="connsiteX2" fmla="*/ 911828 w 1146253"/>
              <a:gd name="connsiteY2" fmla="*/ 12950 h 530915"/>
              <a:gd name="connsiteX3" fmla="*/ 1146253 w 1146253"/>
              <a:gd name="connsiteY3" fmla="*/ 514434 h 530915"/>
              <a:gd name="connsiteX0" fmla="*/ 0 w 1146253"/>
              <a:gd name="connsiteY0" fmla="*/ 535588 h 535588"/>
              <a:gd name="connsiteX1" fmla="*/ 293761 w 1146253"/>
              <a:gd name="connsiteY1" fmla="*/ 182760 h 535588"/>
              <a:gd name="connsiteX2" fmla="*/ 911828 w 1146253"/>
              <a:gd name="connsiteY2" fmla="*/ 17623 h 535588"/>
              <a:gd name="connsiteX3" fmla="*/ 1146253 w 1146253"/>
              <a:gd name="connsiteY3" fmla="*/ 519107 h 535588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4406 h 524406"/>
              <a:gd name="connsiteX1" fmla="*/ 175114 w 1146253"/>
              <a:gd name="connsiteY1" fmla="*/ 329430 h 524406"/>
              <a:gd name="connsiteX2" fmla="*/ 911828 w 1146253"/>
              <a:gd name="connsiteY2" fmla="*/ 6441 h 524406"/>
              <a:gd name="connsiteX3" fmla="*/ 1146253 w 1146253"/>
              <a:gd name="connsiteY3" fmla="*/ 507925 h 524406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91678 h 491678"/>
              <a:gd name="connsiteX1" fmla="*/ 175114 w 1146253"/>
              <a:gd name="connsiteY1" fmla="*/ 296702 h 491678"/>
              <a:gd name="connsiteX2" fmla="*/ 812956 w 1146253"/>
              <a:gd name="connsiteY2" fmla="*/ 7539 h 491678"/>
              <a:gd name="connsiteX3" fmla="*/ 1146253 w 1146253"/>
              <a:gd name="connsiteY3" fmla="*/ 475197 h 491678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812956 w 1146253"/>
              <a:gd name="connsiteY1" fmla="*/ 0 h 484139"/>
              <a:gd name="connsiteX2" fmla="*/ 1146253 w 1146253"/>
              <a:gd name="connsiteY2" fmla="*/ 467658 h 484139"/>
              <a:gd name="connsiteX0" fmla="*/ 0 w 1146253"/>
              <a:gd name="connsiteY0" fmla="*/ 592554 h 592554"/>
              <a:gd name="connsiteX1" fmla="*/ 840118 w 1146253"/>
              <a:gd name="connsiteY1" fmla="*/ 0 h 592554"/>
              <a:gd name="connsiteX2" fmla="*/ 1146253 w 1146253"/>
              <a:gd name="connsiteY2" fmla="*/ 576073 h 592554"/>
              <a:gd name="connsiteX0" fmla="*/ 0 w 1146253"/>
              <a:gd name="connsiteY0" fmla="*/ 394309 h 394309"/>
              <a:gd name="connsiteX1" fmla="*/ 986797 w 1146253"/>
              <a:gd name="connsiteY1" fmla="*/ 0 h 394309"/>
              <a:gd name="connsiteX2" fmla="*/ 1146253 w 1146253"/>
              <a:gd name="connsiteY2" fmla="*/ 377828 h 394309"/>
              <a:gd name="connsiteX0" fmla="*/ 0 w 1146253"/>
              <a:gd name="connsiteY0" fmla="*/ 396358 h 396358"/>
              <a:gd name="connsiteX1" fmla="*/ 329457 w 1146253"/>
              <a:gd name="connsiteY1" fmla="*/ 236225 h 396358"/>
              <a:gd name="connsiteX2" fmla="*/ 986797 w 1146253"/>
              <a:gd name="connsiteY2" fmla="*/ 2049 h 396358"/>
              <a:gd name="connsiteX3" fmla="*/ 1146253 w 1146253"/>
              <a:gd name="connsiteY3" fmla="*/ 379877 h 396358"/>
              <a:gd name="connsiteX0" fmla="*/ 0 w 1146253"/>
              <a:gd name="connsiteY0" fmla="*/ 397090 h 397090"/>
              <a:gd name="connsiteX1" fmla="*/ 166480 w 1146253"/>
              <a:gd name="connsiteY1" fmla="*/ 181200 h 397090"/>
              <a:gd name="connsiteX2" fmla="*/ 986797 w 1146253"/>
              <a:gd name="connsiteY2" fmla="*/ 2781 h 397090"/>
              <a:gd name="connsiteX3" fmla="*/ 1146253 w 1146253"/>
              <a:gd name="connsiteY3" fmla="*/ 380609 h 397090"/>
              <a:gd name="connsiteX0" fmla="*/ 0 w 1146253"/>
              <a:gd name="connsiteY0" fmla="*/ 395886 h 395886"/>
              <a:gd name="connsiteX1" fmla="*/ 166480 w 1146253"/>
              <a:gd name="connsiteY1" fmla="*/ 179996 h 395886"/>
              <a:gd name="connsiteX2" fmla="*/ 986797 w 1146253"/>
              <a:gd name="connsiteY2" fmla="*/ 1577 h 395886"/>
              <a:gd name="connsiteX3" fmla="*/ 1146253 w 1146253"/>
              <a:gd name="connsiteY3" fmla="*/ 379405 h 395886"/>
              <a:gd name="connsiteX0" fmla="*/ 95212 w 1241465"/>
              <a:gd name="connsiteY0" fmla="*/ 395886 h 395886"/>
              <a:gd name="connsiteX1" fmla="*/ 261692 w 1241465"/>
              <a:gd name="connsiteY1" fmla="*/ 179996 h 395886"/>
              <a:gd name="connsiteX2" fmla="*/ 1082009 w 1241465"/>
              <a:gd name="connsiteY2" fmla="*/ 1577 h 395886"/>
              <a:gd name="connsiteX3" fmla="*/ 1241465 w 1241465"/>
              <a:gd name="connsiteY3" fmla="*/ 379405 h 395886"/>
              <a:gd name="connsiteX0" fmla="*/ 0 w 1146253"/>
              <a:gd name="connsiteY0" fmla="*/ 396431 h 396431"/>
              <a:gd name="connsiteX1" fmla="*/ 166480 w 1146253"/>
              <a:gd name="connsiteY1" fmla="*/ 180541 h 396431"/>
              <a:gd name="connsiteX2" fmla="*/ 986797 w 1146253"/>
              <a:gd name="connsiteY2" fmla="*/ 2122 h 396431"/>
              <a:gd name="connsiteX3" fmla="*/ 1146253 w 1146253"/>
              <a:gd name="connsiteY3" fmla="*/ 379950 h 396431"/>
              <a:gd name="connsiteX0" fmla="*/ 0 w 1146253"/>
              <a:gd name="connsiteY0" fmla="*/ 395863 h 395863"/>
              <a:gd name="connsiteX1" fmla="*/ 334889 w 1146253"/>
              <a:gd name="connsiteY1" fmla="*/ 254315 h 395863"/>
              <a:gd name="connsiteX2" fmla="*/ 986797 w 1146253"/>
              <a:gd name="connsiteY2" fmla="*/ 1554 h 395863"/>
              <a:gd name="connsiteX3" fmla="*/ 1146253 w 1146253"/>
              <a:gd name="connsiteY3" fmla="*/ 379382 h 395863"/>
              <a:gd name="connsiteX0" fmla="*/ 0 w 1146253"/>
              <a:gd name="connsiteY0" fmla="*/ 395506 h 395506"/>
              <a:gd name="connsiteX1" fmla="*/ 334889 w 1146253"/>
              <a:gd name="connsiteY1" fmla="*/ 253958 h 395506"/>
              <a:gd name="connsiteX2" fmla="*/ 986797 w 1146253"/>
              <a:gd name="connsiteY2" fmla="*/ 1197 h 395506"/>
              <a:gd name="connsiteX3" fmla="*/ 1146253 w 1146253"/>
              <a:gd name="connsiteY3" fmla="*/ 379025 h 395506"/>
              <a:gd name="connsiteX0" fmla="*/ 0 w 1146253"/>
              <a:gd name="connsiteY0" fmla="*/ 395581 h 395581"/>
              <a:gd name="connsiteX1" fmla="*/ 334889 w 1146253"/>
              <a:gd name="connsiteY1" fmla="*/ 254033 h 395581"/>
              <a:gd name="connsiteX2" fmla="*/ 986797 w 1146253"/>
              <a:gd name="connsiteY2" fmla="*/ 1272 h 395581"/>
              <a:gd name="connsiteX3" fmla="*/ 1146253 w 1146253"/>
              <a:gd name="connsiteY3" fmla="*/ 379100 h 395581"/>
              <a:gd name="connsiteX0" fmla="*/ 0 w 1146253"/>
              <a:gd name="connsiteY0" fmla="*/ 395695 h 395695"/>
              <a:gd name="connsiteX1" fmla="*/ 242536 w 1146253"/>
              <a:gd name="connsiteY1" fmla="*/ 226269 h 395695"/>
              <a:gd name="connsiteX2" fmla="*/ 986797 w 1146253"/>
              <a:gd name="connsiteY2" fmla="*/ 1386 h 395695"/>
              <a:gd name="connsiteX3" fmla="*/ 1146253 w 1146253"/>
              <a:gd name="connsiteY3" fmla="*/ 379214 h 395695"/>
              <a:gd name="connsiteX0" fmla="*/ 0 w 1146253"/>
              <a:gd name="connsiteY0" fmla="*/ 399523 h 399523"/>
              <a:gd name="connsiteX1" fmla="*/ 242536 w 1146253"/>
              <a:gd name="connsiteY1" fmla="*/ 230097 h 399523"/>
              <a:gd name="connsiteX2" fmla="*/ 899876 w 1146253"/>
              <a:gd name="connsiteY2" fmla="*/ 2116 h 399523"/>
              <a:gd name="connsiteX3" fmla="*/ 1146253 w 1146253"/>
              <a:gd name="connsiteY3" fmla="*/ 383042 h 399523"/>
              <a:gd name="connsiteX0" fmla="*/ 0 w 1146253"/>
              <a:gd name="connsiteY0" fmla="*/ 398796 h 398796"/>
              <a:gd name="connsiteX1" fmla="*/ 242536 w 1146253"/>
              <a:gd name="connsiteY1" fmla="*/ 229370 h 398796"/>
              <a:gd name="connsiteX2" fmla="*/ 899876 w 1146253"/>
              <a:gd name="connsiteY2" fmla="*/ 1389 h 398796"/>
              <a:gd name="connsiteX3" fmla="*/ 1146253 w 1146253"/>
              <a:gd name="connsiteY3" fmla="*/ 382315 h 398796"/>
              <a:gd name="connsiteX0" fmla="*/ 0 w 1146253"/>
              <a:gd name="connsiteY0" fmla="*/ 398873 h 398873"/>
              <a:gd name="connsiteX1" fmla="*/ 242536 w 1146253"/>
              <a:gd name="connsiteY1" fmla="*/ 229447 h 398873"/>
              <a:gd name="connsiteX2" fmla="*/ 899876 w 1146253"/>
              <a:gd name="connsiteY2" fmla="*/ 1466 h 398873"/>
              <a:gd name="connsiteX3" fmla="*/ 1146253 w 1146253"/>
              <a:gd name="connsiteY3" fmla="*/ 382392 h 398873"/>
              <a:gd name="connsiteX0" fmla="*/ 0 w 1146253"/>
              <a:gd name="connsiteY0" fmla="*/ 398550 h 398550"/>
              <a:gd name="connsiteX1" fmla="*/ 250788 w 1146253"/>
              <a:gd name="connsiteY1" fmla="*/ 312156 h 398550"/>
              <a:gd name="connsiteX2" fmla="*/ 899876 w 1146253"/>
              <a:gd name="connsiteY2" fmla="*/ 1143 h 398550"/>
              <a:gd name="connsiteX3" fmla="*/ 1146253 w 1146253"/>
              <a:gd name="connsiteY3" fmla="*/ 382069 h 398550"/>
              <a:gd name="connsiteX0" fmla="*/ 0 w 1146253"/>
              <a:gd name="connsiteY0" fmla="*/ 397407 h 397407"/>
              <a:gd name="connsiteX1" fmla="*/ 899876 w 1146253"/>
              <a:gd name="connsiteY1" fmla="*/ 0 h 397407"/>
              <a:gd name="connsiteX2" fmla="*/ 1146253 w 1146253"/>
              <a:gd name="connsiteY2" fmla="*/ 380926 h 397407"/>
              <a:gd name="connsiteX0" fmla="*/ 0 w 552167"/>
              <a:gd name="connsiteY0" fmla="*/ 405710 h 405710"/>
              <a:gd name="connsiteX1" fmla="*/ 305790 w 552167"/>
              <a:gd name="connsiteY1" fmla="*/ 0 h 405710"/>
              <a:gd name="connsiteX2" fmla="*/ 552167 w 552167"/>
              <a:gd name="connsiteY2" fmla="*/ 380926 h 405710"/>
              <a:gd name="connsiteX0" fmla="*/ 0 w 552167"/>
              <a:gd name="connsiteY0" fmla="*/ 405710 h 405710"/>
              <a:gd name="connsiteX1" fmla="*/ 305790 w 552167"/>
              <a:gd name="connsiteY1" fmla="*/ 0 h 405710"/>
              <a:gd name="connsiteX2" fmla="*/ 552167 w 552167"/>
              <a:gd name="connsiteY2" fmla="*/ 404297 h 405710"/>
              <a:gd name="connsiteX0" fmla="*/ 0 w 556530"/>
              <a:gd name="connsiteY0" fmla="*/ 405710 h 414920"/>
              <a:gd name="connsiteX1" fmla="*/ 30579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30579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05710"/>
              <a:gd name="connsiteX1" fmla="*/ 292700 w 556530"/>
              <a:gd name="connsiteY1" fmla="*/ 0 h 405710"/>
              <a:gd name="connsiteX2" fmla="*/ 556530 w 556530"/>
              <a:gd name="connsiteY2" fmla="*/ 402172 h 405710"/>
              <a:gd name="connsiteX0" fmla="*/ 0 w 560893"/>
              <a:gd name="connsiteY0" fmla="*/ 405710 h 414920"/>
              <a:gd name="connsiteX1" fmla="*/ 292700 w 560893"/>
              <a:gd name="connsiteY1" fmla="*/ 0 h 414920"/>
              <a:gd name="connsiteX2" fmla="*/ 560893 w 560893"/>
              <a:gd name="connsiteY2" fmla="*/ 414920 h 414920"/>
              <a:gd name="connsiteX0" fmla="*/ 0 w 556530"/>
              <a:gd name="connsiteY0" fmla="*/ 405710 h 405710"/>
              <a:gd name="connsiteX1" fmla="*/ 292700 w 556530"/>
              <a:gd name="connsiteY1" fmla="*/ 0 h 405710"/>
              <a:gd name="connsiteX2" fmla="*/ 556530 w 556530"/>
              <a:gd name="connsiteY2" fmla="*/ 404297 h 405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6530" h="405710">
                <a:moveTo>
                  <a:pt x="0" y="405710"/>
                </a:moveTo>
                <a:cubicBezTo>
                  <a:pt x="95840" y="293173"/>
                  <a:pt x="162747" y="623"/>
                  <a:pt x="292700" y="0"/>
                </a:cubicBezTo>
                <a:cubicBezTo>
                  <a:pt x="428711" y="6078"/>
                  <a:pt x="506998" y="325994"/>
                  <a:pt x="556530" y="404297"/>
                </a:cubicBezTo>
              </a:path>
            </a:pathLst>
          </a:custGeom>
          <a:gradFill flip="none" rotWithShape="1">
            <a:gsLst>
              <a:gs pos="100000">
                <a:srgbClr val="5AB359"/>
              </a:gs>
              <a:gs pos="81000">
                <a:srgbClr val="9FD276"/>
              </a:gs>
              <a:gs pos="2000">
                <a:srgbClr val="F8FBC7"/>
              </a:gs>
            </a:gsLst>
            <a:lin ang="108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82DABB8-56A5-A35C-879E-B1E7166683A8}"/>
              </a:ext>
            </a:extLst>
          </p:cNvPr>
          <p:cNvCxnSpPr>
            <a:cxnSpLocks/>
          </p:cNvCxnSpPr>
          <p:nvPr/>
        </p:nvCxnSpPr>
        <p:spPr>
          <a:xfrm flipV="1">
            <a:off x="2894641" y="5692550"/>
            <a:ext cx="1764280" cy="1989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B30C2CF-19FB-9830-4F52-03D1A70014BB}"/>
              </a:ext>
            </a:extLst>
          </p:cNvPr>
          <p:cNvCxnSpPr>
            <a:cxnSpLocks/>
          </p:cNvCxnSpPr>
          <p:nvPr/>
        </p:nvCxnSpPr>
        <p:spPr>
          <a:xfrm flipV="1">
            <a:off x="2894641" y="3200625"/>
            <a:ext cx="176428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Freeform 42">
            <a:extLst>
              <a:ext uri="{FF2B5EF4-FFF2-40B4-BE49-F238E27FC236}">
                <a16:creationId xmlns:a16="http://schemas.microsoft.com/office/drawing/2014/main" id="{C7BC5750-411B-5487-C3A8-3E1701F9A99C}"/>
              </a:ext>
            </a:extLst>
          </p:cNvPr>
          <p:cNvSpPr/>
          <p:nvPr/>
        </p:nvSpPr>
        <p:spPr>
          <a:xfrm flipH="1">
            <a:off x="239766" y="5060024"/>
            <a:ext cx="1764280" cy="637340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918291 h 936221"/>
              <a:gd name="connsiteX1" fmla="*/ 547770 w 914400"/>
              <a:gd name="connsiteY1" fmla="*/ 83236 h 936221"/>
              <a:gd name="connsiteX2" fmla="*/ 896470 w 914400"/>
              <a:gd name="connsiteY2" fmla="*/ 936221 h 936221"/>
              <a:gd name="connsiteX3" fmla="*/ 896470 w 914400"/>
              <a:gd name="connsiteY3" fmla="*/ 936221 h 936221"/>
              <a:gd name="connsiteX4" fmla="*/ 914400 w 914400"/>
              <a:gd name="connsiteY4" fmla="*/ 936221 h 936221"/>
              <a:gd name="connsiteX0" fmla="*/ 0 w 914400"/>
              <a:gd name="connsiteY0" fmla="*/ 835213 h 853143"/>
              <a:gd name="connsiteX1" fmla="*/ 547770 w 914400"/>
              <a:gd name="connsiteY1" fmla="*/ 158 h 853143"/>
              <a:gd name="connsiteX2" fmla="*/ 896470 w 914400"/>
              <a:gd name="connsiteY2" fmla="*/ 853143 h 853143"/>
              <a:gd name="connsiteX3" fmla="*/ 896470 w 914400"/>
              <a:gd name="connsiteY3" fmla="*/ 853143 h 853143"/>
              <a:gd name="connsiteX4" fmla="*/ 914400 w 914400"/>
              <a:gd name="connsiteY4" fmla="*/ 853143 h 853143"/>
              <a:gd name="connsiteX0" fmla="*/ 0 w 914400"/>
              <a:gd name="connsiteY0" fmla="*/ 791451 h 809381"/>
              <a:gd name="connsiteX1" fmla="*/ 640463 w 914400"/>
              <a:gd name="connsiteY1" fmla="*/ 179 h 809381"/>
              <a:gd name="connsiteX2" fmla="*/ 896470 w 914400"/>
              <a:gd name="connsiteY2" fmla="*/ 809381 h 809381"/>
              <a:gd name="connsiteX3" fmla="*/ 896470 w 914400"/>
              <a:gd name="connsiteY3" fmla="*/ 809381 h 809381"/>
              <a:gd name="connsiteX4" fmla="*/ 914400 w 914400"/>
              <a:gd name="connsiteY4" fmla="*/ 809381 h 809381"/>
              <a:gd name="connsiteX0" fmla="*/ 0 w 914400"/>
              <a:gd name="connsiteY0" fmla="*/ 813339 h 831269"/>
              <a:gd name="connsiteX1" fmla="*/ 640463 w 914400"/>
              <a:gd name="connsiteY1" fmla="*/ 22067 h 831269"/>
              <a:gd name="connsiteX2" fmla="*/ 896470 w 914400"/>
              <a:gd name="connsiteY2" fmla="*/ 831269 h 831269"/>
              <a:gd name="connsiteX3" fmla="*/ 896470 w 914400"/>
              <a:gd name="connsiteY3" fmla="*/ 831269 h 831269"/>
              <a:gd name="connsiteX4" fmla="*/ 914400 w 914400"/>
              <a:gd name="connsiteY4" fmla="*/ 831269 h 831269"/>
              <a:gd name="connsiteX0" fmla="*/ 0 w 914400"/>
              <a:gd name="connsiteY0" fmla="*/ 827648 h 845578"/>
              <a:gd name="connsiteX1" fmla="*/ 424180 w 914400"/>
              <a:gd name="connsiteY1" fmla="*/ 21781 h 845578"/>
              <a:gd name="connsiteX2" fmla="*/ 896470 w 914400"/>
              <a:gd name="connsiteY2" fmla="*/ 845578 h 845578"/>
              <a:gd name="connsiteX3" fmla="*/ 896470 w 914400"/>
              <a:gd name="connsiteY3" fmla="*/ 845578 h 845578"/>
              <a:gd name="connsiteX4" fmla="*/ 914400 w 914400"/>
              <a:gd name="connsiteY4" fmla="*/ 845578 h 845578"/>
              <a:gd name="connsiteX0" fmla="*/ 0 w 914400"/>
              <a:gd name="connsiteY0" fmla="*/ 806228 h 824158"/>
              <a:gd name="connsiteX1" fmla="*/ 424180 w 914400"/>
              <a:gd name="connsiteY1" fmla="*/ 361 h 824158"/>
              <a:gd name="connsiteX2" fmla="*/ 896470 w 914400"/>
              <a:gd name="connsiteY2" fmla="*/ 824158 h 824158"/>
              <a:gd name="connsiteX3" fmla="*/ 896470 w 914400"/>
              <a:gd name="connsiteY3" fmla="*/ 824158 h 824158"/>
              <a:gd name="connsiteX4" fmla="*/ 914400 w 914400"/>
              <a:gd name="connsiteY4" fmla="*/ 824158 h 824158"/>
              <a:gd name="connsiteX0" fmla="*/ 0 w 914400"/>
              <a:gd name="connsiteY0" fmla="*/ 879172 h 897102"/>
              <a:gd name="connsiteX1" fmla="*/ 455077 w 914400"/>
              <a:gd name="connsiteY1" fmla="*/ 332 h 897102"/>
              <a:gd name="connsiteX2" fmla="*/ 896470 w 914400"/>
              <a:gd name="connsiteY2" fmla="*/ 897102 h 897102"/>
              <a:gd name="connsiteX3" fmla="*/ 896470 w 914400"/>
              <a:gd name="connsiteY3" fmla="*/ 897102 h 897102"/>
              <a:gd name="connsiteX4" fmla="*/ 914400 w 914400"/>
              <a:gd name="connsiteY4" fmla="*/ 897102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896470 w 1115234"/>
              <a:gd name="connsiteY3" fmla="*/ 897102 h 897102"/>
              <a:gd name="connsiteX4" fmla="*/ 1115234 w 1115234"/>
              <a:gd name="connsiteY4" fmla="*/ 882507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1081855 w 1115234"/>
              <a:gd name="connsiteY3" fmla="*/ 882508 h 897102"/>
              <a:gd name="connsiteX4" fmla="*/ 1115234 w 1115234"/>
              <a:gd name="connsiteY4" fmla="*/ 882507 h 897102"/>
              <a:gd name="connsiteX0" fmla="*/ 0 w 1115234"/>
              <a:gd name="connsiteY0" fmla="*/ 878948 h 882284"/>
              <a:gd name="connsiteX1" fmla="*/ 455077 w 1115234"/>
              <a:gd name="connsiteY1" fmla="*/ 108 h 882284"/>
              <a:gd name="connsiteX2" fmla="*/ 1057788 w 1115234"/>
              <a:gd name="connsiteY2" fmla="*/ 813307 h 882284"/>
              <a:gd name="connsiteX3" fmla="*/ 1081855 w 1115234"/>
              <a:gd name="connsiteY3" fmla="*/ 882284 h 882284"/>
              <a:gd name="connsiteX4" fmla="*/ 1115234 w 1115234"/>
              <a:gd name="connsiteY4" fmla="*/ 882283 h 882284"/>
              <a:gd name="connsiteX0" fmla="*/ 0 w 1141253"/>
              <a:gd name="connsiteY0" fmla="*/ 878948 h 882284"/>
              <a:gd name="connsiteX1" fmla="*/ 455077 w 1141253"/>
              <a:gd name="connsiteY1" fmla="*/ 108 h 882284"/>
              <a:gd name="connsiteX2" fmla="*/ 1057788 w 1141253"/>
              <a:gd name="connsiteY2" fmla="*/ 813307 h 882284"/>
              <a:gd name="connsiteX3" fmla="*/ 1081855 w 1141253"/>
              <a:gd name="connsiteY3" fmla="*/ 882284 h 882284"/>
              <a:gd name="connsiteX4" fmla="*/ 1141253 w 1141253"/>
              <a:gd name="connsiteY4" fmla="*/ 862619 h 882284"/>
              <a:gd name="connsiteX0" fmla="*/ 0 w 1081855"/>
              <a:gd name="connsiteY0" fmla="*/ 878948 h 882284"/>
              <a:gd name="connsiteX1" fmla="*/ 455077 w 1081855"/>
              <a:gd name="connsiteY1" fmla="*/ 108 h 882284"/>
              <a:gd name="connsiteX2" fmla="*/ 1057788 w 1081855"/>
              <a:gd name="connsiteY2" fmla="*/ 813307 h 882284"/>
              <a:gd name="connsiteX3" fmla="*/ 1081855 w 1081855"/>
              <a:gd name="connsiteY3" fmla="*/ 882284 h 882284"/>
              <a:gd name="connsiteX0" fmla="*/ 0 w 1057788"/>
              <a:gd name="connsiteY0" fmla="*/ 878948 h 878948"/>
              <a:gd name="connsiteX1" fmla="*/ 455077 w 1057788"/>
              <a:gd name="connsiteY1" fmla="*/ 108 h 878948"/>
              <a:gd name="connsiteX2" fmla="*/ 1057788 w 1057788"/>
              <a:gd name="connsiteY2" fmla="*/ 813307 h 878948"/>
              <a:gd name="connsiteX0" fmla="*/ 0 w 1146253"/>
              <a:gd name="connsiteY0" fmla="*/ 878847 h 878847"/>
              <a:gd name="connsiteX1" fmla="*/ 455077 w 1146253"/>
              <a:gd name="connsiteY1" fmla="*/ 7 h 878847"/>
              <a:gd name="connsiteX2" fmla="*/ 1146253 w 1146253"/>
              <a:gd name="connsiteY2" fmla="*/ 862366 h 878847"/>
              <a:gd name="connsiteX0" fmla="*/ 0 w 1146253"/>
              <a:gd name="connsiteY0" fmla="*/ 886730 h 886730"/>
              <a:gd name="connsiteX1" fmla="*/ 455077 w 1146253"/>
              <a:gd name="connsiteY1" fmla="*/ 7890 h 886730"/>
              <a:gd name="connsiteX2" fmla="*/ 901419 w 1146253"/>
              <a:gd name="connsiteY2" fmla="*/ 476918 h 886730"/>
              <a:gd name="connsiteX3" fmla="*/ 1146253 w 1146253"/>
              <a:gd name="connsiteY3" fmla="*/ 870249 h 886730"/>
              <a:gd name="connsiteX0" fmla="*/ 0 w 1146253"/>
              <a:gd name="connsiteY0" fmla="*/ 893192 h 893192"/>
              <a:gd name="connsiteX1" fmla="*/ 455077 w 1146253"/>
              <a:gd name="connsiteY1" fmla="*/ 14352 h 893192"/>
              <a:gd name="connsiteX2" fmla="*/ 1005495 w 1146253"/>
              <a:gd name="connsiteY2" fmla="*/ 385060 h 893192"/>
              <a:gd name="connsiteX3" fmla="*/ 1146253 w 1146253"/>
              <a:gd name="connsiteY3" fmla="*/ 876711 h 893192"/>
              <a:gd name="connsiteX0" fmla="*/ 0 w 1146253"/>
              <a:gd name="connsiteY0" fmla="*/ 888633 h 888633"/>
              <a:gd name="connsiteX1" fmla="*/ 455077 w 1146253"/>
              <a:gd name="connsiteY1" fmla="*/ 9793 h 888633"/>
              <a:gd name="connsiteX2" fmla="*/ 1005495 w 1146253"/>
              <a:gd name="connsiteY2" fmla="*/ 380501 h 888633"/>
              <a:gd name="connsiteX3" fmla="*/ 1146253 w 1146253"/>
              <a:gd name="connsiteY3" fmla="*/ 872152 h 888633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709220 h 709220"/>
              <a:gd name="connsiteX1" fmla="*/ 335391 w 1146253"/>
              <a:gd name="connsiteY1" fmla="*/ 12272 h 709220"/>
              <a:gd name="connsiteX2" fmla="*/ 1005495 w 1146253"/>
              <a:gd name="connsiteY2" fmla="*/ 201088 h 709220"/>
              <a:gd name="connsiteX3" fmla="*/ 1146253 w 1146253"/>
              <a:gd name="connsiteY3" fmla="*/ 692739 h 709220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17500 h 717500"/>
              <a:gd name="connsiteX1" fmla="*/ 335391 w 1146253"/>
              <a:gd name="connsiteY1" fmla="*/ 20552 h 717500"/>
              <a:gd name="connsiteX2" fmla="*/ 911828 w 1146253"/>
              <a:gd name="connsiteY2" fmla="*/ 199535 h 717500"/>
              <a:gd name="connsiteX3" fmla="*/ 1146253 w 1146253"/>
              <a:gd name="connsiteY3" fmla="*/ 701019 h 717500"/>
              <a:gd name="connsiteX0" fmla="*/ 0 w 1146253"/>
              <a:gd name="connsiteY0" fmla="*/ 530916 h 530916"/>
              <a:gd name="connsiteX1" fmla="*/ 293761 w 1146253"/>
              <a:gd name="connsiteY1" fmla="*/ 178088 h 530916"/>
              <a:gd name="connsiteX2" fmla="*/ 911828 w 1146253"/>
              <a:gd name="connsiteY2" fmla="*/ 12951 h 530916"/>
              <a:gd name="connsiteX3" fmla="*/ 1146253 w 1146253"/>
              <a:gd name="connsiteY3" fmla="*/ 514435 h 530916"/>
              <a:gd name="connsiteX0" fmla="*/ 0 w 1146253"/>
              <a:gd name="connsiteY0" fmla="*/ 533602 h 533602"/>
              <a:gd name="connsiteX1" fmla="*/ 293761 w 1146253"/>
              <a:gd name="connsiteY1" fmla="*/ 180774 h 533602"/>
              <a:gd name="connsiteX2" fmla="*/ 911828 w 1146253"/>
              <a:gd name="connsiteY2" fmla="*/ 15637 h 533602"/>
              <a:gd name="connsiteX3" fmla="*/ 1146253 w 1146253"/>
              <a:gd name="connsiteY3" fmla="*/ 517121 h 533602"/>
              <a:gd name="connsiteX0" fmla="*/ 0 w 1146253"/>
              <a:gd name="connsiteY0" fmla="*/ 527286 h 527286"/>
              <a:gd name="connsiteX1" fmla="*/ 293761 w 1146253"/>
              <a:gd name="connsiteY1" fmla="*/ 174458 h 527286"/>
              <a:gd name="connsiteX2" fmla="*/ 911828 w 1146253"/>
              <a:gd name="connsiteY2" fmla="*/ 9321 h 527286"/>
              <a:gd name="connsiteX3" fmla="*/ 1146253 w 1146253"/>
              <a:gd name="connsiteY3" fmla="*/ 510805 h 527286"/>
              <a:gd name="connsiteX0" fmla="*/ 0 w 1146253"/>
              <a:gd name="connsiteY0" fmla="*/ 530915 h 530915"/>
              <a:gd name="connsiteX1" fmla="*/ 293761 w 1146253"/>
              <a:gd name="connsiteY1" fmla="*/ 178087 h 530915"/>
              <a:gd name="connsiteX2" fmla="*/ 911828 w 1146253"/>
              <a:gd name="connsiteY2" fmla="*/ 12950 h 530915"/>
              <a:gd name="connsiteX3" fmla="*/ 1146253 w 1146253"/>
              <a:gd name="connsiteY3" fmla="*/ 514434 h 530915"/>
              <a:gd name="connsiteX0" fmla="*/ 0 w 1146253"/>
              <a:gd name="connsiteY0" fmla="*/ 535588 h 535588"/>
              <a:gd name="connsiteX1" fmla="*/ 293761 w 1146253"/>
              <a:gd name="connsiteY1" fmla="*/ 182760 h 535588"/>
              <a:gd name="connsiteX2" fmla="*/ 911828 w 1146253"/>
              <a:gd name="connsiteY2" fmla="*/ 17623 h 535588"/>
              <a:gd name="connsiteX3" fmla="*/ 1146253 w 1146253"/>
              <a:gd name="connsiteY3" fmla="*/ 519107 h 535588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4406 h 524406"/>
              <a:gd name="connsiteX1" fmla="*/ 175114 w 1146253"/>
              <a:gd name="connsiteY1" fmla="*/ 329430 h 524406"/>
              <a:gd name="connsiteX2" fmla="*/ 911828 w 1146253"/>
              <a:gd name="connsiteY2" fmla="*/ 6441 h 524406"/>
              <a:gd name="connsiteX3" fmla="*/ 1146253 w 1146253"/>
              <a:gd name="connsiteY3" fmla="*/ 507925 h 524406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91678 h 491678"/>
              <a:gd name="connsiteX1" fmla="*/ 175114 w 1146253"/>
              <a:gd name="connsiteY1" fmla="*/ 296702 h 491678"/>
              <a:gd name="connsiteX2" fmla="*/ 812956 w 1146253"/>
              <a:gd name="connsiteY2" fmla="*/ 7539 h 491678"/>
              <a:gd name="connsiteX3" fmla="*/ 1146253 w 1146253"/>
              <a:gd name="connsiteY3" fmla="*/ 475197 h 491678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812956 w 1146253"/>
              <a:gd name="connsiteY1" fmla="*/ 0 h 484139"/>
              <a:gd name="connsiteX2" fmla="*/ 1146253 w 1146253"/>
              <a:gd name="connsiteY2" fmla="*/ 467658 h 484139"/>
              <a:gd name="connsiteX0" fmla="*/ 0 w 1146253"/>
              <a:gd name="connsiteY0" fmla="*/ 592554 h 592554"/>
              <a:gd name="connsiteX1" fmla="*/ 840118 w 1146253"/>
              <a:gd name="connsiteY1" fmla="*/ 0 h 592554"/>
              <a:gd name="connsiteX2" fmla="*/ 1146253 w 1146253"/>
              <a:gd name="connsiteY2" fmla="*/ 576073 h 592554"/>
              <a:gd name="connsiteX0" fmla="*/ 0 w 1146253"/>
              <a:gd name="connsiteY0" fmla="*/ 394309 h 394309"/>
              <a:gd name="connsiteX1" fmla="*/ 986797 w 1146253"/>
              <a:gd name="connsiteY1" fmla="*/ 0 h 394309"/>
              <a:gd name="connsiteX2" fmla="*/ 1146253 w 1146253"/>
              <a:gd name="connsiteY2" fmla="*/ 377828 h 394309"/>
              <a:gd name="connsiteX0" fmla="*/ 0 w 1146253"/>
              <a:gd name="connsiteY0" fmla="*/ 396358 h 396358"/>
              <a:gd name="connsiteX1" fmla="*/ 329457 w 1146253"/>
              <a:gd name="connsiteY1" fmla="*/ 236225 h 396358"/>
              <a:gd name="connsiteX2" fmla="*/ 986797 w 1146253"/>
              <a:gd name="connsiteY2" fmla="*/ 2049 h 396358"/>
              <a:gd name="connsiteX3" fmla="*/ 1146253 w 1146253"/>
              <a:gd name="connsiteY3" fmla="*/ 379877 h 396358"/>
              <a:gd name="connsiteX0" fmla="*/ 0 w 1146253"/>
              <a:gd name="connsiteY0" fmla="*/ 397090 h 397090"/>
              <a:gd name="connsiteX1" fmla="*/ 166480 w 1146253"/>
              <a:gd name="connsiteY1" fmla="*/ 181200 h 397090"/>
              <a:gd name="connsiteX2" fmla="*/ 986797 w 1146253"/>
              <a:gd name="connsiteY2" fmla="*/ 2781 h 397090"/>
              <a:gd name="connsiteX3" fmla="*/ 1146253 w 1146253"/>
              <a:gd name="connsiteY3" fmla="*/ 380609 h 397090"/>
              <a:gd name="connsiteX0" fmla="*/ 0 w 1146253"/>
              <a:gd name="connsiteY0" fmla="*/ 395886 h 395886"/>
              <a:gd name="connsiteX1" fmla="*/ 166480 w 1146253"/>
              <a:gd name="connsiteY1" fmla="*/ 179996 h 395886"/>
              <a:gd name="connsiteX2" fmla="*/ 986797 w 1146253"/>
              <a:gd name="connsiteY2" fmla="*/ 1577 h 395886"/>
              <a:gd name="connsiteX3" fmla="*/ 1146253 w 1146253"/>
              <a:gd name="connsiteY3" fmla="*/ 379405 h 395886"/>
              <a:gd name="connsiteX0" fmla="*/ 95212 w 1241465"/>
              <a:gd name="connsiteY0" fmla="*/ 395886 h 395886"/>
              <a:gd name="connsiteX1" fmla="*/ 261692 w 1241465"/>
              <a:gd name="connsiteY1" fmla="*/ 179996 h 395886"/>
              <a:gd name="connsiteX2" fmla="*/ 1082009 w 1241465"/>
              <a:gd name="connsiteY2" fmla="*/ 1577 h 395886"/>
              <a:gd name="connsiteX3" fmla="*/ 1241465 w 1241465"/>
              <a:gd name="connsiteY3" fmla="*/ 379405 h 395886"/>
              <a:gd name="connsiteX0" fmla="*/ 0 w 1146253"/>
              <a:gd name="connsiteY0" fmla="*/ 396431 h 396431"/>
              <a:gd name="connsiteX1" fmla="*/ 166480 w 1146253"/>
              <a:gd name="connsiteY1" fmla="*/ 180541 h 396431"/>
              <a:gd name="connsiteX2" fmla="*/ 986797 w 1146253"/>
              <a:gd name="connsiteY2" fmla="*/ 2122 h 396431"/>
              <a:gd name="connsiteX3" fmla="*/ 1146253 w 1146253"/>
              <a:gd name="connsiteY3" fmla="*/ 379950 h 396431"/>
              <a:gd name="connsiteX0" fmla="*/ 0 w 1146253"/>
              <a:gd name="connsiteY0" fmla="*/ 395863 h 395863"/>
              <a:gd name="connsiteX1" fmla="*/ 334889 w 1146253"/>
              <a:gd name="connsiteY1" fmla="*/ 254315 h 395863"/>
              <a:gd name="connsiteX2" fmla="*/ 986797 w 1146253"/>
              <a:gd name="connsiteY2" fmla="*/ 1554 h 395863"/>
              <a:gd name="connsiteX3" fmla="*/ 1146253 w 1146253"/>
              <a:gd name="connsiteY3" fmla="*/ 379382 h 395863"/>
              <a:gd name="connsiteX0" fmla="*/ 0 w 1146253"/>
              <a:gd name="connsiteY0" fmla="*/ 395506 h 395506"/>
              <a:gd name="connsiteX1" fmla="*/ 334889 w 1146253"/>
              <a:gd name="connsiteY1" fmla="*/ 253958 h 395506"/>
              <a:gd name="connsiteX2" fmla="*/ 986797 w 1146253"/>
              <a:gd name="connsiteY2" fmla="*/ 1197 h 395506"/>
              <a:gd name="connsiteX3" fmla="*/ 1146253 w 1146253"/>
              <a:gd name="connsiteY3" fmla="*/ 379025 h 395506"/>
              <a:gd name="connsiteX0" fmla="*/ 0 w 1146253"/>
              <a:gd name="connsiteY0" fmla="*/ 395581 h 395581"/>
              <a:gd name="connsiteX1" fmla="*/ 334889 w 1146253"/>
              <a:gd name="connsiteY1" fmla="*/ 254033 h 395581"/>
              <a:gd name="connsiteX2" fmla="*/ 986797 w 1146253"/>
              <a:gd name="connsiteY2" fmla="*/ 1272 h 395581"/>
              <a:gd name="connsiteX3" fmla="*/ 1146253 w 1146253"/>
              <a:gd name="connsiteY3" fmla="*/ 379100 h 395581"/>
              <a:gd name="connsiteX0" fmla="*/ 0 w 1146253"/>
              <a:gd name="connsiteY0" fmla="*/ 395695 h 395695"/>
              <a:gd name="connsiteX1" fmla="*/ 242536 w 1146253"/>
              <a:gd name="connsiteY1" fmla="*/ 226269 h 395695"/>
              <a:gd name="connsiteX2" fmla="*/ 986797 w 1146253"/>
              <a:gd name="connsiteY2" fmla="*/ 1386 h 395695"/>
              <a:gd name="connsiteX3" fmla="*/ 1146253 w 1146253"/>
              <a:gd name="connsiteY3" fmla="*/ 379214 h 395695"/>
              <a:gd name="connsiteX0" fmla="*/ 0 w 1146253"/>
              <a:gd name="connsiteY0" fmla="*/ 399523 h 399523"/>
              <a:gd name="connsiteX1" fmla="*/ 242536 w 1146253"/>
              <a:gd name="connsiteY1" fmla="*/ 230097 h 399523"/>
              <a:gd name="connsiteX2" fmla="*/ 899876 w 1146253"/>
              <a:gd name="connsiteY2" fmla="*/ 2116 h 399523"/>
              <a:gd name="connsiteX3" fmla="*/ 1146253 w 1146253"/>
              <a:gd name="connsiteY3" fmla="*/ 383042 h 399523"/>
              <a:gd name="connsiteX0" fmla="*/ 0 w 1146253"/>
              <a:gd name="connsiteY0" fmla="*/ 398796 h 398796"/>
              <a:gd name="connsiteX1" fmla="*/ 242536 w 1146253"/>
              <a:gd name="connsiteY1" fmla="*/ 229370 h 398796"/>
              <a:gd name="connsiteX2" fmla="*/ 899876 w 1146253"/>
              <a:gd name="connsiteY2" fmla="*/ 1389 h 398796"/>
              <a:gd name="connsiteX3" fmla="*/ 1146253 w 1146253"/>
              <a:gd name="connsiteY3" fmla="*/ 382315 h 398796"/>
              <a:gd name="connsiteX0" fmla="*/ 0 w 1146253"/>
              <a:gd name="connsiteY0" fmla="*/ 398873 h 398873"/>
              <a:gd name="connsiteX1" fmla="*/ 242536 w 1146253"/>
              <a:gd name="connsiteY1" fmla="*/ 229447 h 398873"/>
              <a:gd name="connsiteX2" fmla="*/ 899876 w 1146253"/>
              <a:gd name="connsiteY2" fmla="*/ 1466 h 398873"/>
              <a:gd name="connsiteX3" fmla="*/ 1146253 w 1146253"/>
              <a:gd name="connsiteY3" fmla="*/ 382392 h 398873"/>
              <a:gd name="connsiteX0" fmla="*/ 0 w 1146253"/>
              <a:gd name="connsiteY0" fmla="*/ 398550 h 398550"/>
              <a:gd name="connsiteX1" fmla="*/ 250788 w 1146253"/>
              <a:gd name="connsiteY1" fmla="*/ 312156 h 398550"/>
              <a:gd name="connsiteX2" fmla="*/ 899876 w 1146253"/>
              <a:gd name="connsiteY2" fmla="*/ 1143 h 398550"/>
              <a:gd name="connsiteX3" fmla="*/ 1146253 w 1146253"/>
              <a:gd name="connsiteY3" fmla="*/ 382069 h 398550"/>
              <a:gd name="connsiteX0" fmla="*/ 0 w 1146253"/>
              <a:gd name="connsiteY0" fmla="*/ 392033 h 392033"/>
              <a:gd name="connsiteX1" fmla="*/ 250788 w 1146253"/>
              <a:gd name="connsiteY1" fmla="*/ 312511 h 392033"/>
              <a:gd name="connsiteX2" fmla="*/ 899876 w 1146253"/>
              <a:gd name="connsiteY2" fmla="*/ 1498 h 392033"/>
              <a:gd name="connsiteX3" fmla="*/ 1146253 w 1146253"/>
              <a:gd name="connsiteY3" fmla="*/ 382424 h 392033"/>
              <a:gd name="connsiteX0" fmla="*/ 0 w 1146253"/>
              <a:gd name="connsiteY0" fmla="*/ 397947 h 397947"/>
              <a:gd name="connsiteX1" fmla="*/ 206402 w 1146253"/>
              <a:gd name="connsiteY1" fmla="*/ 84790 h 397947"/>
              <a:gd name="connsiteX2" fmla="*/ 899876 w 1146253"/>
              <a:gd name="connsiteY2" fmla="*/ 7412 h 397947"/>
              <a:gd name="connsiteX3" fmla="*/ 1146253 w 1146253"/>
              <a:gd name="connsiteY3" fmla="*/ 388338 h 397947"/>
              <a:gd name="connsiteX0" fmla="*/ 0 w 1146253"/>
              <a:gd name="connsiteY0" fmla="*/ 392533 h 392533"/>
              <a:gd name="connsiteX1" fmla="*/ 206402 w 1146253"/>
              <a:gd name="connsiteY1" fmla="*/ 79376 h 392533"/>
              <a:gd name="connsiteX2" fmla="*/ 899876 w 1146253"/>
              <a:gd name="connsiteY2" fmla="*/ 1998 h 392533"/>
              <a:gd name="connsiteX3" fmla="*/ 1146253 w 1146253"/>
              <a:gd name="connsiteY3" fmla="*/ 382924 h 392533"/>
              <a:gd name="connsiteX0" fmla="*/ 0 w 1146253"/>
              <a:gd name="connsiteY0" fmla="*/ 391706 h 391706"/>
              <a:gd name="connsiteX1" fmla="*/ 226888 w 1146253"/>
              <a:gd name="connsiteY1" fmla="*/ 229724 h 391706"/>
              <a:gd name="connsiteX2" fmla="*/ 899876 w 1146253"/>
              <a:gd name="connsiteY2" fmla="*/ 1171 h 391706"/>
              <a:gd name="connsiteX3" fmla="*/ 1146253 w 1146253"/>
              <a:gd name="connsiteY3" fmla="*/ 382097 h 391706"/>
              <a:gd name="connsiteX0" fmla="*/ 0 w 1146253"/>
              <a:gd name="connsiteY0" fmla="*/ 419909 h 419909"/>
              <a:gd name="connsiteX1" fmla="*/ 226888 w 1146253"/>
              <a:gd name="connsiteY1" fmla="*/ 257927 h 419909"/>
              <a:gd name="connsiteX2" fmla="*/ 882805 w 1146253"/>
              <a:gd name="connsiteY2" fmla="*/ 1888 h 419909"/>
              <a:gd name="connsiteX3" fmla="*/ 1146253 w 1146253"/>
              <a:gd name="connsiteY3" fmla="*/ 410300 h 419909"/>
              <a:gd name="connsiteX0" fmla="*/ 0 w 1146253"/>
              <a:gd name="connsiteY0" fmla="*/ 418021 h 418021"/>
              <a:gd name="connsiteX1" fmla="*/ 226888 w 1146253"/>
              <a:gd name="connsiteY1" fmla="*/ 256039 h 418021"/>
              <a:gd name="connsiteX2" fmla="*/ 882805 w 1146253"/>
              <a:gd name="connsiteY2" fmla="*/ 0 h 418021"/>
              <a:gd name="connsiteX3" fmla="*/ 1146253 w 1146253"/>
              <a:gd name="connsiteY3" fmla="*/ 408412 h 418021"/>
              <a:gd name="connsiteX0" fmla="*/ 0 w 1146253"/>
              <a:gd name="connsiteY0" fmla="*/ 418021 h 418021"/>
              <a:gd name="connsiteX1" fmla="*/ 226888 w 1146253"/>
              <a:gd name="connsiteY1" fmla="*/ 256039 h 418021"/>
              <a:gd name="connsiteX2" fmla="*/ 882805 w 1146253"/>
              <a:gd name="connsiteY2" fmla="*/ 0 h 418021"/>
              <a:gd name="connsiteX3" fmla="*/ 1146253 w 1146253"/>
              <a:gd name="connsiteY3" fmla="*/ 408412 h 418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253" h="418021">
                <a:moveTo>
                  <a:pt x="0" y="418021"/>
                </a:moveTo>
                <a:cubicBezTo>
                  <a:pt x="54909" y="391332"/>
                  <a:pt x="35368" y="136740"/>
                  <a:pt x="226888" y="256039"/>
                </a:cubicBezTo>
                <a:cubicBezTo>
                  <a:pt x="418408" y="375338"/>
                  <a:pt x="647658" y="27596"/>
                  <a:pt x="882805" y="0"/>
                </a:cubicBezTo>
                <a:cubicBezTo>
                  <a:pt x="1018816" y="6078"/>
                  <a:pt x="1105447" y="342857"/>
                  <a:pt x="1146253" y="408412"/>
                </a:cubicBezTo>
              </a:path>
            </a:pathLst>
          </a:custGeom>
          <a:gradFill flip="none" rotWithShape="1">
            <a:gsLst>
              <a:gs pos="0">
                <a:srgbClr val="DA4035"/>
              </a:gs>
              <a:gs pos="50000">
                <a:srgbClr val="F7FCC9"/>
              </a:gs>
              <a:gs pos="37000">
                <a:srgbClr val="FEEC9D"/>
              </a:gs>
              <a:gs pos="90000">
                <a:srgbClr val="8DCB65"/>
              </a:gs>
              <a:gs pos="100000">
                <a:srgbClr val="2D9C52"/>
              </a:gs>
            </a:gsLst>
            <a:lin ang="10800000" scaled="0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936CB70-136C-F4B3-16F1-DFC4B7F450D4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239766" y="5682714"/>
            <a:ext cx="1749875" cy="983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C960283-ADF5-F055-0D9D-30A905443899}"/>
              </a:ext>
            </a:extLst>
          </p:cNvPr>
          <p:cNvCxnSpPr>
            <a:cxnSpLocks/>
          </p:cNvCxnSpPr>
          <p:nvPr/>
        </p:nvCxnSpPr>
        <p:spPr>
          <a:xfrm flipV="1">
            <a:off x="239766" y="3200625"/>
            <a:ext cx="176428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3842CC6-4FAF-EAD4-E0A1-7988BADB41EC}"/>
                  </a:ext>
                </a:extLst>
              </p:cNvPr>
              <p:cNvSpPr txBox="1"/>
              <p:nvPr/>
            </p:nvSpPr>
            <p:spPr>
              <a:xfrm>
                <a:off x="507960" y="1590958"/>
                <a:ext cx="432000" cy="288000"/>
              </a:xfrm>
              <a:prstGeom prst="roundRect">
                <a:avLst/>
              </a:prstGeom>
              <a:solidFill>
                <a:srgbClr val="DE5441"/>
              </a:solidFill>
              <a:ln w="6350">
                <a:solidFill>
                  <a:schemeClr val="tx1"/>
                </a:solidFill>
              </a:ln>
            </p:spPr>
            <p:txBody>
              <a:bodyPr wrap="square" lIns="0" tIns="0" rIns="0" bIns="10800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CA" sz="2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3842CC6-4FAF-EAD4-E0A1-7988BADB4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60" y="1590958"/>
                <a:ext cx="432000" cy="288000"/>
              </a:xfrm>
              <a:prstGeom prst="roundRect">
                <a:avLst/>
              </a:prstGeom>
              <a:blipFill>
                <a:blip r:embed="rId5"/>
                <a:stretch>
                  <a:fillRect b="-8333"/>
                </a:stretch>
              </a:blipFill>
              <a:ln w="63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24934F3-F3FA-AAE3-0BF6-DABD51B732A8}"/>
                  </a:ext>
                </a:extLst>
              </p:cNvPr>
              <p:cNvSpPr txBox="1"/>
              <p:nvPr/>
            </p:nvSpPr>
            <p:spPr>
              <a:xfrm>
                <a:off x="4003423" y="1598231"/>
                <a:ext cx="432000" cy="288000"/>
              </a:xfrm>
              <a:prstGeom prst="roundRect">
                <a:avLst/>
              </a:prstGeom>
              <a:solidFill>
                <a:srgbClr val="5AB359"/>
              </a:solidFill>
              <a:ln w="6350">
                <a:solidFill>
                  <a:schemeClr val="tx1"/>
                </a:solidFill>
              </a:ln>
            </p:spPr>
            <p:txBody>
              <a:bodyPr wrap="square" lIns="0" tIns="0" rIns="0" bIns="10800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CA" sz="2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24934F3-F3FA-AAE3-0BF6-DABD51B73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423" y="1598231"/>
                <a:ext cx="432000" cy="288000"/>
              </a:xfrm>
              <a:prstGeom prst="roundRect">
                <a:avLst/>
              </a:prstGeom>
              <a:blipFill>
                <a:blip r:embed="rId6"/>
                <a:stretch>
                  <a:fillRect l="-2857" b="-8333"/>
                </a:stretch>
              </a:blipFill>
              <a:ln w="63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5EF37CF-DC2A-02DD-326D-0B363C63FA1B}"/>
                  </a:ext>
                </a:extLst>
              </p:cNvPr>
              <p:cNvSpPr txBox="1"/>
              <p:nvPr/>
            </p:nvSpPr>
            <p:spPr>
              <a:xfrm>
                <a:off x="736582" y="4420397"/>
                <a:ext cx="432000" cy="288000"/>
              </a:xfrm>
              <a:prstGeom prst="roundRect">
                <a:avLst/>
              </a:prstGeom>
              <a:solidFill>
                <a:srgbClr val="F3B37A"/>
              </a:solidFill>
              <a:ln w="3175">
                <a:solidFill>
                  <a:schemeClr val="tx1"/>
                </a:solidFill>
              </a:ln>
            </p:spPr>
            <p:txBody>
              <a:bodyPr wrap="square" lIns="0" tIns="0" rIns="0" bIns="10800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CA" sz="2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5EF37CF-DC2A-02DD-326D-0B363C63F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82" y="4420397"/>
                <a:ext cx="432000" cy="288000"/>
              </a:xfrm>
              <a:prstGeom prst="roundRect">
                <a:avLst/>
              </a:prstGeom>
              <a:blipFill>
                <a:blip r:embed="rId7"/>
                <a:stretch>
                  <a:fillRect l="-2857" b="-4167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015A909-355A-809F-999A-764111021DBE}"/>
                  </a:ext>
                </a:extLst>
              </p:cNvPr>
              <p:cNvSpPr txBox="1"/>
              <p:nvPr/>
            </p:nvSpPr>
            <p:spPr>
              <a:xfrm>
                <a:off x="3774572" y="4399610"/>
                <a:ext cx="432000" cy="288000"/>
              </a:xfrm>
              <a:prstGeom prst="roundRect">
                <a:avLst/>
              </a:prstGeom>
              <a:solidFill>
                <a:srgbClr val="9FD276"/>
              </a:solidFill>
              <a:ln w="6350">
                <a:solidFill>
                  <a:schemeClr val="tx1"/>
                </a:solidFill>
              </a:ln>
            </p:spPr>
            <p:txBody>
              <a:bodyPr wrap="square" lIns="0" tIns="0" rIns="0" bIns="10800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CA" sz="2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015A909-355A-809F-999A-764111021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572" y="4399610"/>
                <a:ext cx="432000" cy="288000"/>
              </a:xfrm>
              <a:prstGeom prst="roundRect">
                <a:avLst/>
              </a:prstGeom>
              <a:blipFill>
                <a:blip r:embed="rId8"/>
                <a:stretch>
                  <a:fillRect l="-2857" b="-8333"/>
                </a:stretch>
              </a:blipFill>
              <a:ln w="63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3484E76-B004-278A-90B0-A3125F52D0E0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952582" y="4708397"/>
            <a:ext cx="0" cy="98415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82A9E4C-A9B7-6448-F147-862678CAC6B1}"/>
              </a:ext>
            </a:extLst>
          </p:cNvPr>
          <p:cNvCxnSpPr>
            <a:cxnSpLocks/>
            <a:stCxn id="56" idx="2"/>
          </p:cNvCxnSpPr>
          <p:nvPr/>
        </p:nvCxnSpPr>
        <p:spPr>
          <a:xfrm flipH="1">
            <a:off x="722450" y="1878958"/>
            <a:ext cx="1510" cy="1321667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CB367F7-D13A-BAA4-560E-33C736E91C0E}"/>
              </a:ext>
            </a:extLst>
          </p:cNvPr>
          <p:cNvCxnSpPr>
            <a:cxnSpLocks/>
          </p:cNvCxnSpPr>
          <p:nvPr/>
        </p:nvCxnSpPr>
        <p:spPr>
          <a:xfrm flipH="1">
            <a:off x="4214271" y="1876868"/>
            <a:ext cx="1510" cy="1321667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2A24368-E72A-AC3E-A1A4-ABC91F3CD2AD}"/>
              </a:ext>
            </a:extLst>
          </p:cNvPr>
          <p:cNvCxnSpPr>
            <a:cxnSpLocks/>
            <a:stCxn id="64" idx="2"/>
          </p:cNvCxnSpPr>
          <p:nvPr/>
        </p:nvCxnSpPr>
        <p:spPr>
          <a:xfrm flipH="1">
            <a:off x="3989062" y="4687610"/>
            <a:ext cx="1510" cy="100494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306CE7E9-4BC8-D1E3-F87A-9F99165D375B}"/>
              </a:ext>
            </a:extLst>
          </p:cNvPr>
          <p:cNvSpPr/>
          <p:nvPr/>
        </p:nvSpPr>
        <p:spPr>
          <a:xfrm rot="5400000" flipH="1">
            <a:off x="2916961" y="3852083"/>
            <a:ext cx="5145437" cy="465826"/>
          </a:xfrm>
          <a:prstGeom prst="rtTriangle">
            <a:avLst/>
          </a:prstGeom>
          <a:gradFill>
            <a:gsLst>
              <a:gs pos="58000">
                <a:srgbClr val="B6EACD"/>
              </a:gs>
              <a:gs pos="83000">
                <a:srgbClr val="63B3DD"/>
              </a:gs>
              <a:gs pos="71000">
                <a:srgbClr val="9DDDD8"/>
              </a:gs>
              <a:gs pos="0">
                <a:srgbClr val="F8FBC7"/>
              </a:gs>
              <a:gs pos="100000">
                <a:srgbClr val="164495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0" name="Graphic 29" descr="Badge 1 with solid fill">
            <a:extLst>
              <a:ext uri="{FF2B5EF4-FFF2-40B4-BE49-F238E27FC236}">
                <a16:creationId xmlns:a16="http://schemas.microsoft.com/office/drawing/2014/main" id="{B43B6149-EBF1-927F-D06A-EA35BEAFBA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89641" y="1543860"/>
            <a:ext cx="457196" cy="457196"/>
          </a:xfrm>
          <a:prstGeom prst="rect">
            <a:avLst/>
          </a:prstGeom>
        </p:spPr>
      </p:pic>
      <p:pic>
        <p:nvPicPr>
          <p:cNvPr id="33" name="Graphic 32" descr="Badge with solid fill">
            <a:extLst>
              <a:ext uri="{FF2B5EF4-FFF2-40B4-BE49-F238E27FC236}">
                <a16:creationId xmlns:a16="http://schemas.microsoft.com/office/drawing/2014/main" id="{13CFEDDB-124E-7D37-A46A-2CDDCFDF2B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12880" y="1534987"/>
            <a:ext cx="457199" cy="457199"/>
          </a:xfrm>
          <a:prstGeom prst="rect">
            <a:avLst/>
          </a:prstGeom>
        </p:spPr>
      </p:pic>
      <p:pic>
        <p:nvPicPr>
          <p:cNvPr id="35" name="Graphic 34" descr="Badge 3 with solid fill">
            <a:extLst>
              <a:ext uri="{FF2B5EF4-FFF2-40B4-BE49-F238E27FC236}">
                <a16:creationId xmlns:a16="http://schemas.microsoft.com/office/drawing/2014/main" id="{20A534ED-61C4-640D-F24C-A8E57DA08C4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04046" y="4108748"/>
            <a:ext cx="457196" cy="457196"/>
          </a:xfrm>
          <a:prstGeom prst="rect">
            <a:avLst/>
          </a:prstGeom>
        </p:spPr>
      </p:pic>
      <p:pic>
        <p:nvPicPr>
          <p:cNvPr id="37" name="Graphic 36" descr="Badge 4 with solid fill">
            <a:extLst>
              <a:ext uri="{FF2B5EF4-FFF2-40B4-BE49-F238E27FC236}">
                <a16:creationId xmlns:a16="http://schemas.microsoft.com/office/drawing/2014/main" id="{E92ACD85-F3B4-2EAC-29B5-E12396EC4CE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94219" y="4111949"/>
            <a:ext cx="452448" cy="452448"/>
          </a:xfrm>
          <a:prstGeom prst="rect">
            <a:avLst/>
          </a:prstGeom>
        </p:spPr>
      </p:pic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44FAF3E-F818-A536-F058-2CA691A05992}"/>
              </a:ext>
            </a:extLst>
          </p:cNvPr>
          <p:cNvGrpSpPr/>
          <p:nvPr/>
        </p:nvGrpSpPr>
        <p:grpSpPr>
          <a:xfrm>
            <a:off x="8223697" y="1832625"/>
            <a:ext cx="1259772" cy="1693741"/>
            <a:chOff x="7930980" y="1951082"/>
            <a:chExt cx="1259772" cy="1693741"/>
          </a:xfrm>
        </p:grpSpPr>
        <p:pic>
          <p:nvPicPr>
            <p:cNvPr id="129" name="Graphic 128" descr="Harvey Balls 100% with solid fill">
              <a:extLst>
                <a:ext uri="{FF2B5EF4-FFF2-40B4-BE49-F238E27FC236}">
                  <a16:creationId xmlns:a16="http://schemas.microsoft.com/office/drawing/2014/main" id="{DBF9984A-D9D2-3526-9372-18B4F051B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32974" y="2390127"/>
              <a:ext cx="432000" cy="432000"/>
            </a:xfrm>
            <a:prstGeom prst="rect">
              <a:avLst/>
            </a:prstGeom>
          </p:spPr>
        </p:pic>
        <p:pic>
          <p:nvPicPr>
            <p:cNvPr id="130" name="Graphic 129" descr="Harvey Balls 100% with solid fill">
              <a:extLst>
                <a:ext uri="{FF2B5EF4-FFF2-40B4-BE49-F238E27FC236}">
                  <a16:creationId xmlns:a16="http://schemas.microsoft.com/office/drawing/2014/main" id="{AC3B69C5-07C0-563C-1891-3473312EF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32974" y="2807464"/>
              <a:ext cx="432000" cy="432000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5FE9B70-EBE5-5029-E847-43343DDE11A9}"/>
                </a:ext>
              </a:extLst>
            </p:cNvPr>
            <p:cNvSpPr txBox="1"/>
            <p:nvPr/>
          </p:nvSpPr>
          <p:spPr>
            <a:xfrm>
              <a:off x="7988513" y="2416768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881D19C-5D4F-202E-9BCF-67DD8ED869F8}"/>
                </a:ext>
              </a:extLst>
            </p:cNvPr>
            <p:cNvSpPr txBox="1"/>
            <p:nvPr/>
          </p:nvSpPr>
          <p:spPr>
            <a:xfrm>
              <a:off x="7988513" y="2834840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C</a:t>
              </a:r>
            </a:p>
          </p:txBody>
        </p:sp>
        <p:pic>
          <p:nvPicPr>
            <p:cNvPr id="133" name="Graphic 132" descr="Harvey Balls 100% with solid fill">
              <a:extLst>
                <a:ext uri="{FF2B5EF4-FFF2-40B4-BE49-F238E27FC236}">
                  <a16:creationId xmlns:a16="http://schemas.microsoft.com/office/drawing/2014/main" id="{8AE15273-7790-C82D-75E4-8256D64D4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32974" y="3212823"/>
              <a:ext cx="432000" cy="432000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1D0EB7B-A551-5B89-2B99-335DE375AAB3}"/>
                </a:ext>
              </a:extLst>
            </p:cNvPr>
            <p:cNvSpPr txBox="1"/>
            <p:nvPr/>
          </p:nvSpPr>
          <p:spPr>
            <a:xfrm>
              <a:off x="7988513" y="323946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D</a:t>
              </a:r>
            </a:p>
          </p:txBody>
        </p:sp>
        <p:pic>
          <p:nvPicPr>
            <p:cNvPr id="135" name="Graphic 134" descr="Harvey Balls 100% with solid fill">
              <a:extLst>
                <a:ext uri="{FF2B5EF4-FFF2-40B4-BE49-F238E27FC236}">
                  <a16:creationId xmlns:a16="http://schemas.microsoft.com/office/drawing/2014/main" id="{072FBFB7-F05F-BFA4-84E0-631F30CF0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30980" y="1956464"/>
              <a:ext cx="432000" cy="432000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6CFA88C1-2979-68F4-6A93-B6D3EA6D5C15}"/>
                </a:ext>
              </a:extLst>
            </p:cNvPr>
            <p:cNvSpPr txBox="1"/>
            <p:nvPr/>
          </p:nvSpPr>
          <p:spPr>
            <a:xfrm>
              <a:off x="7986519" y="1983105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pic>
          <p:nvPicPr>
            <p:cNvPr id="137" name="Graphic 136" descr="Harvey Balls 100% with solid fill">
              <a:extLst>
                <a:ext uri="{FF2B5EF4-FFF2-40B4-BE49-F238E27FC236}">
                  <a16:creationId xmlns:a16="http://schemas.microsoft.com/office/drawing/2014/main" id="{FEACAA15-9609-BB64-25B4-D233D0601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58752" y="2384745"/>
              <a:ext cx="432000" cy="432000"/>
            </a:xfrm>
            <a:prstGeom prst="rect">
              <a:avLst/>
            </a:prstGeom>
          </p:spPr>
        </p:pic>
        <p:pic>
          <p:nvPicPr>
            <p:cNvPr id="138" name="Graphic 137" descr="Harvey Balls 100% with solid fill">
              <a:extLst>
                <a:ext uri="{FF2B5EF4-FFF2-40B4-BE49-F238E27FC236}">
                  <a16:creationId xmlns:a16="http://schemas.microsoft.com/office/drawing/2014/main" id="{C86D885F-EE33-098A-A3D0-6A561D1EF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58752" y="2802082"/>
              <a:ext cx="432000" cy="4320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D0E9C9A5-78B9-A513-1185-76439A5EF47F}"/>
                </a:ext>
              </a:extLst>
            </p:cNvPr>
            <p:cNvSpPr txBox="1"/>
            <p:nvPr/>
          </p:nvSpPr>
          <p:spPr>
            <a:xfrm>
              <a:off x="8814291" y="2411386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74FC455A-B4E6-2D13-413B-2168D8F22E09}"/>
                </a:ext>
              </a:extLst>
            </p:cNvPr>
            <p:cNvSpPr txBox="1"/>
            <p:nvPr/>
          </p:nvSpPr>
          <p:spPr>
            <a:xfrm>
              <a:off x="8814291" y="2829458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C</a:t>
              </a:r>
            </a:p>
          </p:txBody>
        </p:sp>
        <p:pic>
          <p:nvPicPr>
            <p:cNvPr id="141" name="Graphic 140" descr="Harvey Balls 100% with solid fill">
              <a:extLst>
                <a:ext uri="{FF2B5EF4-FFF2-40B4-BE49-F238E27FC236}">
                  <a16:creationId xmlns:a16="http://schemas.microsoft.com/office/drawing/2014/main" id="{E6AA7701-399F-37BF-63BA-01395E050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58752" y="3207441"/>
              <a:ext cx="432000" cy="432000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44CD8D1-BB58-C151-7250-7D2C4D96C721}"/>
                </a:ext>
              </a:extLst>
            </p:cNvPr>
            <p:cNvSpPr txBox="1"/>
            <p:nvPr/>
          </p:nvSpPr>
          <p:spPr>
            <a:xfrm>
              <a:off x="8814291" y="323408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D</a:t>
              </a:r>
            </a:p>
          </p:txBody>
        </p:sp>
        <p:pic>
          <p:nvPicPr>
            <p:cNvPr id="143" name="Graphic 142" descr="Harvey Balls 100% with solid fill">
              <a:extLst>
                <a:ext uri="{FF2B5EF4-FFF2-40B4-BE49-F238E27FC236}">
                  <a16:creationId xmlns:a16="http://schemas.microsoft.com/office/drawing/2014/main" id="{AA6859AD-1426-4E62-52A4-8350B630E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56758" y="1951082"/>
              <a:ext cx="432000" cy="432000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E35462D-7473-C240-1C1B-E16EB92B91F3}"/>
                </a:ext>
              </a:extLst>
            </p:cNvPr>
            <p:cNvSpPr txBox="1"/>
            <p:nvPr/>
          </p:nvSpPr>
          <p:spPr>
            <a:xfrm>
              <a:off x="8812297" y="1977723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7F6CE563-E08E-09E0-A7AD-ACC924F2CC46}"/>
                </a:ext>
              </a:extLst>
            </p:cNvPr>
            <p:cNvCxnSpPr>
              <a:cxnSpLocks/>
              <a:stCxn id="136" idx="3"/>
              <a:endCxn id="144" idx="1"/>
            </p:cNvCxnSpPr>
            <p:nvPr/>
          </p:nvCxnSpPr>
          <p:spPr>
            <a:xfrm flipV="1">
              <a:off x="8307441" y="2162389"/>
              <a:ext cx="504856" cy="538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2973B86D-9379-E34E-2D8A-E7521DC9F4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2583" y="2610820"/>
              <a:ext cx="504856" cy="538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AEDDA385-AB7F-1CEA-E090-6CCFBE6937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1405" y="3017321"/>
              <a:ext cx="504856" cy="538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729DC571-C4D0-40A6-570B-BDA770ECD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435" y="3435439"/>
              <a:ext cx="504856" cy="538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178206D-D917-2B0A-71D5-CD11653D5E82}"/>
              </a:ext>
            </a:extLst>
          </p:cNvPr>
          <p:cNvGrpSpPr/>
          <p:nvPr/>
        </p:nvGrpSpPr>
        <p:grpSpPr>
          <a:xfrm>
            <a:off x="8149630" y="4575488"/>
            <a:ext cx="1271495" cy="1682837"/>
            <a:chOff x="7930980" y="4687610"/>
            <a:chExt cx="1271495" cy="1682837"/>
          </a:xfrm>
        </p:grpSpPr>
        <p:pic>
          <p:nvPicPr>
            <p:cNvPr id="149" name="Graphic 148" descr="Harvey Balls 100% with solid fill">
              <a:extLst>
                <a:ext uri="{FF2B5EF4-FFF2-40B4-BE49-F238E27FC236}">
                  <a16:creationId xmlns:a16="http://schemas.microsoft.com/office/drawing/2014/main" id="{F00491B6-A6E6-054B-9511-7DA5884FB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44697" y="5115751"/>
              <a:ext cx="432000" cy="432000"/>
            </a:xfrm>
            <a:prstGeom prst="rect">
              <a:avLst/>
            </a:prstGeom>
          </p:spPr>
        </p:pic>
        <p:pic>
          <p:nvPicPr>
            <p:cNvPr id="150" name="Graphic 149" descr="Harvey Balls 100% with solid fill">
              <a:extLst>
                <a:ext uri="{FF2B5EF4-FFF2-40B4-BE49-F238E27FC236}">
                  <a16:creationId xmlns:a16="http://schemas.microsoft.com/office/drawing/2014/main" id="{E6FC8159-10A2-12C0-2967-3072E6649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44697" y="5533088"/>
              <a:ext cx="432000" cy="43200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7A78101B-0923-B2BE-AB5B-CF8EEBEBD9F6}"/>
                </a:ext>
              </a:extLst>
            </p:cNvPr>
            <p:cNvSpPr txBox="1"/>
            <p:nvPr/>
          </p:nvSpPr>
          <p:spPr>
            <a:xfrm>
              <a:off x="8000236" y="5142392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DCEF4EF-AFBA-1AE4-8A81-1E515E7EACA2}"/>
                </a:ext>
              </a:extLst>
            </p:cNvPr>
            <p:cNvSpPr txBox="1"/>
            <p:nvPr/>
          </p:nvSpPr>
          <p:spPr>
            <a:xfrm>
              <a:off x="8000236" y="5560464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C</a:t>
              </a:r>
            </a:p>
          </p:txBody>
        </p:sp>
        <p:pic>
          <p:nvPicPr>
            <p:cNvPr id="153" name="Graphic 152" descr="Harvey Balls 100% with solid fill">
              <a:extLst>
                <a:ext uri="{FF2B5EF4-FFF2-40B4-BE49-F238E27FC236}">
                  <a16:creationId xmlns:a16="http://schemas.microsoft.com/office/drawing/2014/main" id="{09CC4F83-69EA-DCF1-8C34-ECF28E1E2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44697" y="5938447"/>
              <a:ext cx="432000" cy="432000"/>
            </a:xfrm>
            <a:prstGeom prst="rect">
              <a:avLst/>
            </a:prstGeom>
          </p:spPr>
        </p:pic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1ECA0717-DB6B-E6D8-7CCF-9A3B31D6B3B2}"/>
                </a:ext>
              </a:extLst>
            </p:cNvPr>
            <p:cNvSpPr txBox="1"/>
            <p:nvPr/>
          </p:nvSpPr>
          <p:spPr>
            <a:xfrm>
              <a:off x="8000236" y="596508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0C5F3DC6-5A1C-5EDD-D001-05477DB73C91}"/>
                </a:ext>
              </a:extLst>
            </p:cNvPr>
            <p:cNvSpPr txBox="1"/>
            <p:nvPr/>
          </p:nvSpPr>
          <p:spPr>
            <a:xfrm>
              <a:off x="7998242" y="4708729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pic>
          <p:nvPicPr>
            <p:cNvPr id="156" name="Graphic 155" descr="Harvey Balls 100% with solid fill">
              <a:extLst>
                <a:ext uri="{FF2B5EF4-FFF2-40B4-BE49-F238E27FC236}">
                  <a16:creationId xmlns:a16="http://schemas.microsoft.com/office/drawing/2014/main" id="{B4CD1781-4A8F-7C9B-A650-638F9E0C8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70475" y="5110369"/>
              <a:ext cx="432000" cy="432000"/>
            </a:xfrm>
            <a:prstGeom prst="rect">
              <a:avLst/>
            </a:prstGeom>
          </p:spPr>
        </p:pic>
        <p:pic>
          <p:nvPicPr>
            <p:cNvPr id="157" name="Graphic 156" descr="Harvey Balls 100% with solid fill">
              <a:extLst>
                <a:ext uri="{FF2B5EF4-FFF2-40B4-BE49-F238E27FC236}">
                  <a16:creationId xmlns:a16="http://schemas.microsoft.com/office/drawing/2014/main" id="{A813E2DF-B71C-19DD-4465-E1B07B005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70475" y="5527706"/>
              <a:ext cx="432000" cy="432000"/>
            </a:xfrm>
            <a:prstGeom prst="rect">
              <a:avLst/>
            </a:prstGeom>
          </p:spPr>
        </p:pic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62F50FC-6254-7263-9E1C-7D5CE0E5D180}"/>
                </a:ext>
              </a:extLst>
            </p:cNvPr>
            <p:cNvSpPr txBox="1"/>
            <p:nvPr/>
          </p:nvSpPr>
          <p:spPr>
            <a:xfrm>
              <a:off x="8826014" y="5137010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14823FB4-33AB-42A5-8933-946AFC00F686}"/>
                </a:ext>
              </a:extLst>
            </p:cNvPr>
            <p:cNvSpPr txBox="1"/>
            <p:nvPr/>
          </p:nvSpPr>
          <p:spPr>
            <a:xfrm>
              <a:off x="8826014" y="5555082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pic>
          <p:nvPicPr>
            <p:cNvPr id="160" name="Graphic 159" descr="Harvey Balls 100% with solid fill">
              <a:extLst>
                <a:ext uri="{FF2B5EF4-FFF2-40B4-BE49-F238E27FC236}">
                  <a16:creationId xmlns:a16="http://schemas.microsoft.com/office/drawing/2014/main" id="{D2F48025-27D8-BB78-E775-8867E0DA7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70475" y="5933065"/>
              <a:ext cx="432000" cy="432000"/>
            </a:xfrm>
            <a:prstGeom prst="rect">
              <a:avLst/>
            </a:prstGeom>
          </p:spPr>
        </p:pic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B6CB418-187A-141B-14C2-CDCDE0876F66}"/>
                </a:ext>
              </a:extLst>
            </p:cNvPr>
            <p:cNvSpPr txBox="1"/>
            <p:nvPr/>
          </p:nvSpPr>
          <p:spPr>
            <a:xfrm>
              <a:off x="8826014" y="5959706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B848D1D7-1B4D-E49A-8241-39D44D00834B}"/>
                </a:ext>
              </a:extLst>
            </p:cNvPr>
            <p:cNvSpPr txBox="1"/>
            <p:nvPr/>
          </p:nvSpPr>
          <p:spPr>
            <a:xfrm>
              <a:off x="8824020" y="4703347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pic>
          <p:nvPicPr>
            <p:cNvPr id="163" name="Graphic 162" descr="Harvey Balls 100% with solid fill">
              <a:extLst>
                <a:ext uri="{FF2B5EF4-FFF2-40B4-BE49-F238E27FC236}">
                  <a16:creationId xmlns:a16="http://schemas.microsoft.com/office/drawing/2014/main" id="{D0691A82-59A4-2F88-AFBF-D938BA9D2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30980" y="4692992"/>
              <a:ext cx="432000" cy="432000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8A5FE1EA-FD08-81F6-7C92-534C2C7E37A5}"/>
                </a:ext>
              </a:extLst>
            </p:cNvPr>
            <p:cNvSpPr txBox="1"/>
            <p:nvPr/>
          </p:nvSpPr>
          <p:spPr>
            <a:xfrm>
              <a:off x="7984926" y="4724005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pic>
          <p:nvPicPr>
            <p:cNvPr id="165" name="Graphic 164" descr="Harvey Balls 100% with solid fill">
              <a:extLst>
                <a:ext uri="{FF2B5EF4-FFF2-40B4-BE49-F238E27FC236}">
                  <a16:creationId xmlns:a16="http://schemas.microsoft.com/office/drawing/2014/main" id="{94738927-F949-63E1-CC0B-49085D506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56758" y="4687610"/>
              <a:ext cx="432000" cy="432000"/>
            </a:xfrm>
            <a:prstGeom prst="rect">
              <a:avLst/>
            </a:prstGeom>
          </p:spPr>
        </p:pic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07218BD3-75A7-88D1-DE24-D827B5F2D588}"/>
                </a:ext>
              </a:extLst>
            </p:cNvPr>
            <p:cNvSpPr txBox="1"/>
            <p:nvPr/>
          </p:nvSpPr>
          <p:spPr>
            <a:xfrm>
              <a:off x="8812297" y="4714251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D</a:t>
              </a:r>
            </a:p>
          </p:txBody>
        </p: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CB0CF0C7-AFB9-5C1C-97FE-379E5077AE23}"/>
                </a:ext>
              </a:extLst>
            </p:cNvPr>
            <p:cNvCxnSpPr>
              <a:cxnSpLocks/>
              <a:stCxn id="164" idx="3"/>
              <a:endCxn id="159" idx="1"/>
            </p:cNvCxnSpPr>
            <p:nvPr/>
          </p:nvCxnSpPr>
          <p:spPr>
            <a:xfrm>
              <a:off x="8305848" y="4908671"/>
              <a:ext cx="520166" cy="831077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CA441E57-0535-1BDF-741D-69C3E8FD5118}"/>
                </a:ext>
              </a:extLst>
            </p:cNvPr>
            <p:cNvCxnSpPr>
              <a:cxnSpLocks/>
              <a:stCxn id="151" idx="3"/>
              <a:endCxn id="161" idx="1"/>
            </p:cNvCxnSpPr>
            <p:nvPr/>
          </p:nvCxnSpPr>
          <p:spPr>
            <a:xfrm>
              <a:off x="8321158" y="5327058"/>
              <a:ext cx="504856" cy="817314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86A25B19-33AF-A9FF-C3D0-0FDEBBFCE9E5}"/>
                </a:ext>
              </a:extLst>
            </p:cNvPr>
            <p:cNvCxnSpPr>
              <a:cxnSpLocks/>
              <a:endCxn id="158" idx="1"/>
            </p:cNvCxnSpPr>
            <p:nvPr/>
          </p:nvCxnSpPr>
          <p:spPr>
            <a:xfrm flipV="1">
              <a:off x="8234355" y="5321676"/>
              <a:ext cx="591659" cy="453364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6E7895F8-32B7-735E-8CA1-D1740B3AE679}"/>
                </a:ext>
              </a:extLst>
            </p:cNvPr>
            <p:cNvCxnSpPr>
              <a:cxnSpLocks/>
              <a:endCxn id="166" idx="1"/>
            </p:cNvCxnSpPr>
            <p:nvPr/>
          </p:nvCxnSpPr>
          <p:spPr>
            <a:xfrm flipV="1">
              <a:off x="8240412" y="4898917"/>
              <a:ext cx="571885" cy="1178929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E47FCE-5C85-FC39-ACBF-7EE091C9EF41}"/>
                  </a:ext>
                </a:extLst>
              </p:cNvPr>
              <p:cNvSpPr txBox="1"/>
              <p:nvPr/>
            </p:nvSpPr>
            <p:spPr>
              <a:xfrm rot="16200000">
                <a:off x="4460257" y="5029755"/>
                <a:ext cx="2294126" cy="742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2000" b="1" dirty="0"/>
                  <a:t>VARIANCE  </a:t>
                </a:r>
                <a:r>
                  <a:rPr lang="en-CA" sz="2000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CA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000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CA" sz="2000" b="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sub>
                      <m:sup>
                        <m:r>
                          <a:rPr lang="en-CA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CA" sz="2000" dirty="0"/>
                  <a:t>) </a:t>
                </a:r>
              </a:p>
              <a:p>
                <a:endParaRPr lang="en-CA" sz="2000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E47FCE-5C85-FC39-ACBF-7EE091C9E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460257" y="5029755"/>
                <a:ext cx="2294126" cy="742063"/>
              </a:xfrm>
              <a:prstGeom prst="rect">
                <a:avLst/>
              </a:prstGeom>
              <a:blipFill>
                <a:blip r:embed="rId19"/>
                <a:stretch>
                  <a:fillRect l="-3390" b="-276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4F665E-1172-1926-AD7E-7B98F9BC10BE}"/>
              </a:ext>
            </a:extLst>
          </p:cNvPr>
          <p:cNvCxnSpPr>
            <a:cxnSpLocks/>
          </p:cNvCxnSpPr>
          <p:nvPr/>
        </p:nvCxnSpPr>
        <p:spPr>
          <a:xfrm flipV="1">
            <a:off x="-772119" y="1583128"/>
            <a:ext cx="0" cy="2320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64B802-79C5-9316-B422-FCC8E26127FE}"/>
              </a:ext>
            </a:extLst>
          </p:cNvPr>
          <p:cNvCxnSpPr>
            <a:cxnSpLocks/>
          </p:cNvCxnSpPr>
          <p:nvPr/>
        </p:nvCxnSpPr>
        <p:spPr>
          <a:xfrm>
            <a:off x="-772119" y="4280374"/>
            <a:ext cx="0" cy="2364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576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AA9F9-650D-09F2-B3F3-0C6FC7E2B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872D809-B323-DF8D-435E-7B96DFA03323}"/>
              </a:ext>
            </a:extLst>
          </p:cNvPr>
          <p:cNvGrpSpPr/>
          <p:nvPr/>
        </p:nvGrpSpPr>
        <p:grpSpPr>
          <a:xfrm>
            <a:off x="-1667435" y="663388"/>
            <a:ext cx="10650070" cy="6936752"/>
            <a:chOff x="-1667435" y="663388"/>
            <a:chExt cx="10650070" cy="6936752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2424FE1-5729-C8A2-4D25-4BDB1EF5B5F2}"/>
                </a:ext>
              </a:extLst>
            </p:cNvPr>
            <p:cNvGrpSpPr/>
            <p:nvPr/>
          </p:nvGrpSpPr>
          <p:grpSpPr>
            <a:xfrm>
              <a:off x="-1667435" y="663388"/>
              <a:ext cx="10650070" cy="6936752"/>
              <a:chOff x="-566053" y="831028"/>
              <a:chExt cx="10650070" cy="6936752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7A507A9-02FB-7DE4-FDDB-607E5C0CA89F}"/>
                  </a:ext>
                </a:extLst>
              </p:cNvPr>
              <p:cNvSpPr/>
              <p:nvPr/>
            </p:nvSpPr>
            <p:spPr>
              <a:xfrm>
                <a:off x="-566053" y="831028"/>
                <a:ext cx="10650070" cy="6936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F9E64D41-0DAA-ED01-45B6-83D601A8AFA6}"/>
                  </a:ext>
                </a:extLst>
              </p:cNvPr>
              <p:cNvGrpSpPr/>
              <p:nvPr/>
            </p:nvGrpSpPr>
            <p:grpSpPr>
              <a:xfrm>
                <a:off x="514764" y="983677"/>
                <a:ext cx="7990261" cy="6660268"/>
                <a:chOff x="514764" y="983677"/>
                <a:chExt cx="7990261" cy="6660268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7D35E8C-4237-CA34-0C6B-6AA4F2DC5478}"/>
                    </a:ext>
                  </a:extLst>
                </p:cNvPr>
                <p:cNvSpPr/>
                <p:nvPr/>
              </p:nvSpPr>
              <p:spPr>
                <a:xfrm rot="10800000">
                  <a:off x="522288" y="1630144"/>
                  <a:ext cx="400110" cy="5145437"/>
                </a:xfrm>
                <a:prstGeom prst="rect">
                  <a:avLst/>
                </a:prstGeom>
                <a:gradFill>
                  <a:gsLst>
                    <a:gs pos="50000">
                      <a:schemeClr val="accent1">
                        <a:lumMod val="5000"/>
                        <a:lumOff val="95000"/>
                      </a:schemeClr>
                    </a:gs>
                    <a:gs pos="16995">
                      <a:srgbClr val="8CBAE6"/>
                    </a:gs>
                    <a:gs pos="33000">
                      <a:srgbClr val="CAE8FE"/>
                    </a:gs>
                    <a:gs pos="75991">
                      <a:srgbClr val="F5B0B2"/>
                    </a:gs>
                    <a:gs pos="0">
                      <a:srgbClr val="2C77A6"/>
                    </a:gs>
                    <a:gs pos="100000">
                      <a:srgbClr val="BC2726"/>
                    </a:gs>
                  </a:gsLst>
                  <a:lin ang="5400000" scaled="1"/>
                </a:gra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56531DF-9DF0-7BB6-EA8D-C0BC1E6169EF}"/>
                    </a:ext>
                  </a:extLst>
                </p:cNvPr>
                <p:cNvSpPr/>
                <p:nvPr/>
              </p:nvSpPr>
              <p:spPr>
                <a:xfrm rot="16200000">
                  <a:off x="3439392" y="4579030"/>
                  <a:ext cx="400111" cy="5145437"/>
                </a:xfrm>
                <a:prstGeom prst="rect">
                  <a:avLst/>
                </a:prstGeom>
                <a:gradFill>
                  <a:gsLst>
                    <a:gs pos="72000">
                      <a:srgbClr val="C8E69D"/>
                    </a:gs>
                    <a:gs pos="14000">
                      <a:srgbClr val="F3B37A"/>
                    </a:gs>
                    <a:gs pos="48000">
                      <a:srgbClr val="F8FBC7"/>
                    </a:gs>
                    <a:gs pos="84000">
                      <a:srgbClr val="9FD276"/>
                    </a:gs>
                    <a:gs pos="0">
                      <a:srgbClr val="DE5441"/>
                    </a:gs>
                    <a:gs pos="100000">
                      <a:srgbClr val="5AB359"/>
                    </a:gs>
                  </a:gsLst>
                  <a:lin ang="5400000" scaled="1"/>
                </a:gra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E0609081-3986-B781-54FA-BB32F440CF0D}"/>
                    </a:ext>
                  </a:extLst>
                </p:cNvPr>
                <p:cNvSpPr/>
                <p:nvPr/>
              </p:nvSpPr>
              <p:spPr>
                <a:xfrm>
                  <a:off x="1062855" y="1666784"/>
                  <a:ext cx="5149311" cy="5145437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0EFFB9A6-76E0-C123-5B59-DC7F677DBB96}"/>
                    </a:ext>
                  </a:extLst>
                </p:cNvPr>
                <p:cNvCxnSpPr>
                  <a:cxnSpLocks/>
                  <a:stCxn id="4" idx="0"/>
                  <a:endCxn id="4" idx="2"/>
                </p:cNvCxnSpPr>
                <p:nvPr/>
              </p:nvCxnSpPr>
              <p:spPr>
                <a:xfrm>
                  <a:off x="3637511" y="1666784"/>
                  <a:ext cx="0" cy="51454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F3F6E593-9E48-938C-7843-ADE7F9A15AED}"/>
                    </a:ext>
                  </a:extLst>
                </p:cNvPr>
                <p:cNvCxnSpPr>
                  <a:cxnSpLocks/>
                  <a:stCxn id="4" idx="1"/>
                  <a:endCxn id="4" idx="3"/>
                </p:cNvCxnSpPr>
                <p:nvPr/>
              </p:nvCxnSpPr>
              <p:spPr>
                <a:xfrm>
                  <a:off x="1062855" y="4239503"/>
                  <a:ext cx="5149311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22E3437D-4544-67EA-1BEE-2147FB542F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13220" y="6936059"/>
                      <a:ext cx="2006027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CA" sz="2000" b="1" dirty="0"/>
                        <a:t>TREND (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oMath>
                      </a14:m>
                      <a:r>
                        <a:rPr lang="en-CA" sz="2000" b="1" dirty="0"/>
                        <a:t> )</a:t>
                      </a:r>
                    </a:p>
                    <a:p>
                      <a:pPr algn="ctr"/>
                      <a:endParaRPr lang="en-CA" sz="2000" b="1" dirty="0"/>
                    </a:p>
                  </p:txBody>
                </p:sp>
              </mc:Choice>
              <mc:Fallback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22E3437D-4544-67EA-1BEE-2147FB542F1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13220" y="6936059"/>
                      <a:ext cx="2006027" cy="707886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t="-175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D8D44CB0-68C1-92C5-4AB4-670E331FC43C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-471733" y="4149376"/>
                      <a:ext cx="242463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CA" sz="2000" b="1" dirty="0"/>
                        <a:t>CORRELATION  </a:t>
                      </a:r>
                      <a:r>
                        <a:rPr lang="en-CA" sz="2000" dirty="0"/>
                        <a:t>(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CA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a14:m>
                      <a:r>
                        <a:rPr lang="en-CA" sz="2000" dirty="0"/>
                        <a:t>)</a:t>
                      </a:r>
                    </a:p>
                  </p:txBody>
                </p:sp>
              </mc:Choice>
              <mc:Fallback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D8D44CB0-68C1-92C5-4AB4-670E331FC43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-471733" y="4149376"/>
                      <a:ext cx="2424638" cy="40011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3030" t="-1563" r="-27273" b="-260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FA87494-405F-5003-2023-256DD2F8887F}"/>
                    </a:ext>
                  </a:extLst>
                </p:cNvPr>
                <p:cNvSpPr txBox="1"/>
                <p:nvPr/>
              </p:nvSpPr>
              <p:spPr>
                <a:xfrm>
                  <a:off x="5652289" y="6852330"/>
                  <a:ext cx="40427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dirty="0"/>
                    <a:t>+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3E001F2-5B9B-C344-BC67-160732972BCC}"/>
                    </a:ext>
                  </a:extLst>
                </p:cNvPr>
                <p:cNvSpPr txBox="1"/>
                <p:nvPr/>
              </p:nvSpPr>
              <p:spPr>
                <a:xfrm>
                  <a:off x="1144879" y="6859362"/>
                  <a:ext cx="32412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dirty="0"/>
                    <a:t>-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5AD6EB6-AC42-B6A2-414A-2E290FEB4752}"/>
                    </a:ext>
                  </a:extLst>
                </p:cNvPr>
                <p:cNvSpPr txBox="1"/>
                <p:nvPr/>
              </p:nvSpPr>
              <p:spPr>
                <a:xfrm>
                  <a:off x="561304" y="6183488"/>
                  <a:ext cx="32412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b="1" dirty="0"/>
                    <a:t>-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1500A52-9387-62DA-6709-EE25A89F12EB}"/>
                    </a:ext>
                  </a:extLst>
                </p:cNvPr>
                <p:cNvSpPr txBox="1"/>
                <p:nvPr/>
              </p:nvSpPr>
              <p:spPr>
                <a:xfrm>
                  <a:off x="514764" y="1643277"/>
                  <a:ext cx="40427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b="1" dirty="0"/>
                    <a:t>+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599828A-2090-8D62-9F26-85CF0EDE7F23}"/>
                    </a:ext>
                  </a:extLst>
                </p:cNvPr>
                <p:cNvSpPr txBox="1"/>
                <p:nvPr/>
              </p:nvSpPr>
              <p:spPr>
                <a:xfrm>
                  <a:off x="1200486" y="3513130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Decline without reshuffling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F12310D-0F57-1D33-6FD3-CBA796BC9EA6}"/>
                    </a:ext>
                  </a:extLst>
                </p:cNvPr>
                <p:cNvSpPr txBox="1"/>
                <p:nvPr/>
              </p:nvSpPr>
              <p:spPr>
                <a:xfrm>
                  <a:off x="1200486" y="6048800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Decline with reshuffling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51F6876-E4E8-E8F1-5AFC-EB56A957F2BF}"/>
                    </a:ext>
                  </a:extLst>
                </p:cNvPr>
                <p:cNvSpPr txBox="1"/>
                <p:nvPr/>
              </p:nvSpPr>
              <p:spPr>
                <a:xfrm>
                  <a:off x="3748373" y="3535709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Growth without reshuffling</a:t>
                  </a:r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7B625A65-B2DA-F275-C878-A8BB8FEC4AB3}"/>
                    </a:ext>
                  </a:extLst>
                </p:cNvPr>
                <p:cNvSpPr txBox="1"/>
                <p:nvPr/>
              </p:nvSpPr>
              <p:spPr>
                <a:xfrm>
                  <a:off x="3732835" y="6065229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Growth with reshuffling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EF65CDC-A938-D692-7B32-ED77FCC6EA52}"/>
                    </a:ext>
                  </a:extLst>
                </p:cNvPr>
                <p:cNvSpPr txBox="1"/>
                <p:nvPr/>
              </p:nvSpPr>
              <p:spPr>
                <a:xfrm>
                  <a:off x="6620431" y="4546087"/>
                  <a:ext cx="1884594" cy="20313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b="1" dirty="0"/>
                    <a:t>Community reshuffling </a:t>
                  </a:r>
                  <a:r>
                    <a:rPr lang="en-CA" dirty="0"/>
                    <a:t>Species are reshuffled within the community, altering its functioning.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6549E51-53F4-2D60-8EF4-B1EE7A0ACAEA}"/>
                    </a:ext>
                  </a:extLst>
                </p:cNvPr>
                <p:cNvSpPr txBox="1"/>
                <p:nvPr/>
              </p:nvSpPr>
              <p:spPr>
                <a:xfrm>
                  <a:off x="6595780" y="1840810"/>
                  <a:ext cx="1888305" cy="20313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b="1" dirty="0"/>
                    <a:t>Absolute community-level change </a:t>
                  </a:r>
                  <a:r>
                    <a:rPr lang="en-CA" dirty="0"/>
                    <a:t>Species-level changes amplify change at the community level.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A25AE64-3AFB-BE65-FC72-1EFAD95596D5}"/>
                    </a:ext>
                  </a:extLst>
                </p:cNvPr>
                <p:cNvSpPr txBox="1"/>
                <p:nvPr/>
              </p:nvSpPr>
              <p:spPr>
                <a:xfrm>
                  <a:off x="1173834" y="983677"/>
                  <a:ext cx="23795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Most species decline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D29C3E8-0868-5269-40EE-8A5E35776FD5}"/>
                    </a:ext>
                  </a:extLst>
                </p:cNvPr>
                <p:cNvSpPr txBox="1"/>
                <p:nvPr/>
              </p:nvSpPr>
              <p:spPr>
                <a:xfrm>
                  <a:off x="3679475" y="999035"/>
                  <a:ext cx="249072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Most species grow</a:t>
                  </a:r>
                </a:p>
              </p:txBody>
            </p: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89A70165-1092-6D23-DA49-49BA371E9C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16298" y="1666784"/>
                  <a:ext cx="0" cy="232080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44232F6B-2EE2-9F11-52A1-5B1AB9E918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6298" y="4448014"/>
                  <a:ext cx="0" cy="236420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031A2D42-9841-97C3-C1D4-6736EBBF48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8373" y="1434587"/>
                  <a:ext cx="246379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FCBF1727-C430-FFA3-CB15-AD6D52915E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1652" y="1434587"/>
                  <a:ext cx="243176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" name="Freeform 2">
                  <a:extLst>
                    <a:ext uri="{FF2B5EF4-FFF2-40B4-BE49-F238E27FC236}">
                      <a16:creationId xmlns:a16="http://schemas.microsoft.com/office/drawing/2014/main" id="{AB6669FF-9315-A466-A7C9-24D7E8455EE9}"/>
                    </a:ext>
                  </a:extLst>
                </p:cNvPr>
                <p:cNvSpPr/>
                <p:nvPr/>
              </p:nvSpPr>
              <p:spPr>
                <a:xfrm>
                  <a:off x="3996023" y="5232245"/>
                  <a:ext cx="1764280" cy="637340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2033 h 392033"/>
                    <a:gd name="connsiteX1" fmla="*/ 250788 w 1146253"/>
                    <a:gd name="connsiteY1" fmla="*/ 312511 h 392033"/>
                    <a:gd name="connsiteX2" fmla="*/ 899876 w 1146253"/>
                    <a:gd name="connsiteY2" fmla="*/ 1498 h 392033"/>
                    <a:gd name="connsiteX3" fmla="*/ 1146253 w 1146253"/>
                    <a:gd name="connsiteY3" fmla="*/ 382424 h 392033"/>
                    <a:gd name="connsiteX0" fmla="*/ 0 w 1146253"/>
                    <a:gd name="connsiteY0" fmla="*/ 397947 h 397947"/>
                    <a:gd name="connsiteX1" fmla="*/ 206402 w 1146253"/>
                    <a:gd name="connsiteY1" fmla="*/ 84790 h 397947"/>
                    <a:gd name="connsiteX2" fmla="*/ 899876 w 1146253"/>
                    <a:gd name="connsiteY2" fmla="*/ 7412 h 397947"/>
                    <a:gd name="connsiteX3" fmla="*/ 1146253 w 1146253"/>
                    <a:gd name="connsiteY3" fmla="*/ 388338 h 397947"/>
                    <a:gd name="connsiteX0" fmla="*/ 0 w 1146253"/>
                    <a:gd name="connsiteY0" fmla="*/ 392533 h 392533"/>
                    <a:gd name="connsiteX1" fmla="*/ 206402 w 1146253"/>
                    <a:gd name="connsiteY1" fmla="*/ 79376 h 392533"/>
                    <a:gd name="connsiteX2" fmla="*/ 899876 w 1146253"/>
                    <a:gd name="connsiteY2" fmla="*/ 1998 h 392533"/>
                    <a:gd name="connsiteX3" fmla="*/ 1146253 w 1146253"/>
                    <a:gd name="connsiteY3" fmla="*/ 382924 h 392533"/>
                    <a:gd name="connsiteX0" fmla="*/ 0 w 1146253"/>
                    <a:gd name="connsiteY0" fmla="*/ 391706 h 391706"/>
                    <a:gd name="connsiteX1" fmla="*/ 226888 w 1146253"/>
                    <a:gd name="connsiteY1" fmla="*/ 229724 h 391706"/>
                    <a:gd name="connsiteX2" fmla="*/ 899876 w 1146253"/>
                    <a:gd name="connsiteY2" fmla="*/ 1171 h 391706"/>
                    <a:gd name="connsiteX3" fmla="*/ 1146253 w 1146253"/>
                    <a:gd name="connsiteY3" fmla="*/ 382097 h 391706"/>
                    <a:gd name="connsiteX0" fmla="*/ 0 w 1146253"/>
                    <a:gd name="connsiteY0" fmla="*/ 419909 h 419909"/>
                    <a:gd name="connsiteX1" fmla="*/ 226888 w 1146253"/>
                    <a:gd name="connsiteY1" fmla="*/ 257927 h 419909"/>
                    <a:gd name="connsiteX2" fmla="*/ 882805 w 1146253"/>
                    <a:gd name="connsiteY2" fmla="*/ 1888 h 419909"/>
                    <a:gd name="connsiteX3" fmla="*/ 1146253 w 1146253"/>
                    <a:gd name="connsiteY3" fmla="*/ 410300 h 419909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253" h="418021">
                      <a:moveTo>
                        <a:pt x="0" y="418021"/>
                      </a:moveTo>
                      <a:cubicBezTo>
                        <a:pt x="54909" y="391332"/>
                        <a:pt x="35368" y="136740"/>
                        <a:pt x="226888" y="256039"/>
                      </a:cubicBezTo>
                      <a:cubicBezTo>
                        <a:pt x="418408" y="375338"/>
                        <a:pt x="647658" y="27596"/>
                        <a:pt x="882805" y="0"/>
                      </a:cubicBezTo>
                      <a:cubicBezTo>
                        <a:pt x="1018816" y="6078"/>
                        <a:pt x="1105447" y="342857"/>
                        <a:pt x="1146253" y="408412"/>
                      </a:cubicBezTo>
                    </a:path>
                  </a:pathLst>
                </a:custGeom>
                <a:gradFill flip="none" rotWithShape="1">
                  <a:gsLst>
                    <a:gs pos="0">
                      <a:srgbClr val="DA4035"/>
                    </a:gs>
                    <a:gs pos="50000">
                      <a:srgbClr val="F7FCC9"/>
                    </a:gs>
                    <a:gs pos="37000">
                      <a:srgbClr val="FEEC9D"/>
                    </a:gs>
                    <a:gs pos="90000">
                      <a:srgbClr val="8DCB65"/>
                    </a:gs>
                    <a:gs pos="100000">
                      <a:srgbClr val="2D9C52"/>
                    </a:gs>
                  </a:gsLst>
                  <a:lin ang="0" scaled="0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8" name="Freeform 7">
                  <a:extLst>
                    <a:ext uri="{FF2B5EF4-FFF2-40B4-BE49-F238E27FC236}">
                      <a16:creationId xmlns:a16="http://schemas.microsoft.com/office/drawing/2014/main" id="{3BA37984-C065-79D3-E1FC-436AD871F434}"/>
                    </a:ext>
                  </a:extLst>
                </p:cNvPr>
                <p:cNvSpPr/>
                <p:nvPr/>
              </p:nvSpPr>
              <p:spPr>
                <a:xfrm flipH="1">
                  <a:off x="1490812" y="2257063"/>
                  <a:ext cx="670252" cy="1111202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7407 h 397407"/>
                    <a:gd name="connsiteX1" fmla="*/ 899876 w 1146253"/>
                    <a:gd name="connsiteY1" fmla="*/ 0 h 397407"/>
                    <a:gd name="connsiteX2" fmla="*/ 1146253 w 1146253"/>
                    <a:gd name="connsiteY2" fmla="*/ 380926 h 397407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380926 h 405710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404297 h 40571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2172 h 405710"/>
                    <a:gd name="connsiteX0" fmla="*/ 0 w 560893"/>
                    <a:gd name="connsiteY0" fmla="*/ 405710 h 414920"/>
                    <a:gd name="connsiteX1" fmla="*/ 292700 w 560893"/>
                    <a:gd name="connsiteY1" fmla="*/ 0 h 414920"/>
                    <a:gd name="connsiteX2" fmla="*/ 560893 w 560893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4297 h 405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56530" h="405710">
                      <a:moveTo>
                        <a:pt x="0" y="405710"/>
                      </a:moveTo>
                      <a:cubicBezTo>
                        <a:pt x="95840" y="293173"/>
                        <a:pt x="162747" y="623"/>
                        <a:pt x="292700" y="0"/>
                      </a:cubicBezTo>
                      <a:cubicBezTo>
                        <a:pt x="428711" y="6078"/>
                        <a:pt x="506998" y="325994"/>
                        <a:pt x="556530" y="404297"/>
                      </a:cubicBezTo>
                    </a:path>
                  </a:pathLst>
                </a:custGeom>
                <a:gradFill flip="none" rotWithShape="1">
                  <a:gsLst>
                    <a:gs pos="0">
                      <a:srgbClr val="DA4035"/>
                    </a:gs>
                    <a:gs pos="100000">
                      <a:srgbClr val="F7FCC9"/>
                    </a:gs>
                    <a:gs pos="61000">
                      <a:srgbClr val="FEEC9D"/>
                    </a:gs>
                  </a:gsLst>
                  <a:lin ang="10800000" scaled="1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9" name="Freeform 8">
                  <a:extLst>
                    <a:ext uri="{FF2B5EF4-FFF2-40B4-BE49-F238E27FC236}">
                      <a16:creationId xmlns:a16="http://schemas.microsoft.com/office/drawing/2014/main" id="{C41C477B-F62D-AEF7-FEE7-0AB6AD704D9B}"/>
                    </a:ext>
                  </a:extLst>
                </p:cNvPr>
                <p:cNvSpPr/>
                <p:nvPr/>
              </p:nvSpPr>
              <p:spPr>
                <a:xfrm flipH="1">
                  <a:off x="4982037" y="2257063"/>
                  <a:ext cx="670252" cy="1111202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7407 h 397407"/>
                    <a:gd name="connsiteX1" fmla="*/ 899876 w 1146253"/>
                    <a:gd name="connsiteY1" fmla="*/ 0 h 397407"/>
                    <a:gd name="connsiteX2" fmla="*/ 1146253 w 1146253"/>
                    <a:gd name="connsiteY2" fmla="*/ 380926 h 397407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380926 h 405710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404297 h 40571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2172 h 405710"/>
                    <a:gd name="connsiteX0" fmla="*/ 0 w 560893"/>
                    <a:gd name="connsiteY0" fmla="*/ 405710 h 414920"/>
                    <a:gd name="connsiteX1" fmla="*/ 292700 w 560893"/>
                    <a:gd name="connsiteY1" fmla="*/ 0 h 414920"/>
                    <a:gd name="connsiteX2" fmla="*/ 560893 w 560893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4297 h 405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56530" h="405710">
                      <a:moveTo>
                        <a:pt x="0" y="405710"/>
                      </a:moveTo>
                      <a:cubicBezTo>
                        <a:pt x="95840" y="293173"/>
                        <a:pt x="162747" y="623"/>
                        <a:pt x="292700" y="0"/>
                      </a:cubicBezTo>
                      <a:cubicBezTo>
                        <a:pt x="428711" y="6078"/>
                        <a:pt x="506998" y="325994"/>
                        <a:pt x="556530" y="404297"/>
                      </a:cubicBezTo>
                    </a:path>
                  </a:pathLst>
                </a:custGeom>
                <a:gradFill flip="none" rotWithShape="1">
                  <a:gsLst>
                    <a:gs pos="100000">
                      <a:srgbClr val="5AB359"/>
                    </a:gs>
                    <a:gs pos="81000">
                      <a:srgbClr val="9FD276"/>
                    </a:gs>
                    <a:gs pos="2000">
                      <a:srgbClr val="F8FBC7"/>
                    </a:gs>
                  </a:gsLst>
                  <a:lin ang="10800000" scaled="1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9573AE9E-6E0E-91AE-344E-E63503C974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96023" y="5860190"/>
                  <a:ext cx="1764280" cy="19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7D843846-DAFF-7CC5-AAAD-D4B2EF2C29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96023" y="3368265"/>
                  <a:ext cx="1764280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FD720547-6DC5-5A06-F52C-7A10F807E5A6}"/>
                    </a:ext>
                  </a:extLst>
                </p:cNvPr>
                <p:cNvSpPr/>
                <p:nvPr/>
              </p:nvSpPr>
              <p:spPr>
                <a:xfrm flipH="1">
                  <a:off x="1341148" y="5227664"/>
                  <a:ext cx="1764280" cy="637340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2033 h 392033"/>
                    <a:gd name="connsiteX1" fmla="*/ 250788 w 1146253"/>
                    <a:gd name="connsiteY1" fmla="*/ 312511 h 392033"/>
                    <a:gd name="connsiteX2" fmla="*/ 899876 w 1146253"/>
                    <a:gd name="connsiteY2" fmla="*/ 1498 h 392033"/>
                    <a:gd name="connsiteX3" fmla="*/ 1146253 w 1146253"/>
                    <a:gd name="connsiteY3" fmla="*/ 382424 h 392033"/>
                    <a:gd name="connsiteX0" fmla="*/ 0 w 1146253"/>
                    <a:gd name="connsiteY0" fmla="*/ 397947 h 397947"/>
                    <a:gd name="connsiteX1" fmla="*/ 206402 w 1146253"/>
                    <a:gd name="connsiteY1" fmla="*/ 84790 h 397947"/>
                    <a:gd name="connsiteX2" fmla="*/ 899876 w 1146253"/>
                    <a:gd name="connsiteY2" fmla="*/ 7412 h 397947"/>
                    <a:gd name="connsiteX3" fmla="*/ 1146253 w 1146253"/>
                    <a:gd name="connsiteY3" fmla="*/ 388338 h 397947"/>
                    <a:gd name="connsiteX0" fmla="*/ 0 w 1146253"/>
                    <a:gd name="connsiteY0" fmla="*/ 392533 h 392533"/>
                    <a:gd name="connsiteX1" fmla="*/ 206402 w 1146253"/>
                    <a:gd name="connsiteY1" fmla="*/ 79376 h 392533"/>
                    <a:gd name="connsiteX2" fmla="*/ 899876 w 1146253"/>
                    <a:gd name="connsiteY2" fmla="*/ 1998 h 392533"/>
                    <a:gd name="connsiteX3" fmla="*/ 1146253 w 1146253"/>
                    <a:gd name="connsiteY3" fmla="*/ 382924 h 392533"/>
                    <a:gd name="connsiteX0" fmla="*/ 0 w 1146253"/>
                    <a:gd name="connsiteY0" fmla="*/ 391706 h 391706"/>
                    <a:gd name="connsiteX1" fmla="*/ 226888 w 1146253"/>
                    <a:gd name="connsiteY1" fmla="*/ 229724 h 391706"/>
                    <a:gd name="connsiteX2" fmla="*/ 899876 w 1146253"/>
                    <a:gd name="connsiteY2" fmla="*/ 1171 h 391706"/>
                    <a:gd name="connsiteX3" fmla="*/ 1146253 w 1146253"/>
                    <a:gd name="connsiteY3" fmla="*/ 382097 h 391706"/>
                    <a:gd name="connsiteX0" fmla="*/ 0 w 1146253"/>
                    <a:gd name="connsiteY0" fmla="*/ 419909 h 419909"/>
                    <a:gd name="connsiteX1" fmla="*/ 226888 w 1146253"/>
                    <a:gd name="connsiteY1" fmla="*/ 257927 h 419909"/>
                    <a:gd name="connsiteX2" fmla="*/ 882805 w 1146253"/>
                    <a:gd name="connsiteY2" fmla="*/ 1888 h 419909"/>
                    <a:gd name="connsiteX3" fmla="*/ 1146253 w 1146253"/>
                    <a:gd name="connsiteY3" fmla="*/ 410300 h 419909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253" h="418021">
                      <a:moveTo>
                        <a:pt x="0" y="418021"/>
                      </a:moveTo>
                      <a:cubicBezTo>
                        <a:pt x="54909" y="391332"/>
                        <a:pt x="35368" y="136740"/>
                        <a:pt x="226888" y="256039"/>
                      </a:cubicBezTo>
                      <a:cubicBezTo>
                        <a:pt x="418408" y="375338"/>
                        <a:pt x="647658" y="27596"/>
                        <a:pt x="882805" y="0"/>
                      </a:cubicBezTo>
                      <a:cubicBezTo>
                        <a:pt x="1018816" y="6078"/>
                        <a:pt x="1105447" y="342857"/>
                        <a:pt x="1146253" y="408412"/>
                      </a:cubicBezTo>
                    </a:path>
                  </a:pathLst>
                </a:custGeom>
                <a:gradFill flip="none" rotWithShape="1">
                  <a:gsLst>
                    <a:gs pos="0">
                      <a:srgbClr val="DA4035"/>
                    </a:gs>
                    <a:gs pos="50000">
                      <a:srgbClr val="F7FCC9"/>
                    </a:gs>
                    <a:gs pos="37000">
                      <a:srgbClr val="FEEC9D"/>
                    </a:gs>
                    <a:gs pos="90000">
                      <a:srgbClr val="8DCB65"/>
                    </a:gs>
                    <a:gs pos="100000">
                      <a:srgbClr val="2D9C52"/>
                    </a:gs>
                  </a:gsLst>
                  <a:lin ang="10800000" scaled="0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1ADFDCD8-EF2C-54D9-666D-330E73B0D768}"/>
                    </a:ext>
                  </a:extLst>
                </p:cNvPr>
                <p:cNvCxnSpPr>
                  <a:cxnSpLocks/>
                  <a:stCxn id="43" idx="3"/>
                </p:cNvCxnSpPr>
                <p:nvPr/>
              </p:nvCxnSpPr>
              <p:spPr>
                <a:xfrm>
                  <a:off x="1341148" y="5850354"/>
                  <a:ext cx="1749875" cy="983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CFD6291D-34E1-AEE9-5572-36B18F0114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41148" y="3368265"/>
                  <a:ext cx="1764280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FE5BA085-645B-AD6E-A361-395ED20F562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09342" y="1758598"/>
                      <a:ext cx="432000" cy="288000"/>
                    </a:xfrm>
                    <a:prstGeom prst="roundRect">
                      <a:avLst/>
                    </a:prstGeom>
                    <a:solidFill>
                      <a:srgbClr val="DE5441"/>
                    </a:solidFill>
                    <a:ln w="6350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FE5BA085-645B-AD6E-A361-395ED20F562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09342" y="1758598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5"/>
                      <a:stretch>
                        <a:fillRect b="-8333"/>
                      </a:stretch>
                    </a:blipFill>
                    <a:ln w="63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3C4F8C1C-4BED-857A-77C8-793E40B813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04805" y="1765871"/>
                      <a:ext cx="432000" cy="288000"/>
                    </a:xfrm>
                    <a:prstGeom prst="roundRect">
                      <a:avLst/>
                    </a:prstGeom>
                    <a:solidFill>
                      <a:srgbClr val="5AB359"/>
                    </a:solidFill>
                    <a:ln w="6350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3C4F8C1C-4BED-857A-77C8-793E40B813C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4805" y="1765871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6"/>
                      <a:stretch>
                        <a:fillRect l="-2857" b="-8333"/>
                      </a:stretch>
                    </a:blipFill>
                    <a:ln w="63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54FC27E2-2085-1611-F09C-1AC237F203B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7964" y="4588037"/>
                      <a:ext cx="432000" cy="288000"/>
                    </a:xfrm>
                    <a:prstGeom prst="roundRect">
                      <a:avLst/>
                    </a:prstGeom>
                    <a:solidFill>
                      <a:srgbClr val="F3B37A"/>
                    </a:solidFill>
                    <a:ln w="3175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54FC27E2-2085-1611-F09C-1AC237F203B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7964" y="4588037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7"/>
                      <a:stretch>
                        <a:fillRect l="-2857" b="-4167"/>
                      </a:stretch>
                    </a:blipFill>
                    <a:ln w="3175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BC893EDC-7679-AE31-B89F-0711559E75E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75954" y="4567250"/>
                      <a:ext cx="432000" cy="288000"/>
                    </a:xfrm>
                    <a:prstGeom prst="roundRect">
                      <a:avLst/>
                    </a:prstGeom>
                    <a:solidFill>
                      <a:srgbClr val="9FD276"/>
                    </a:solidFill>
                    <a:ln w="6350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BC893EDC-7679-AE31-B89F-0711559E75E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75954" y="4567250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8"/>
                      <a:stretch>
                        <a:fillRect l="-2857" b="-8333"/>
                      </a:stretch>
                    </a:blipFill>
                    <a:ln w="63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3BC2DE61-025F-AE7D-1D60-9F179C3C7904}"/>
                    </a:ext>
                  </a:extLst>
                </p:cNvPr>
                <p:cNvCxnSpPr>
                  <a:cxnSpLocks/>
                  <a:stCxn id="61" idx="2"/>
                </p:cNvCxnSpPr>
                <p:nvPr/>
              </p:nvCxnSpPr>
              <p:spPr>
                <a:xfrm>
                  <a:off x="2053964" y="4876037"/>
                  <a:ext cx="0" cy="984153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BAFDE8F6-FB8D-1E96-9C68-355A9732C356}"/>
                    </a:ext>
                  </a:extLst>
                </p:cNvPr>
                <p:cNvCxnSpPr>
                  <a:cxnSpLocks/>
                  <a:stCxn id="56" idx="2"/>
                </p:cNvCxnSpPr>
                <p:nvPr/>
              </p:nvCxnSpPr>
              <p:spPr>
                <a:xfrm flipH="1">
                  <a:off x="1823832" y="2046598"/>
                  <a:ext cx="1510" cy="1321667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2462F247-F9D8-2EDA-B909-992C700543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15653" y="2044508"/>
                  <a:ext cx="1510" cy="1321667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A245B45A-ED34-3693-515F-E471118BE304}"/>
                    </a:ext>
                  </a:extLst>
                </p:cNvPr>
                <p:cNvCxnSpPr>
                  <a:cxnSpLocks/>
                  <a:stCxn id="64" idx="2"/>
                </p:cNvCxnSpPr>
                <p:nvPr/>
              </p:nvCxnSpPr>
              <p:spPr>
                <a:xfrm flipH="1">
                  <a:off x="5090444" y="4855250"/>
                  <a:ext cx="1510" cy="1004940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30" name="Graphic 29" descr="Badge 1 with solid fill">
                  <a:extLst>
                    <a:ext uri="{FF2B5EF4-FFF2-40B4-BE49-F238E27FC236}">
                      <a16:creationId xmlns:a16="http://schemas.microsoft.com/office/drawing/2014/main" id="{288D2CAA-B349-E05F-362F-7D6219B625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91023" y="1711500"/>
                  <a:ext cx="457196" cy="457196"/>
                </a:xfrm>
                <a:prstGeom prst="rect">
                  <a:avLst/>
                </a:prstGeom>
              </p:spPr>
            </p:pic>
            <p:pic>
              <p:nvPicPr>
                <p:cNvPr id="33" name="Graphic 32" descr="Badge with solid fill">
                  <a:extLst>
                    <a:ext uri="{FF2B5EF4-FFF2-40B4-BE49-F238E27FC236}">
                      <a16:creationId xmlns:a16="http://schemas.microsoft.com/office/drawing/2014/main" id="{64F94875-36AD-77E4-2FC5-A9F19382D6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14262" y="1702627"/>
                  <a:ext cx="457199" cy="457199"/>
                </a:xfrm>
                <a:prstGeom prst="rect">
                  <a:avLst/>
                </a:prstGeom>
              </p:spPr>
            </p:pic>
            <p:pic>
              <p:nvPicPr>
                <p:cNvPr id="35" name="Graphic 34" descr="Badge 3 with solid fill">
                  <a:extLst>
                    <a:ext uri="{FF2B5EF4-FFF2-40B4-BE49-F238E27FC236}">
                      <a16:creationId xmlns:a16="http://schemas.microsoft.com/office/drawing/2014/main" id="{5957DBCC-BB91-921F-9E44-046CCB6BB3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05428" y="4276388"/>
                  <a:ext cx="457196" cy="457196"/>
                </a:xfrm>
                <a:prstGeom prst="rect">
                  <a:avLst/>
                </a:prstGeom>
              </p:spPr>
            </p:pic>
            <p:pic>
              <p:nvPicPr>
                <p:cNvPr id="37" name="Graphic 36" descr="Badge 4 with solid fill">
                  <a:extLst>
                    <a:ext uri="{FF2B5EF4-FFF2-40B4-BE49-F238E27FC236}">
                      <a16:creationId xmlns:a16="http://schemas.microsoft.com/office/drawing/2014/main" id="{D23F529E-0085-C79E-2987-6949C6AC9C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95601" y="4279589"/>
                  <a:ext cx="452448" cy="45244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6AD18E64-D426-7A69-F9B6-89FB127DB0F2}"/>
                </a:ext>
              </a:extLst>
            </p:cNvPr>
            <p:cNvGrpSpPr/>
            <p:nvPr/>
          </p:nvGrpSpPr>
          <p:grpSpPr>
            <a:xfrm>
              <a:off x="7523296" y="1882535"/>
              <a:ext cx="1259772" cy="1693741"/>
              <a:chOff x="7930980" y="1951082"/>
              <a:chExt cx="1259772" cy="1693741"/>
            </a:xfrm>
          </p:grpSpPr>
          <p:pic>
            <p:nvPicPr>
              <p:cNvPr id="129" name="Graphic 128" descr="Harvey Balls 100% with solid fill">
                <a:extLst>
                  <a:ext uri="{FF2B5EF4-FFF2-40B4-BE49-F238E27FC236}">
                    <a16:creationId xmlns:a16="http://schemas.microsoft.com/office/drawing/2014/main" id="{4946928B-6D91-6E59-78A0-21FFA805BC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32974" y="2390127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30" name="Graphic 129" descr="Harvey Balls 100% with solid fill">
                <a:extLst>
                  <a:ext uri="{FF2B5EF4-FFF2-40B4-BE49-F238E27FC236}">
                    <a16:creationId xmlns:a16="http://schemas.microsoft.com/office/drawing/2014/main" id="{06914FB1-76BB-2AE3-C2C1-2939F358BD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32974" y="2807464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771364C-F6E5-5DC4-2779-8B3EBCBDBE89}"/>
                  </a:ext>
                </a:extLst>
              </p:cNvPr>
              <p:cNvSpPr txBox="1"/>
              <p:nvPr/>
            </p:nvSpPr>
            <p:spPr>
              <a:xfrm>
                <a:off x="7988513" y="2416768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9635EF2B-DD4F-2B3A-0151-B904EBB1FA83}"/>
                  </a:ext>
                </a:extLst>
              </p:cNvPr>
              <p:cNvSpPr txBox="1"/>
              <p:nvPr/>
            </p:nvSpPr>
            <p:spPr>
              <a:xfrm>
                <a:off x="7988513" y="2834840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pic>
            <p:nvPicPr>
              <p:cNvPr id="133" name="Graphic 132" descr="Harvey Balls 100% with solid fill">
                <a:extLst>
                  <a:ext uri="{FF2B5EF4-FFF2-40B4-BE49-F238E27FC236}">
                    <a16:creationId xmlns:a16="http://schemas.microsoft.com/office/drawing/2014/main" id="{BF9034A8-3D58-F5FB-A51A-D4FF9B0467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32974" y="3212823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69D44199-D4C9-B324-7646-D784E2959949}"/>
                  </a:ext>
                </a:extLst>
              </p:cNvPr>
              <p:cNvSpPr txBox="1"/>
              <p:nvPr/>
            </p:nvSpPr>
            <p:spPr>
              <a:xfrm>
                <a:off x="7988513" y="323946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pic>
            <p:nvPicPr>
              <p:cNvPr id="135" name="Graphic 134" descr="Harvey Balls 100% with solid fill">
                <a:extLst>
                  <a:ext uri="{FF2B5EF4-FFF2-40B4-BE49-F238E27FC236}">
                    <a16:creationId xmlns:a16="http://schemas.microsoft.com/office/drawing/2014/main" id="{8711A05C-657B-EA5F-E339-F53337FBF8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30980" y="1956464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BF31B7EE-61A2-A3FE-5E60-E2622DB85719}"/>
                  </a:ext>
                </a:extLst>
              </p:cNvPr>
              <p:cNvSpPr txBox="1"/>
              <p:nvPr/>
            </p:nvSpPr>
            <p:spPr>
              <a:xfrm>
                <a:off x="7986519" y="1983105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37" name="Graphic 136" descr="Harvey Balls 100% with solid fill">
                <a:extLst>
                  <a:ext uri="{FF2B5EF4-FFF2-40B4-BE49-F238E27FC236}">
                    <a16:creationId xmlns:a16="http://schemas.microsoft.com/office/drawing/2014/main" id="{4FEA1DC9-E3FE-16E4-A4B5-6C0DFEAD9A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58752" y="2384745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38" name="Graphic 137" descr="Harvey Balls 100% with solid fill">
                <a:extLst>
                  <a:ext uri="{FF2B5EF4-FFF2-40B4-BE49-F238E27FC236}">
                    <a16:creationId xmlns:a16="http://schemas.microsoft.com/office/drawing/2014/main" id="{E92BD681-009B-09A0-7F78-97E5E8DEE5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58752" y="2802082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612F82F0-B4D4-8A43-2F8E-7CB330FCBFFF}"/>
                  </a:ext>
                </a:extLst>
              </p:cNvPr>
              <p:cNvSpPr txBox="1"/>
              <p:nvPr/>
            </p:nvSpPr>
            <p:spPr>
              <a:xfrm>
                <a:off x="8814291" y="2411386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05E5896F-E652-AC1B-A7AF-623E1C58D3A0}"/>
                  </a:ext>
                </a:extLst>
              </p:cNvPr>
              <p:cNvSpPr txBox="1"/>
              <p:nvPr/>
            </p:nvSpPr>
            <p:spPr>
              <a:xfrm>
                <a:off x="8814291" y="2829458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pic>
            <p:nvPicPr>
              <p:cNvPr id="141" name="Graphic 140" descr="Harvey Balls 100% with solid fill">
                <a:extLst>
                  <a:ext uri="{FF2B5EF4-FFF2-40B4-BE49-F238E27FC236}">
                    <a16:creationId xmlns:a16="http://schemas.microsoft.com/office/drawing/2014/main" id="{CE40DA7F-E6FC-EAEF-03B2-7F8A9C6D5C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58752" y="3207441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511BF824-FBCC-0BDF-361D-AFC3EEA71546}"/>
                  </a:ext>
                </a:extLst>
              </p:cNvPr>
              <p:cNvSpPr txBox="1"/>
              <p:nvPr/>
            </p:nvSpPr>
            <p:spPr>
              <a:xfrm>
                <a:off x="8814291" y="3234082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pic>
            <p:nvPicPr>
              <p:cNvPr id="143" name="Graphic 142" descr="Harvey Balls 100% with solid fill">
                <a:extLst>
                  <a:ext uri="{FF2B5EF4-FFF2-40B4-BE49-F238E27FC236}">
                    <a16:creationId xmlns:a16="http://schemas.microsoft.com/office/drawing/2014/main" id="{F100D3D3-82C6-8973-0859-CE20618CE9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56758" y="1951082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712B6D4-3D2B-CE78-E75B-520083A2E547}"/>
                  </a:ext>
                </a:extLst>
              </p:cNvPr>
              <p:cNvSpPr txBox="1"/>
              <p:nvPr/>
            </p:nvSpPr>
            <p:spPr>
              <a:xfrm>
                <a:off x="8812297" y="1977723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6DC9D642-C894-80A7-F2DB-96A5A491E58F}"/>
                  </a:ext>
                </a:extLst>
              </p:cNvPr>
              <p:cNvCxnSpPr>
                <a:cxnSpLocks/>
                <a:stCxn id="136" idx="3"/>
                <a:endCxn id="144" idx="1"/>
              </p:cNvCxnSpPr>
              <p:nvPr/>
            </p:nvCxnSpPr>
            <p:spPr>
              <a:xfrm flipV="1">
                <a:off x="8307441" y="2162389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9FE319EB-77C8-2F96-11CE-F53092B2D5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12583" y="2610820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>
                <a:extLst>
                  <a:ext uri="{FF2B5EF4-FFF2-40B4-BE49-F238E27FC236}">
                    <a16:creationId xmlns:a16="http://schemas.microsoft.com/office/drawing/2014/main" id="{0913516B-E41B-A753-CDDD-6CFA3481DF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11405" y="3017321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Straight Arrow Connector 147">
                <a:extLst>
                  <a:ext uri="{FF2B5EF4-FFF2-40B4-BE49-F238E27FC236}">
                    <a16:creationId xmlns:a16="http://schemas.microsoft.com/office/drawing/2014/main" id="{A7CBE3F6-3EFA-F352-6818-39A481FE4F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09435" y="3435439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32FD42D8-6793-E455-3F40-91A2B0E4FB74}"/>
                </a:ext>
              </a:extLst>
            </p:cNvPr>
            <p:cNvGrpSpPr/>
            <p:nvPr/>
          </p:nvGrpSpPr>
          <p:grpSpPr>
            <a:xfrm>
              <a:off x="7449229" y="4625398"/>
              <a:ext cx="1271495" cy="1682837"/>
              <a:chOff x="7930980" y="4687610"/>
              <a:chExt cx="1271495" cy="1682837"/>
            </a:xfrm>
          </p:grpSpPr>
          <p:pic>
            <p:nvPicPr>
              <p:cNvPr id="149" name="Graphic 148" descr="Harvey Balls 100% with solid fill">
                <a:extLst>
                  <a:ext uri="{FF2B5EF4-FFF2-40B4-BE49-F238E27FC236}">
                    <a16:creationId xmlns:a16="http://schemas.microsoft.com/office/drawing/2014/main" id="{63946E95-4D17-39B7-F622-5E87128FC4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44697" y="5115751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50" name="Graphic 149" descr="Harvey Balls 100% with solid fill">
                <a:extLst>
                  <a:ext uri="{FF2B5EF4-FFF2-40B4-BE49-F238E27FC236}">
                    <a16:creationId xmlns:a16="http://schemas.microsoft.com/office/drawing/2014/main" id="{A0FBA504-FEB9-B5A8-9A13-564407421B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44697" y="5533088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E810B44-ECBE-8D51-DE2E-E750E39A1608}"/>
                  </a:ext>
                </a:extLst>
              </p:cNvPr>
              <p:cNvSpPr txBox="1"/>
              <p:nvPr/>
            </p:nvSpPr>
            <p:spPr>
              <a:xfrm>
                <a:off x="8000236" y="5142392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74458FC3-F5C3-869F-DBB6-FBE992CF0F68}"/>
                  </a:ext>
                </a:extLst>
              </p:cNvPr>
              <p:cNvSpPr txBox="1"/>
              <p:nvPr/>
            </p:nvSpPr>
            <p:spPr>
              <a:xfrm>
                <a:off x="8000236" y="5560464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pic>
            <p:nvPicPr>
              <p:cNvPr id="153" name="Graphic 152" descr="Harvey Balls 100% with solid fill">
                <a:extLst>
                  <a:ext uri="{FF2B5EF4-FFF2-40B4-BE49-F238E27FC236}">
                    <a16:creationId xmlns:a16="http://schemas.microsoft.com/office/drawing/2014/main" id="{8ECA2093-020F-6151-E0A9-4FE32CD95C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44697" y="5938447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C24B76A-84EE-7DD9-B350-2191C811777F}"/>
                  </a:ext>
                </a:extLst>
              </p:cNvPr>
              <p:cNvSpPr txBox="1"/>
              <p:nvPr/>
            </p:nvSpPr>
            <p:spPr>
              <a:xfrm>
                <a:off x="8000236" y="5965088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6A6E6EC8-40C7-106D-4195-49462011ECBC}"/>
                  </a:ext>
                </a:extLst>
              </p:cNvPr>
              <p:cNvSpPr txBox="1"/>
              <p:nvPr/>
            </p:nvSpPr>
            <p:spPr>
              <a:xfrm>
                <a:off x="7998242" y="4708729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56" name="Graphic 155" descr="Harvey Balls 100% with solid fill">
                <a:extLst>
                  <a:ext uri="{FF2B5EF4-FFF2-40B4-BE49-F238E27FC236}">
                    <a16:creationId xmlns:a16="http://schemas.microsoft.com/office/drawing/2014/main" id="{0B471345-4F99-F5DD-368B-47FFBD3892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70475" y="5110369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57" name="Graphic 156" descr="Harvey Balls 100% with solid fill">
                <a:extLst>
                  <a:ext uri="{FF2B5EF4-FFF2-40B4-BE49-F238E27FC236}">
                    <a16:creationId xmlns:a16="http://schemas.microsoft.com/office/drawing/2014/main" id="{93EA0745-0668-AEF2-39A4-C63A489375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70475" y="5527706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9AE47B2-D811-BCB2-EB86-0A69C85B1B34}"/>
                  </a:ext>
                </a:extLst>
              </p:cNvPr>
              <p:cNvSpPr txBox="1"/>
              <p:nvPr/>
            </p:nvSpPr>
            <p:spPr>
              <a:xfrm>
                <a:off x="8826014" y="5137010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45F7C92-CCB6-7BEB-2A81-96113EB30E12}"/>
                  </a:ext>
                </a:extLst>
              </p:cNvPr>
              <p:cNvSpPr txBox="1"/>
              <p:nvPr/>
            </p:nvSpPr>
            <p:spPr>
              <a:xfrm>
                <a:off x="8826014" y="5555082"/>
                <a:ext cx="3209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60" name="Graphic 159" descr="Harvey Balls 100% with solid fill">
                <a:extLst>
                  <a:ext uri="{FF2B5EF4-FFF2-40B4-BE49-F238E27FC236}">
                    <a16:creationId xmlns:a16="http://schemas.microsoft.com/office/drawing/2014/main" id="{7CDD1DC8-70FF-6ED1-93C8-0FF24DF139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70475" y="5933065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CD2DD4CF-B1BB-8CE0-E0BD-42C38377D7C4}"/>
                  </a:ext>
                </a:extLst>
              </p:cNvPr>
              <p:cNvSpPr txBox="1"/>
              <p:nvPr/>
            </p:nvSpPr>
            <p:spPr>
              <a:xfrm>
                <a:off x="8826014" y="5959706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0837077-EBC3-F16C-7D62-DF087FD5A825}"/>
                  </a:ext>
                </a:extLst>
              </p:cNvPr>
              <p:cNvSpPr txBox="1"/>
              <p:nvPr/>
            </p:nvSpPr>
            <p:spPr>
              <a:xfrm>
                <a:off x="8824020" y="4703347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63" name="Graphic 162" descr="Harvey Balls 100% with solid fill">
                <a:extLst>
                  <a:ext uri="{FF2B5EF4-FFF2-40B4-BE49-F238E27FC236}">
                    <a16:creationId xmlns:a16="http://schemas.microsoft.com/office/drawing/2014/main" id="{1D313AFA-6EB4-CEBD-53FB-A90D70C513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30980" y="4692992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A74B845B-585C-5606-EAC8-DF2EC91EB1FF}"/>
                  </a:ext>
                </a:extLst>
              </p:cNvPr>
              <p:cNvSpPr txBox="1"/>
              <p:nvPr/>
            </p:nvSpPr>
            <p:spPr>
              <a:xfrm>
                <a:off x="7984926" y="4724005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65" name="Graphic 164" descr="Harvey Balls 100% with solid fill">
                <a:extLst>
                  <a:ext uri="{FF2B5EF4-FFF2-40B4-BE49-F238E27FC236}">
                    <a16:creationId xmlns:a16="http://schemas.microsoft.com/office/drawing/2014/main" id="{C3E18CD6-7B9B-95CD-ECD2-A19708507D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56758" y="4687610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222B4B6C-6BFD-E019-86A0-80F035D3DCE8}"/>
                  </a:ext>
                </a:extLst>
              </p:cNvPr>
              <p:cNvSpPr txBox="1"/>
              <p:nvPr/>
            </p:nvSpPr>
            <p:spPr>
              <a:xfrm>
                <a:off x="8812297" y="4714251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cxnSp>
            <p:nvCxnSpPr>
              <p:cNvPr id="167" name="Straight Arrow Connector 166">
                <a:extLst>
                  <a:ext uri="{FF2B5EF4-FFF2-40B4-BE49-F238E27FC236}">
                    <a16:creationId xmlns:a16="http://schemas.microsoft.com/office/drawing/2014/main" id="{EE555888-08EE-B240-0F64-DCAEE663C69A}"/>
                  </a:ext>
                </a:extLst>
              </p:cNvPr>
              <p:cNvCxnSpPr>
                <a:cxnSpLocks/>
                <a:stCxn id="164" idx="3"/>
                <a:endCxn id="159" idx="1"/>
              </p:cNvCxnSpPr>
              <p:nvPr/>
            </p:nvCxnSpPr>
            <p:spPr>
              <a:xfrm>
                <a:off x="8305848" y="4908671"/>
                <a:ext cx="520166" cy="831077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A9063208-DC10-EC88-5820-53E6A8DB4712}"/>
                  </a:ext>
                </a:extLst>
              </p:cNvPr>
              <p:cNvCxnSpPr>
                <a:cxnSpLocks/>
                <a:stCxn id="151" idx="3"/>
                <a:endCxn id="161" idx="1"/>
              </p:cNvCxnSpPr>
              <p:nvPr/>
            </p:nvCxnSpPr>
            <p:spPr>
              <a:xfrm>
                <a:off x="8321158" y="5327058"/>
                <a:ext cx="504856" cy="817314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6AA853DB-E7E3-62B8-D143-7D2C9B98E3A3}"/>
                  </a:ext>
                </a:extLst>
              </p:cNvPr>
              <p:cNvCxnSpPr>
                <a:cxnSpLocks/>
                <a:endCxn id="158" idx="1"/>
              </p:cNvCxnSpPr>
              <p:nvPr/>
            </p:nvCxnSpPr>
            <p:spPr>
              <a:xfrm flipV="1">
                <a:off x="8234355" y="5321676"/>
                <a:ext cx="591659" cy="453364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F1D49C44-51E0-C446-1EA3-96C1C7532752}"/>
                  </a:ext>
                </a:extLst>
              </p:cNvPr>
              <p:cNvCxnSpPr>
                <a:cxnSpLocks/>
                <a:endCxn id="166" idx="1"/>
              </p:cNvCxnSpPr>
              <p:nvPr/>
            </p:nvCxnSpPr>
            <p:spPr>
              <a:xfrm flipV="1">
                <a:off x="8240412" y="4898917"/>
                <a:ext cx="571885" cy="1178929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23655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B0235-EC88-44C1-50A9-9CB91F9D1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065B2065-6EFF-4B75-8070-43710EF2B807}"/>
              </a:ext>
            </a:extLst>
          </p:cNvPr>
          <p:cNvGrpSpPr>
            <a:grpSpLocks/>
          </p:cNvGrpSpPr>
          <p:nvPr/>
        </p:nvGrpSpPr>
        <p:grpSpPr>
          <a:xfrm>
            <a:off x="-1469427" y="701040"/>
            <a:ext cx="9796854" cy="6645176"/>
            <a:chOff x="-368045" y="868680"/>
            <a:chExt cx="9796854" cy="664517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A74A732-A5E4-7591-B59B-BE627E1D3673}"/>
                </a:ext>
              </a:extLst>
            </p:cNvPr>
            <p:cNvSpPr>
              <a:spLocks/>
            </p:cNvSpPr>
            <p:nvPr/>
          </p:nvSpPr>
          <p:spPr>
            <a:xfrm>
              <a:off x="-368045" y="868680"/>
              <a:ext cx="9796854" cy="6645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2016B38-8376-AC17-69FE-C5EB9040F532}"/>
                </a:ext>
              </a:extLst>
            </p:cNvPr>
            <p:cNvGrpSpPr>
              <a:grpSpLocks/>
            </p:cNvGrpSpPr>
            <p:nvPr/>
          </p:nvGrpSpPr>
          <p:grpSpPr>
            <a:xfrm>
              <a:off x="804272" y="1092510"/>
              <a:ext cx="5677260" cy="4935888"/>
              <a:chOff x="804272" y="1092510"/>
              <a:chExt cx="5677260" cy="4935888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966258C-C84C-B5E4-6DEF-AA3F86E686F5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2934629" y="2259509"/>
                <a:ext cx="400110" cy="4501909"/>
              </a:xfrm>
              <a:prstGeom prst="rect">
                <a:avLst/>
              </a:prstGeom>
              <a:gradFill>
                <a:gsLst>
                  <a:gs pos="50000">
                    <a:schemeClr val="accent1">
                      <a:lumMod val="5000"/>
                      <a:lumOff val="95000"/>
                    </a:schemeClr>
                  </a:gs>
                  <a:gs pos="16995">
                    <a:srgbClr val="8CBAE6"/>
                  </a:gs>
                  <a:gs pos="33000">
                    <a:srgbClr val="CAE8FE"/>
                  </a:gs>
                  <a:gs pos="75991">
                    <a:srgbClr val="F5B0B2"/>
                  </a:gs>
                  <a:gs pos="0">
                    <a:srgbClr val="2C77A6"/>
                  </a:gs>
                  <a:gs pos="100000">
                    <a:srgbClr val="BC2726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782B0EF9-99E3-07BB-FDE8-39CBFAEDCAF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922364" y="4302031"/>
                    <a:ext cx="242463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CA" sz="2000" b="1" dirty="0"/>
                      <a:t>CORRELATION  </a:t>
                    </a:r>
                    <a:r>
                      <a:rPr lang="en-CA" sz="2000" dirty="0"/>
                      <a:t>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CA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CA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a14:m>
                    <a:r>
                      <a:rPr lang="en-CA" sz="2000" dirty="0"/>
                      <a:t>)</a:t>
                    </a:r>
                  </a:p>
                </p:txBody>
              </p:sp>
            </mc:Choice>
            <mc:Fallback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782B0EF9-99E3-07BB-FDE8-39CBFAEDCA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2364" y="4302031"/>
                    <a:ext cx="2424638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604" t="-3030" r="-1562" b="-27273"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1DB909-4D6E-0AB8-EAA2-457101CAF6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3729" y="4209449"/>
                <a:ext cx="103863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3200" b="1" dirty="0"/>
                  <a:t>+</a:t>
                </a: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67E5E3A-5A4F-CB70-AAF9-0A57447A8C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0715" y="1092510"/>
                <a:ext cx="254081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F18C1ADF-9D31-0175-2EF1-9A959B7723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4272" y="1105684"/>
                <a:ext cx="26075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BA46163C-03B3-3261-35D1-C08AFD742EE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256533" y="5286335"/>
                    <a:ext cx="2254026" cy="742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CA" sz="2000" b="1" dirty="0"/>
                      <a:t>VARIANCE  </a:t>
                    </a:r>
                    <a:r>
                      <a:rPr lang="en-CA" sz="2000" dirty="0"/>
                      <a:t>(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CA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CA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sub>
                                <m:r>
                                  <a:rPr lang="en-CA" sz="2000" b="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sub>
                          <m:sup>
                            <m:r>
                              <a:rPr lang="en-CA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CA" sz="2000" dirty="0"/>
                      <a:t>) </a:t>
                    </a:r>
                  </a:p>
                  <a:p>
                    <a:endParaRPr lang="en-CA" sz="2000" b="1" dirty="0"/>
                  </a:p>
                </p:txBody>
              </p:sp>
            </mc:Choice>
            <mc:Fallback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BA46163C-03B3-3261-35D1-C08AFD742E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56533" y="5286335"/>
                    <a:ext cx="2254026" cy="74206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793" t="-3390"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Right Triangle 25">
                <a:extLst>
                  <a:ext uri="{FF2B5EF4-FFF2-40B4-BE49-F238E27FC236}">
                    <a16:creationId xmlns:a16="http://schemas.microsoft.com/office/drawing/2014/main" id="{E821F494-0241-469F-882F-A828E2E9B1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3537" y="4870865"/>
                <a:ext cx="3026208" cy="465826"/>
              </a:xfrm>
              <a:prstGeom prst="rtTriangle">
                <a:avLst/>
              </a:prstGeom>
              <a:gradFill flip="none" rotWithShape="1">
                <a:gsLst>
                  <a:gs pos="72000">
                    <a:srgbClr val="909090"/>
                  </a:gs>
                  <a:gs pos="17000">
                    <a:schemeClr val="bg2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3901707-5A33-6184-CD6D-A6C4045979F6}"/>
              </a:ext>
            </a:extLst>
          </p:cNvPr>
          <p:cNvSpPr txBox="1"/>
          <p:nvPr/>
        </p:nvSpPr>
        <p:spPr>
          <a:xfrm>
            <a:off x="2839333" y="-938775"/>
            <a:ext cx="25408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b="1" dirty="0"/>
              <a:t>Portfolio effects maintain stability.</a:t>
            </a:r>
          </a:p>
          <a:p>
            <a:pPr algn="r"/>
            <a:r>
              <a:rPr lang="en-CA" dirty="0"/>
              <a:t>Asynchronous fluctuations have compensatory effects on community stability.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1CD6BF-53C5-4D28-0F28-FA016A97B347}"/>
              </a:ext>
            </a:extLst>
          </p:cNvPr>
          <p:cNvSpPr txBox="1"/>
          <p:nvPr/>
        </p:nvSpPr>
        <p:spPr>
          <a:xfrm>
            <a:off x="-358274" y="-829456"/>
            <a:ext cx="25408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Risk of community instability.</a:t>
            </a:r>
          </a:p>
          <a:p>
            <a:r>
              <a:rPr lang="en-CA" dirty="0"/>
              <a:t>Synchronous variations amplify community variability, lowering stability.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5A402E-F806-6A70-C088-FC12DC69EF6F}"/>
              </a:ext>
            </a:extLst>
          </p:cNvPr>
          <p:cNvSpPr txBox="1"/>
          <p:nvPr/>
        </p:nvSpPr>
        <p:spPr>
          <a:xfrm>
            <a:off x="5519046" y="1232903"/>
            <a:ext cx="254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Short term (annual)</a:t>
            </a:r>
            <a:endParaRPr lang="en-CA" dirty="0"/>
          </a:p>
        </p:txBody>
      </p:sp>
      <p:pic>
        <p:nvPicPr>
          <p:cNvPr id="74" name="Graphic 73" descr="Harvey Balls 100% with solid fill">
            <a:extLst>
              <a:ext uri="{FF2B5EF4-FFF2-40B4-BE49-F238E27FC236}">
                <a16:creationId xmlns:a16="http://schemas.microsoft.com/office/drawing/2014/main" id="{6C043055-5FB4-D5EE-D246-E86EABDD2A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105" y="10181034"/>
            <a:ext cx="432000" cy="432000"/>
          </a:xfrm>
          <a:prstGeom prst="rect">
            <a:avLst/>
          </a:prstGeom>
        </p:spPr>
      </p:pic>
      <p:pic>
        <p:nvPicPr>
          <p:cNvPr id="75" name="Graphic 74" descr="Harvey Balls 100% with solid fill">
            <a:extLst>
              <a:ext uri="{FF2B5EF4-FFF2-40B4-BE49-F238E27FC236}">
                <a16:creationId xmlns:a16="http://schemas.microsoft.com/office/drawing/2014/main" id="{7F712BA0-66D5-CEE9-7BAA-7E36F7E885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105" y="10598371"/>
            <a:ext cx="432000" cy="432000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B39A43EE-BF06-41DD-38B6-F1544D3C8434}"/>
              </a:ext>
            </a:extLst>
          </p:cNvPr>
          <p:cNvSpPr txBox="1"/>
          <p:nvPr/>
        </p:nvSpPr>
        <p:spPr>
          <a:xfrm>
            <a:off x="345644" y="10207675"/>
            <a:ext cx="320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0911F8A-8BD4-312E-5196-5B2498711F17}"/>
              </a:ext>
            </a:extLst>
          </p:cNvPr>
          <p:cNvSpPr txBox="1"/>
          <p:nvPr/>
        </p:nvSpPr>
        <p:spPr>
          <a:xfrm>
            <a:off x="345644" y="1062574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C</a:t>
            </a:r>
          </a:p>
        </p:txBody>
      </p:sp>
      <p:pic>
        <p:nvPicPr>
          <p:cNvPr id="80" name="Graphic 79" descr="Harvey Balls 100% with solid fill">
            <a:extLst>
              <a:ext uri="{FF2B5EF4-FFF2-40B4-BE49-F238E27FC236}">
                <a16:creationId xmlns:a16="http://schemas.microsoft.com/office/drawing/2014/main" id="{9CEC53AE-21A3-41F0-BDCE-5A2BB298AF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105" y="11003730"/>
            <a:ext cx="432000" cy="432000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41FD5EF2-6D21-383F-527C-E8C258BE821E}"/>
              </a:ext>
            </a:extLst>
          </p:cNvPr>
          <p:cNvSpPr txBox="1"/>
          <p:nvPr/>
        </p:nvSpPr>
        <p:spPr>
          <a:xfrm>
            <a:off x="345644" y="1103037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6F8F4D4-0616-7BC2-7E65-1EC3619CBC23}"/>
              </a:ext>
            </a:extLst>
          </p:cNvPr>
          <p:cNvSpPr txBox="1"/>
          <p:nvPr/>
        </p:nvSpPr>
        <p:spPr>
          <a:xfrm>
            <a:off x="343650" y="9774012"/>
            <a:ext cx="320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A</a:t>
            </a:r>
          </a:p>
        </p:txBody>
      </p:sp>
      <p:pic>
        <p:nvPicPr>
          <p:cNvPr id="83" name="Graphic 82" descr="Harvey Balls 100% with solid fill">
            <a:extLst>
              <a:ext uri="{FF2B5EF4-FFF2-40B4-BE49-F238E27FC236}">
                <a16:creationId xmlns:a16="http://schemas.microsoft.com/office/drawing/2014/main" id="{E63BC8CF-C17F-9B5D-7AD8-EA7491264C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883" y="10175652"/>
            <a:ext cx="432000" cy="432000"/>
          </a:xfrm>
          <a:prstGeom prst="rect">
            <a:avLst/>
          </a:prstGeom>
        </p:spPr>
      </p:pic>
      <p:pic>
        <p:nvPicPr>
          <p:cNvPr id="84" name="Graphic 83" descr="Harvey Balls 100% with solid fill">
            <a:extLst>
              <a:ext uri="{FF2B5EF4-FFF2-40B4-BE49-F238E27FC236}">
                <a16:creationId xmlns:a16="http://schemas.microsoft.com/office/drawing/2014/main" id="{D2219CD5-807A-F2CC-3E01-A92B9CC84A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883" y="10592989"/>
            <a:ext cx="432000" cy="432000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A7DE280D-EA08-FABB-867C-0A483A7BB0B3}"/>
              </a:ext>
            </a:extLst>
          </p:cNvPr>
          <p:cNvSpPr txBox="1"/>
          <p:nvPr/>
        </p:nvSpPr>
        <p:spPr>
          <a:xfrm>
            <a:off x="1171422" y="10202293"/>
            <a:ext cx="320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011FD3F-F8E0-932D-4A5A-8A1B7F1D50F4}"/>
              </a:ext>
            </a:extLst>
          </p:cNvPr>
          <p:cNvSpPr txBox="1"/>
          <p:nvPr/>
        </p:nvSpPr>
        <p:spPr>
          <a:xfrm>
            <a:off x="1171422" y="10620365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A</a:t>
            </a:r>
          </a:p>
        </p:txBody>
      </p:sp>
      <p:pic>
        <p:nvPicPr>
          <p:cNvPr id="87" name="Graphic 86" descr="Harvey Balls 100% with solid fill">
            <a:extLst>
              <a:ext uri="{FF2B5EF4-FFF2-40B4-BE49-F238E27FC236}">
                <a16:creationId xmlns:a16="http://schemas.microsoft.com/office/drawing/2014/main" id="{A263DF05-603F-A7E2-6875-3B897FFF80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883" y="10998348"/>
            <a:ext cx="432000" cy="43200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470B26F7-5E49-AF73-5B24-A08B9CA4D00A}"/>
              </a:ext>
            </a:extLst>
          </p:cNvPr>
          <p:cNvSpPr txBox="1"/>
          <p:nvPr/>
        </p:nvSpPr>
        <p:spPr>
          <a:xfrm>
            <a:off x="1171422" y="1102498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4A5CE1E-C950-BD6A-C866-B4B1B1A7BA42}"/>
              </a:ext>
            </a:extLst>
          </p:cNvPr>
          <p:cNvSpPr txBox="1"/>
          <p:nvPr/>
        </p:nvSpPr>
        <p:spPr>
          <a:xfrm>
            <a:off x="1169428" y="9768630"/>
            <a:ext cx="320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A</a:t>
            </a:r>
          </a:p>
        </p:txBody>
      </p:sp>
      <p:pic>
        <p:nvPicPr>
          <p:cNvPr id="94" name="Graphic 93" descr="Harvey Balls 100% with solid fill">
            <a:extLst>
              <a:ext uri="{FF2B5EF4-FFF2-40B4-BE49-F238E27FC236}">
                <a16:creationId xmlns:a16="http://schemas.microsoft.com/office/drawing/2014/main" id="{59B8F463-3668-859B-520D-F0D37AD246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6388" y="9758275"/>
            <a:ext cx="432000" cy="432000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89D1232E-87AE-C8D7-868D-5215FC8EABDE}"/>
              </a:ext>
            </a:extLst>
          </p:cNvPr>
          <p:cNvSpPr txBox="1"/>
          <p:nvPr/>
        </p:nvSpPr>
        <p:spPr>
          <a:xfrm>
            <a:off x="331927" y="9784916"/>
            <a:ext cx="320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A</a:t>
            </a:r>
          </a:p>
        </p:txBody>
      </p:sp>
      <p:pic>
        <p:nvPicPr>
          <p:cNvPr id="96" name="Graphic 95" descr="Harvey Balls 100% with solid fill">
            <a:extLst>
              <a:ext uri="{FF2B5EF4-FFF2-40B4-BE49-F238E27FC236}">
                <a16:creationId xmlns:a16="http://schemas.microsoft.com/office/drawing/2014/main" id="{A164D890-1580-AFBD-0216-CDE635CEA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2166" y="9752893"/>
            <a:ext cx="432000" cy="432000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AD0960F3-C9DE-1355-9A8D-AA2641B9EA03}"/>
              </a:ext>
            </a:extLst>
          </p:cNvPr>
          <p:cNvSpPr txBox="1"/>
          <p:nvPr/>
        </p:nvSpPr>
        <p:spPr>
          <a:xfrm>
            <a:off x="1157705" y="9779534"/>
            <a:ext cx="320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F74BED7-E98C-93EE-68E1-942F0584B3E3}"/>
              </a:ext>
            </a:extLst>
          </p:cNvPr>
          <p:cNvCxnSpPr>
            <a:cxnSpLocks/>
            <a:stCxn id="95" idx="3"/>
            <a:endCxn id="86" idx="1"/>
          </p:cNvCxnSpPr>
          <p:nvPr/>
        </p:nvCxnSpPr>
        <p:spPr>
          <a:xfrm>
            <a:off x="652849" y="9969582"/>
            <a:ext cx="518573" cy="835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D7CD034-1050-77B2-4165-F726E7047740}"/>
              </a:ext>
            </a:extLst>
          </p:cNvPr>
          <p:cNvCxnSpPr>
            <a:cxnSpLocks/>
            <a:stCxn id="78" idx="3"/>
            <a:endCxn id="88" idx="1"/>
          </p:cNvCxnSpPr>
          <p:nvPr/>
        </p:nvCxnSpPr>
        <p:spPr>
          <a:xfrm>
            <a:off x="666566" y="10392341"/>
            <a:ext cx="504856" cy="817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E904EBF8-2BC9-7863-AAC3-FF1954271B97}"/>
              </a:ext>
            </a:extLst>
          </p:cNvPr>
          <p:cNvCxnSpPr>
            <a:cxnSpLocks/>
            <a:endCxn id="85" idx="1"/>
          </p:cNvCxnSpPr>
          <p:nvPr/>
        </p:nvCxnSpPr>
        <p:spPr>
          <a:xfrm flipV="1">
            <a:off x="579763" y="10386959"/>
            <a:ext cx="591659" cy="453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CBAD93B-D318-B482-E0B4-3E938E8F8175}"/>
              </a:ext>
            </a:extLst>
          </p:cNvPr>
          <p:cNvCxnSpPr>
            <a:cxnSpLocks/>
            <a:endCxn id="97" idx="1"/>
          </p:cNvCxnSpPr>
          <p:nvPr/>
        </p:nvCxnSpPr>
        <p:spPr>
          <a:xfrm flipV="1">
            <a:off x="585820" y="9964200"/>
            <a:ext cx="571885" cy="1178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6CF957F4-A5E6-326E-3CD5-9EFEAD610166}"/>
              </a:ext>
            </a:extLst>
          </p:cNvPr>
          <p:cNvGrpSpPr/>
          <p:nvPr/>
        </p:nvGrpSpPr>
        <p:grpSpPr>
          <a:xfrm>
            <a:off x="-217653" y="1355532"/>
            <a:ext cx="4501908" cy="2068108"/>
            <a:chOff x="474842" y="1669196"/>
            <a:chExt cx="3011066" cy="2068108"/>
          </a:xfrm>
        </p:grpSpPr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51CBF3DE-DF2F-0CDE-D5D8-2CCE958EC6F3}"/>
                </a:ext>
              </a:extLst>
            </p:cNvPr>
            <p:cNvSpPr/>
            <p:nvPr/>
          </p:nvSpPr>
          <p:spPr>
            <a:xfrm>
              <a:off x="492388" y="3198522"/>
              <a:ext cx="1496760" cy="538782"/>
            </a:xfrm>
            <a:custGeom>
              <a:avLst/>
              <a:gdLst>
                <a:gd name="connsiteX0" fmla="*/ 0 w 1320800"/>
                <a:gd name="connsiteY0" fmla="*/ 610339 h 789575"/>
                <a:gd name="connsiteX1" fmla="*/ 127000 w 1320800"/>
                <a:gd name="connsiteY1" fmla="*/ 140439 h 789575"/>
                <a:gd name="connsiteX2" fmla="*/ 279400 w 1320800"/>
                <a:gd name="connsiteY2" fmla="*/ 635739 h 789575"/>
                <a:gd name="connsiteX3" fmla="*/ 419100 w 1320800"/>
                <a:gd name="connsiteY3" fmla="*/ 739 h 789575"/>
                <a:gd name="connsiteX4" fmla="*/ 584200 w 1320800"/>
                <a:gd name="connsiteY4" fmla="*/ 788139 h 789575"/>
                <a:gd name="connsiteX5" fmla="*/ 711200 w 1320800"/>
                <a:gd name="connsiteY5" fmla="*/ 203939 h 789575"/>
                <a:gd name="connsiteX6" fmla="*/ 812800 w 1320800"/>
                <a:gd name="connsiteY6" fmla="*/ 534139 h 789575"/>
                <a:gd name="connsiteX7" fmla="*/ 927100 w 1320800"/>
                <a:gd name="connsiteY7" fmla="*/ 280139 h 789575"/>
                <a:gd name="connsiteX8" fmla="*/ 990600 w 1320800"/>
                <a:gd name="connsiteY8" fmla="*/ 483339 h 789575"/>
                <a:gd name="connsiteX9" fmla="*/ 1117600 w 1320800"/>
                <a:gd name="connsiteY9" fmla="*/ 13439 h 789575"/>
                <a:gd name="connsiteX10" fmla="*/ 1219200 w 1320800"/>
                <a:gd name="connsiteY10" fmla="*/ 661139 h 789575"/>
                <a:gd name="connsiteX11" fmla="*/ 1320800 w 1320800"/>
                <a:gd name="connsiteY11" fmla="*/ 470639 h 78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20800" h="789575">
                  <a:moveTo>
                    <a:pt x="0" y="610339"/>
                  </a:moveTo>
                  <a:cubicBezTo>
                    <a:pt x="40216" y="373272"/>
                    <a:pt x="80433" y="136206"/>
                    <a:pt x="127000" y="140439"/>
                  </a:cubicBezTo>
                  <a:cubicBezTo>
                    <a:pt x="173567" y="144672"/>
                    <a:pt x="230717" y="659022"/>
                    <a:pt x="279400" y="635739"/>
                  </a:cubicBezTo>
                  <a:cubicBezTo>
                    <a:pt x="328083" y="612456"/>
                    <a:pt x="368300" y="-24661"/>
                    <a:pt x="419100" y="739"/>
                  </a:cubicBezTo>
                  <a:cubicBezTo>
                    <a:pt x="469900" y="26139"/>
                    <a:pt x="535517" y="754272"/>
                    <a:pt x="584200" y="788139"/>
                  </a:cubicBezTo>
                  <a:cubicBezTo>
                    <a:pt x="632883" y="822006"/>
                    <a:pt x="673100" y="246272"/>
                    <a:pt x="711200" y="203939"/>
                  </a:cubicBezTo>
                  <a:cubicBezTo>
                    <a:pt x="749300" y="161606"/>
                    <a:pt x="776817" y="521439"/>
                    <a:pt x="812800" y="534139"/>
                  </a:cubicBezTo>
                  <a:cubicBezTo>
                    <a:pt x="848783" y="546839"/>
                    <a:pt x="897467" y="288606"/>
                    <a:pt x="927100" y="280139"/>
                  </a:cubicBezTo>
                  <a:cubicBezTo>
                    <a:pt x="956733" y="271672"/>
                    <a:pt x="958850" y="527789"/>
                    <a:pt x="990600" y="483339"/>
                  </a:cubicBezTo>
                  <a:cubicBezTo>
                    <a:pt x="1022350" y="438889"/>
                    <a:pt x="1079500" y="-16194"/>
                    <a:pt x="1117600" y="13439"/>
                  </a:cubicBezTo>
                  <a:cubicBezTo>
                    <a:pt x="1155700" y="43072"/>
                    <a:pt x="1185333" y="584939"/>
                    <a:pt x="1219200" y="661139"/>
                  </a:cubicBezTo>
                  <a:cubicBezTo>
                    <a:pt x="1253067" y="737339"/>
                    <a:pt x="1286933" y="603989"/>
                    <a:pt x="1320800" y="47063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C47DB4B5-8B09-F174-C86B-B1FD63EECBE2}"/>
                </a:ext>
              </a:extLst>
            </p:cNvPr>
            <p:cNvSpPr/>
            <p:nvPr/>
          </p:nvSpPr>
          <p:spPr>
            <a:xfrm>
              <a:off x="492388" y="2971781"/>
              <a:ext cx="1496760" cy="538782"/>
            </a:xfrm>
            <a:custGeom>
              <a:avLst/>
              <a:gdLst>
                <a:gd name="connsiteX0" fmla="*/ 0 w 1320800"/>
                <a:gd name="connsiteY0" fmla="*/ 610339 h 789575"/>
                <a:gd name="connsiteX1" fmla="*/ 127000 w 1320800"/>
                <a:gd name="connsiteY1" fmla="*/ 140439 h 789575"/>
                <a:gd name="connsiteX2" fmla="*/ 279400 w 1320800"/>
                <a:gd name="connsiteY2" fmla="*/ 635739 h 789575"/>
                <a:gd name="connsiteX3" fmla="*/ 419100 w 1320800"/>
                <a:gd name="connsiteY3" fmla="*/ 739 h 789575"/>
                <a:gd name="connsiteX4" fmla="*/ 584200 w 1320800"/>
                <a:gd name="connsiteY4" fmla="*/ 788139 h 789575"/>
                <a:gd name="connsiteX5" fmla="*/ 711200 w 1320800"/>
                <a:gd name="connsiteY5" fmla="*/ 203939 h 789575"/>
                <a:gd name="connsiteX6" fmla="*/ 812800 w 1320800"/>
                <a:gd name="connsiteY6" fmla="*/ 534139 h 789575"/>
                <a:gd name="connsiteX7" fmla="*/ 927100 w 1320800"/>
                <a:gd name="connsiteY7" fmla="*/ 280139 h 789575"/>
                <a:gd name="connsiteX8" fmla="*/ 990600 w 1320800"/>
                <a:gd name="connsiteY8" fmla="*/ 483339 h 789575"/>
                <a:gd name="connsiteX9" fmla="*/ 1117600 w 1320800"/>
                <a:gd name="connsiteY9" fmla="*/ 13439 h 789575"/>
                <a:gd name="connsiteX10" fmla="*/ 1219200 w 1320800"/>
                <a:gd name="connsiteY10" fmla="*/ 661139 h 789575"/>
                <a:gd name="connsiteX11" fmla="*/ 1320800 w 1320800"/>
                <a:gd name="connsiteY11" fmla="*/ 470639 h 78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20800" h="789575">
                  <a:moveTo>
                    <a:pt x="0" y="610339"/>
                  </a:moveTo>
                  <a:cubicBezTo>
                    <a:pt x="40216" y="373272"/>
                    <a:pt x="80433" y="136206"/>
                    <a:pt x="127000" y="140439"/>
                  </a:cubicBezTo>
                  <a:cubicBezTo>
                    <a:pt x="173567" y="144672"/>
                    <a:pt x="230717" y="659022"/>
                    <a:pt x="279400" y="635739"/>
                  </a:cubicBezTo>
                  <a:cubicBezTo>
                    <a:pt x="328083" y="612456"/>
                    <a:pt x="368300" y="-24661"/>
                    <a:pt x="419100" y="739"/>
                  </a:cubicBezTo>
                  <a:cubicBezTo>
                    <a:pt x="469900" y="26139"/>
                    <a:pt x="535517" y="754272"/>
                    <a:pt x="584200" y="788139"/>
                  </a:cubicBezTo>
                  <a:cubicBezTo>
                    <a:pt x="632883" y="822006"/>
                    <a:pt x="673100" y="246272"/>
                    <a:pt x="711200" y="203939"/>
                  </a:cubicBezTo>
                  <a:cubicBezTo>
                    <a:pt x="749300" y="161606"/>
                    <a:pt x="776817" y="521439"/>
                    <a:pt x="812800" y="534139"/>
                  </a:cubicBezTo>
                  <a:cubicBezTo>
                    <a:pt x="848783" y="546839"/>
                    <a:pt x="897467" y="288606"/>
                    <a:pt x="927100" y="280139"/>
                  </a:cubicBezTo>
                  <a:cubicBezTo>
                    <a:pt x="956733" y="271672"/>
                    <a:pt x="958850" y="527789"/>
                    <a:pt x="990600" y="483339"/>
                  </a:cubicBezTo>
                  <a:cubicBezTo>
                    <a:pt x="1022350" y="438889"/>
                    <a:pt x="1079500" y="-16194"/>
                    <a:pt x="1117600" y="13439"/>
                  </a:cubicBezTo>
                  <a:cubicBezTo>
                    <a:pt x="1155700" y="43072"/>
                    <a:pt x="1185333" y="584939"/>
                    <a:pt x="1219200" y="661139"/>
                  </a:cubicBezTo>
                  <a:cubicBezTo>
                    <a:pt x="1253067" y="737339"/>
                    <a:pt x="1286933" y="603989"/>
                    <a:pt x="1320800" y="47063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ED212549-7746-8F17-E933-8809F08A5DC1}"/>
                </a:ext>
              </a:extLst>
            </p:cNvPr>
            <p:cNvSpPr/>
            <p:nvPr/>
          </p:nvSpPr>
          <p:spPr>
            <a:xfrm>
              <a:off x="474842" y="1669196"/>
              <a:ext cx="1496760" cy="987949"/>
            </a:xfrm>
            <a:custGeom>
              <a:avLst/>
              <a:gdLst>
                <a:gd name="connsiteX0" fmla="*/ 0 w 1320800"/>
                <a:gd name="connsiteY0" fmla="*/ 610339 h 789575"/>
                <a:gd name="connsiteX1" fmla="*/ 127000 w 1320800"/>
                <a:gd name="connsiteY1" fmla="*/ 140439 h 789575"/>
                <a:gd name="connsiteX2" fmla="*/ 279400 w 1320800"/>
                <a:gd name="connsiteY2" fmla="*/ 635739 h 789575"/>
                <a:gd name="connsiteX3" fmla="*/ 419100 w 1320800"/>
                <a:gd name="connsiteY3" fmla="*/ 739 h 789575"/>
                <a:gd name="connsiteX4" fmla="*/ 584200 w 1320800"/>
                <a:gd name="connsiteY4" fmla="*/ 788139 h 789575"/>
                <a:gd name="connsiteX5" fmla="*/ 711200 w 1320800"/>
                <a:gd name="connsiteY5" fmla="*/ 203939 h 789575"/>
                <a:gd name="connsiteX6" fmla="*/ 812800 w 1320800"/>
                <a:gd name="connsiteY6" fmla="*/ 534139 h 789575"/>
                <a:gd name="connsiteX7" fmla="*/ 927100 w 1320800"/>
                <a:gd name="connsiteY7" fmla="*/ 280139 h 789575"/>
                <a:gd name="connsiteX8" fmla="*/ 990600 w 1320800"/>
                <a:gd name="connsiteY8" fmla="*/ 483339 h 789575"/>
                <a:gd name="connsiteX9" fmla="*/ 1117600 w 1320800"/>
                <a:gd name="connsiteY9" fmla="*/ 13439 h 789575"/>
                <a:gd name="connsiteX10" fmla="*/ 1219200 w 1320800"/>
                <a:gd name="connsiteY10" fmla="*/ 661139 h 789575"/>
                <a:gd name="connsiteX11" fmla="*/ 1320800 w 1320800"/>
                <a:gd name="connsiteY11" fmla="*/ 470639 h 78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20800" h="789575">
                  <a:moveTo>
                    <a:pt x="0" y="610339"/>
                  </a:moveTo>
                  <a:cubicBezTo>
                    <a:pt x="40216" y="373272"/>
                    <a:pt x="80433" y="136206"/>
                    <a:pt x="127000" y="140439"/>
                  </a:cubicBezTo>
                  <a:cubicBezTo>
                    <a:pt x="173567" y="144672"/>
                    <a:pt x="230717" y="659022"/>
                    <a:pt x="279400" y="635739"/>
                  </a:cubicBezTo>
                  <a:cubicBezTo>
                    <a:pt x="328083" y="612456"/>
                    <a:pt x="368300" y="-24661"/>
                    <a:pt x="419100" y="739"/>
                  </a:cubicBezTo>
                  <a:cubicBezTo>
                    <a:pt x="469900" y="26139"/>
                    <a:pt x="535517" y="754272"/>
                    <a:pt x="584200" y="788139"/>
                  </a:cubicBezTo>
                  <a:cubicBezTo>
                    <a:pt x="632883" y="822006"/>
                    <a:pt x="673100" y="246272"/>
                    <a:pt x="711200" y="203939"/>
                  </a:cubicBezTo>
                  <a:cubicBezTo>
                    <a:pt x="749300" y="161606"/>
                    <a:pt x="776817" y="521439"/>
                    <a:pt x="812800" y="534139"/>
                  </a:cubicBezTo>
                  <a:cubicBezTo>
                    <a:pt x="848783" y="546839"/>
                    <a:pt x="897467" y="288606"/>
                    <a:pt x="927100" y="280139"/>
                  </a:cubicBezTo>
                  <a:cubicBezTo>
                    <a:pt x="956733" y="271672"/>
                    <a:pt x="958850" y="527789"/>
                    <a:pt x="990600" y="483339"/>
                  </a:cubicBezTo>
                  <a:cubicBezTo>
                    <a:pt x="1022350" y="438889"/>
                    <a:pt x="1079500" y="-16194"/>
                    <a:pt x="1117600" y="13439"/>
                  </a:cubicBezTo>
                  <a:cubicBezTo>
                    <a:pt x="1155700" y="43072"/>
                    <a:pt x="1185333" y="584939"/>
                    <a:pt x="1219200" y="661139"/>
                  </a:cubicBezTo>
                  <a:cubicBezTo>
                    <a:pt x="1253067" y="737339"/>
                    <a:pt x="1286933" y="603989"/>
                    <a:pt x="1320800" y="47063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899D7DB-0D6A-575F-1276-0104167303DE}"/>
                </a:ext>
              </a:extLst>
            </p:cNvPr>
            <p:cNvSpPr/>
            <p:nvPr/>
          </p:nvSpPr>
          <p:spPr>
            <a:xfrm>
              <a:off x="1976448" y="3169882"/>
              <a:ext cx="1496760" cy="494628"/>
            </a:xfrm>
            <a:custGeom>
              <a:avLst/>
              <a:gdLst>
                <a:gd name="connsiteX0" fmla="*/ 0 w 1320800"/>
                <a:gd name="connsiteY0" fmla="*/ 610339 h 789575"/>
                <a:gd name="connsiteX1" fmla="*/ 127000 w 1320800"/>
                <a:gd name="connsiteY1" fmla="*/ 140439 h 789575"/>
                <a:gd name="connsiteX2" fmla="*/ 279400 w 1320800"/>
                <a:gd name="connsiteY2" fmla="*/ 635739 h 789575"/>
                <a:gd name="connsiteX3" fmla="*/ 419100 w 1320800"/>
                <a:gd name="connsiteY3" fmla="*/ 739 h 789575"/>
                <a:gd name="connsiteX4" fmla="*/ 584200 w 1320800"/>
                <a:gd name="connsiteY4" fmla="*/ 788139 h 789575"/>
                <a:gd name="connsiteX5" fmla="*/ 711200 w 1320800"/>
                <a:gd name="connsiteY5" fmla="*/ 203939 h 789575"/>
                <a:gd name="connsiteX6" fmla="*/ 812800 w 1320800"/>
                <a:gd name="connsiteY6" fmla="*/ 534139 h 789575"/>
                <a:gd name="connsiteX7" fmla="*/ 927100 w 1320800"/>
                <a:gd name="connsiteY7" fmla="*/ 280139 h 789575"/>
                <a:gd name="connsiteX8" fmla="*/ 990600 w 1320800"/>
                <a:gd name="connsiteY8" fmla="*/ 483339 h 789575"/>
                <a:gd name="connsiteX9" fmla="*/ 1117600 w 1320800"/>
                <a:gd name="connsiteY9" fmla="*/ 13439 h 789575"/>
                <a:gd name="connsiteX10" fmla="*/ 1219200 w 1320800"/>
                <a:gd name="connsiteY10" fmla="*/ 661139 h 789575"/>
                <a:gd name="connsiteX11" fmla="*/ 1320800 w 1320800"/>
                <a:gd name="connsiteY11" fmla="*/ 470639 h 78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20800" h="789575">
                  <a:moveTo>
                    <a:pt x="0" y="610339"/>
                  </a:moveTo>
                  <a:cubicBezTo>
                    <a:pt x="40216" y="373272"/>
                    <a:pt x="80433" y="136206"/>
                    <a:pt x="127000" y="140439"/>
                  </a:cubicBezTo>
                  <a:cubicBezTo>
                    <a:pt x="173567" y="144672"/>
                    <a:pt x="230717" y="659022"/>
                    <a:pt x="279400" y="635739"/>
                  </a:cubicBezTo>
                  <a:cubicBezTo>
                    <a:pt x="328083" y="612456"/>
                    <a:pt x="368300" y="-24661"/>
                    <a:pt x="419100" y="739"/>
                  </a:cubicBezTo>
                  <a:cubicBezTo>
                    <a:pt x="469900" y="26139"/>
                    <a:pt x="535517" y="754272"/>
                    <a:pt x="584200" y="788139"/>
                  </a:cubicBezTo>
                  <a:cubicBezTo>
                    <a:pt x="632883" y="822006"/>
                    <a:pt x="673100" y="246272"/>
                    <a:pt x="711200" y="203939"/>
                  </a:cubicBezTo>
                  <a:cubicBezTo>
                    <a:pt x="749300" y="161606"/>
                    <a:pt x="776817" y="521439"/>
                    <a:pt x="812800" y="534139"/>
                  </a:cubicBezTo>
                  <a:cubicBezTo>
                    <a:pt x="848783" y="546839"/>
                    <a:pt x="897467" y="288606"/>
                    <a:pt x="927100" y="280139"/>
                  </a:cubicBezTo>
                  <a:cubicBezTo>
                    <a:pt x="956733" y="271672"/>
                    <a:pt x="958850" y="527789"/>
                    <a:pt x="990600" y="483339"/>
                  </a:cubicBezTo>
                  <a:cubicBezTo>
                    <a:pt x="1022350" y="438889"/>
                    <a:pt x="1079500" y="-16194"/>
                    <a:pt x="1117600" y="13439"/>
                  </a:cubicBezTo>
                  <a:cubicBezTo>
                    <a:pt x="1155700" y="43072"/>
                    <a:pt x="1185333" y="584939"/>
                    <a:pt x="1219200" y="661139"/>
                  </a:cubicBezTo>
                  <a:cubicBezTo>
                    <a:pt x="1253067" y="737339"/>
                    <a:pt x="1286933" y="603989"/>
                    <a:pt x="1320800" y="47063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96FC141E-1E5D-AB0D-0EF0-4B7438A3E465}"/>
                </a:ext>
              </a:extLst>
            </p:cNvPr>
            <p:cNvSpPr/>
            <p:nvPr/>
          </p:nvSpPr>
          <p:spPr>
            <a:xfrm flipV="1">
              <a:off x="1989148" y="3164708"/>
              <a:ext cx="1496760" cy="481266"/>
            </a:xfrm>
            <a:custGeom>
              <a:avLst/>
              <a:gdLst>
                <a:gd name="connsiteX0" fmla="*/ 0 w 1320800"/>
                <a:gd name="connsiteY0" fmla="*/ 610339 h 789575"/>
                <a:gd name="connsiteX1" fmla="*/ 127000 w 1320800"/>
                <a:gd name="connsiteY1" fmla="*/ 140439 h 789575"/>
                <a:gd name="connsiteX2" fmla="*/ 279400 w 1320800"/>
                <a:gd name="connsiteY2" fmla="*/ 635739 h 789575"/>
                <a:gd name="connsiteX3" fmla="*/ 419100 w 1320800"/>
                <a:gd name="connsiteY3" fmla="*/ 739 h 789575"/>
                <a:gd name="connsiteX4" fmla="*/ 584200 w 1320800"/>
                <a:gd name="connsiteY4" fmla="*/ 788139 h 789575"/>
                <a:gd name="connsiteX5" fmla="*/ 711200 w 1320800"/>
                <a:gd name="connsiteY5" fmla="*/ 203939 h 789575"/>
                <a:gd name="connsiteX6" fmla="*/ 812800 w 1320800"/>
                <a:gd name="connsiteY6" fmla="*/ 534139 h 789575"/>
                <a:gd name="connsiteX7" fmla="*/ 927100 w 1320800"/>
                <a:gd name="connsiteY7" fmla="*/ 280139 h 789575"/>
                <a:gd name="connsiteX8" fmla="*/ 990600 w 1320800"/>
                <a:gd name="connsiteY8" fmla="*/ 483339 h 789575"/>
                <a:gd name="connsiteX9" fmla="*/ 1117600 w 1320800"/>
                <a:gd name="connsiteY9" fmla="*/ 13439 h 789575"/>
                <a:gd name="connsiteX10" fmla="*/ 1219200 w 1320800"/>
                <a:gd name="connsiteY10" fmla="*/ 661139 h 789575"/>
                <a:gd name="connsiteX11" fmla="*/ 1320800 w 1320800"/>
                <a:gd name="connsiteY11" fmla="*/ 470639 h 78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20800" h="789575">
                  <a:moveTo>
                    <a:pt x="0" y="610339"/>
                  </a:moveTo>
                  <a:cubicBezTo>
                    <a:pt x="40216" y="373272"/>
                    <a:pt x="80433" y="136206"/>
                    <a:pt x="127000" y="140439"/>
                  </a:cubicBezTo>
                  <a:cubicBezTo>
                    <a:pt x="173567" y="144672"/>
                    <a:pt x="230717" y="659022"/>
                    <a:pt x="279400" y="635739"/>
                  </a:cubicBezTo>
                  <a:cubicBezTo>
                    <a:pt x="328083" y="612456"/>
                    <a:pt x="368300" y="-24661"/>
                    <a:pt x="419100" y="739"/>
                  </a:cubicBezTo>
                  <a:cubicBezTo>
                    <a:pt x="469900" y="26139"/>
                    <a:pt x="535517" y="754272"/>
                    <a:pt x="584200" y="788139"/>
                  </a:cubicBezTo>
                  <a:cubicBezTo>
                    <a:pt x="632883" y="822006"/>
                    <a:pt x="673100" y="246272"/>
                    <a:pt x="711200" y="203939"/>
                  </a:cubicBezTo>
                  <a:cubicBezTo>
                    <a:pt x="749300" y="161606"/>
                    <a:pt x="776817" y="521439"/>
                    <a:pt x="812800" y="534139"/>
                  </a:cubicBezTo>
                  <a:cubicBezTo>
                    <a:pt x="848783" y="546839"/>
                    <a:pt x="897467" y="288606"/>
                    <a:pt x="927100" y="280139"/>
                  </a:cubicBezTo>
                  <a:cubicBezTo>
                    <a:pt x="956733" y="271672"/>
                    <a:pt x="958850" y="527789"/>
                    <a:pt x="990600" y="483339"/>
                  </a:cubicBezTo>
                  <a:cubicBezTo>
                    <a:pt x="1022350" y="438889"/>
                    <a:pt x="1079500" y="-16194"/>
                    <a:pt x="1117600" y="13439"/>
                  </a:cubicBezTo>
                  <a:cubicBezTo>
                    <a:pt x="1155700" y="43072"/>
                    <a:pt x="1185333" y="584939"/>
                    <a:pt x="1219200" y="661139"/>
                  </a:cubicBezTo>
                  <a:cubicBezTo>
                    <a:pt x="1253067" y="737339"/>
                    <a:pt x="1286933" y="603989"/>
                    <a:pt x="1320800" y="47063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FDE191AE-3DB9-B9D6-90BF-F9B6B4E1D557}"/>
                </a:ext>
              </a:extLst>
            </p:cNvPr>
            <p:cNvSpPr/>
            <p:nvPr/>
          </p:nvSpPr>
          <p:spPr>
            <a:xfrm>
              <a:off x="1971602" y="2175718"/>
              <a:ext cx="1496760" cy="112470"/>
            </a:xfrm>
            <a:custGeom>
              <a:avLst/>
              <a:gdLst>
                <a:gd name="connsiteX0" fmla="*/ 0 w 1320800"/>
                <a:gd name="connsiteY0" fmla="*/ 610339 h 789575"/>
                <a:gd name="connsiteX1" fmla="*/ 127000 w 1320800"/>
                <a:gd name="connsiteY1" fmla="*/ 140439 h 789575"/>
                <a:gd name="connsiteX2" fmla="*/ 279400 w 1320800"/>
                <a:gd name="connsiteY2" fmla="*/ 635739 h 789575"/>
                <a:gd name="connsiteX3" fmla="*/ 419100 w 1320800"/>
                <a:gd name="connsiteY3" fmla="*/ 739 h 789575"/>
                <a:gd name="connsiteX4" fmla="*/ 584200 w 1320800"/>
                <a:gd name="connsiteY4" fmla="*/ 788139 h 789575"/>
                <a:gd name="connsiteX5" fmla="*/ 711200 w 1320800"/>
                <a:gd name="connsiteY5" fmla="*/ 203939 h 789575"/>
                <a:gd name="connsiteX6" fmla="*/ 812800 w 1320800"/>
                <a:gd name="connsiteY6" fmla="*/ 534139 h 789575"/>
                <a:gd name="connsiteX7" fmla="*/ 927100 w 1320800"/>
                <a:gd name="connsiteY7" fmla="*/ 280139 h 789575"/>
                <a:gd name="connsiteX8" fmla="*/ 990600 w 1320800"/>
                <a:gd name="connsiteY8" fmla="*/ 483339 h 789575"/>
                <a:gd name="connsiteX9" fmla="*/ 1117600 w 1320800"/>
                <a:gd name="connsiteY9" fmla="*/ 13439 h 789575"/>
                <a:gd name="connsiteX10" fmla="*/ 1219200 w 1320800"/>
                <a:gd name="connsiteY10" fmla="*/ 661139 h 789575"/>
                <a:gd name="connsiteX11" fmla="*/ 1320800 w 1320800"/>
                <a:gd name="connsiteY11" fmla="*/ 470639 h 78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20800" h="789575">
                  <a:moveTo>
                    <a:pt x="0" y="610339"/>
                  </a:moveTo>
                  <a:cubicBezTo>
                    <a:pt x="40216" y="373272"/>
                    <a:pt x="80433" y="136206"/>
                    <a:pt x="127000" y="140439"/>
                  </a:cubicBezTo>
                  <a:cubicBezTo>
                    <a:pt x="173567" y="144672"/>
                    <a:pt x="230717" y="659022"/>
                    <a:pt x="279400" y="635739"/>
                  </a:cubicBezTo>
                  <a:cubicBezTo>
                    <a:pt x="328083" y="612456"/>
                    <a:pt x="368300" y="-24661"/>
                    <a:pt x="419100" y="739"/>
                  </a:cubicBezTo>
                  <a:cubicBezTo>
                    <a:pt x="469900" y="26139"/>
                    <a:pt x="535517" y="754272"/>
                    <a:pt x="584200" y="788139"/>
                  </a:cubicBezTo>
                  <a:cubicBezTo>
                    <a:pt x="632883" y="822006"/>
                    <a:pt x="673100" y="246272"/>
                    <a:pt x="711200" y="203939"/>
                  </a:cubicBezTo>
                  <a:cubicBezTo>
                    <a:pt x="749300" y="161606"/>
                    <a:pt x="776817" y="521439"/>
                    <a:pt x="812800" y="534139"/>
                  </a:cubicBezTo>
                  <a:cubicBezTo>
                    <a:pt x="848783" y="546839"/>
                    <a:pt x="897467" y="288606"/>
                    <a:pt x="927100" y="280139"/>
                  </a:cubicBezTo>
                  <a:cubicBezTo>
                    <a:pt x="956733" y="271672"/>
                    <a:pt x="958850" y="527789"/>
                    <a:pt x="990600" y="483339"/>
                  </a:cubicBezTo>
                  <a:cubicBezTo>
                    <a:pt x="1022350" y="438889"/>
                    <a:pt x="1079500" y="-16194"/>
                    <a:pt x="1117600" y="13439"/>
                  </a:cubicBezTo>
                  <a:cubicBezTo>
                    <a:pt x="1155700" y="43072"/>
                    <a:pt x="1185333" y="584939"/>
                    <a:pt x="1219200" y="661139"/>
                  </a:cubicBezTo>
                  <a:cubicBezTo>
                    <a:pt x="1253067" y="737339"/>
                    <a:pt x="1286933" y="603989"/>
                    <a:pt x="1320800" y="47063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91CA7F8F-4699-FFF5-22E2-0F4395DC3091}"/>
              </a:ext>
            </a:extLst>
          </p:cNvPr>
          <p:cNvSpPr txBox="1">
            <a:spLocks/>
          </p:cNvSpPr>
          <p:nvPr/>
        </p:nvSpPr>
        <p:spPr>
          <a:xfrm>
            <a:off x="3938623" y="4041808"/>
            <a:ext cx="1038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598116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3363B-92AE-31C2-F317-015979554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90EF612B-3CE0-42A1-98E3-F78FD3EA82FB}"/>
              </a:ext>
            </a:extLst>
          </p:cNvPr>
          <p:cNvSpPr>
            <a:spLocks/>
          </p:cNvSpPr>
          <p:nvPr/>
        </p:nvSpPr>
        <p:spPr>
          <a:xfrm>
            <a:off x="-1469427" y="701040"/>
            <a:ext cx="9796854" cy="6645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A6A39F-9013-B983-7FCA-CAEE53A20B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8527" y="1499144"/>
            <a:ext cx="5149311" cy="51454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121ED3-180E-572A-7831-019A2B866831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2536129" y="1499144"/>
            <a:ext cx="0" cy="51454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01665A-2022-8100-24F7-6A6FFE500E37}"/>
              </a:ext>
            </a:extLst>
          </p:cNvPr>
          <p:cNvCxnSpPr>
            <a:cxnSpLocks/>
            <a:stCxn id="4" idx="1"/>
            <a:endCxn id="4" idx="3"/>
          </p:cNvCxnSpPr>
          <p:nvPr/>
        </p:nvCxnSpPr>
        <p:spPr>
          <a:xfrm>
            <a:off x="-38527" y="4071863"/>
            <a:ext cx="51493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F8E28D7-C830-C3D2-48D4-65EA5C2B8AF5}"/>
              </a:ext>
            </a:extLst>
          </p:cNvPr>
          <p:cNvGrpSpPr/>
          <p:nvPr/>
        </p:nvGrpSpPr>
        <p:grpSpPr>
          <a:xfrm rot="16200000">
            <a:off x="-2942053" y="3746506"/>
            <a:ext cx="5145437" cy="650711"/>
            <a:chOff x="-34653" y="6644581"/>
            <a:chExt cx="5145437" cy="65071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F633BAB-9916-D300-916E-CF6A783F5AC3}"/>
                </a:ext>
              </a:extLst>
            </p:cNvPr>
            <p:cNvSpPr>
              <a:spLocks/>
            </p:cNvSpPr>
            <p:nvPr/>
          </p:nvSpPr>
          <p:spPr>
            <a:xfrm rot="16200000">
              <a:off x="2338011" y="4385065"/>
              <a:ext cx="400110" cy="5145437"/>
            </a:xfrm>
            <a:prstGeom prst="rect">
              <a:avLst/>
            </a:prstGeom>
            <a:gradFill>
              <a:gsLst>
                <a:gs pos="50000">
                  <a:schemeClr val="accent1">
                    <a:lumMod val="5000"/>
                    <a:lumOff val="95000"/>
                  </a:schemeClr>
                </a:gs>
                <a:gs pos="16995">
                  <a:srgbClr val="8CBAE6"/>
                </a:gs>
                <a:gs pos="33000">
                  <a:srgbClr val="CAE8FE"/>
                </a:gs>
                <a:gs pos="75991">
                  <a:srgbClr val="F5B0B2"/>
                </a:gs>
                <a:gs pos="0">
                  <a:srgbClr val="2C77A6"/>
                </a:gs>
                <a:gs pos="100000">
                  <a:srgbClr val="BC2726"/>
                </a:gs>
              </a:gsLst>
              <a:lin ang="5400000" scaled="1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226F4C1-A589-67F6-F959-A3630F37587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489121" y="6762213"/>
                  <a:ext cx="242463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sz="2000" b="1" dirty="0"/>
                    <a:t>CORRELATION  </a:t>
                  </a:r>
                  <a:r>
                    <a:rPr lang="en-CA" sz="200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CA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a14:m>
                  <a:r>
                    <a:rPr lang="en-CA" sz="2000" dirty="0"/>
                    <a:t>)</a:t>
                  </a: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226F4C1-A589-67F6-F959-A3630F3758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9121" y="6762213"/>
                  <a:ext cx="2424638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6061" t="-1563" r="-27273" b="-2604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DB7F047-0620-A0AA-7E9B-132FE2A740C6}"/>
                </a:ext>
              </a:extLst>
            </p:cNvPr>
            <p:cNvSpPr txBox="1">
              <a:spLocks/>
            </p:cNvSpPr>
            <p:nvPr/>
          </p:nvSpPr>
          <p:spPr>
            <a:xfrm>
              <a:off x="20270" y="6644581"/>
              <a:ext cx="3241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200" b="1" dirty="0"/>
                <a:t>-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CE921D-E576-A555-4750-7E9C181E1A8A}"/>
                </a:ext>
              </a:extLst>
            </p:cNvPr>
            <p:cNvSpPr txBox="1">
              <a:spLocks/>
            </p:cNvSpPr>
            <p:nvPr/>
          </p:nvSpPr>
          <p:spPr>
            <a:xfrm>
              <a:off x="4703150" y="6710517"/>
              <a:ext cx="4042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200" b="1" dirty="0"/>
                <a:t>+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DFB75B00-16A2-D949-A08E-F685D3C319EE}"/>
              </a:ext>
            </a:extLst>
          </p:cNvPr>
          <p:cNvSpPr txBox="1">
            <a:spLocks/>
          </p:cNvSpPr>
          <p:nvPr/>
        </p:nvSpPr>
        <p:spPr>
          <a:xfrm>
            <a:off x="72452" y="816037"/>
            <a:ext cx="237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Average decline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857545-8F9D-E338-57DC-A82CB91800E0}"/>
              </a:ext>
            </a:extLst>
          </p:cNvPr>
          <p:cNvSpPr txBox="1">
            <a:spLocks/>
          </p:cNvSpPr>
          <p:nvPr/>
        </p:nvSpPr>
        <p:spPr>
          <a:xfrm>
            <a:off x="2578093" y="831395"/>
            <a:ext cx="249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Most species grow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8701435-12AC-FFD8-693E-505D5F654968}"/>
              </a:ext>
            </a:extLst>
          </p:cNvPr>
          <p:cNvCxnSpPr>
            <a:cxnSpLocks/>
          </p:cNvCxnSpPr>
          <p:nvPr/>
        </p:nvCxnSpPr>
        <p:spPr>
          <a:xfrm flipV="1">
            <a:off x="5314916" y="1499144"/>
            <a:ext cx="0" cy="2320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F62E0BC-EF3A-4A88-A4C2-06BD4E3C97D1}"/>
              </a:ext>
            </a:extLst>
          </p:cNvPr>
          <p:cNvCxnSpPr>
            <a:cxnSpLocks/>
          </p:cNvCxnSpPr>
          <p:nvPr/>
        </p:nvCxnSpPr>
        <p:spPr>
          <a:xfrm>
            <a:off x="5314916" y="4280374"/>
            <a:ext cx="0" cy="2364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ABFFC8F-A664-ED42-9D9D-61F199CF4D97}"/>
              </a:ext>
            </a:extLst>
          </p:cNvPr>
          <p:cNvCxnSpPr>
            <a:cxnSpLocks/>
          </p:cNvCxnSpPr>
          <p:nvPr/>
        </p:nvCxnSpPr>
        <p:spPr>
          <a:xfrm>
            <a:off x="2646991" y="1266947"/>
            <a:ext cx="2463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5CE4180-2B37-637B-52D5-ECD7495107A9}"/>
              </a:ext>
            </a:extLst>
          </p:cNvPr>
          <p:cNvCxnSpPr>
            <a:cxnSpLocks/>
          </p:cNvCxnSpPr>
          <p:nvPr/>
        </p:nvCxnSpPr>
        <p:spPr>
          <a:xfrm flipH="1">
            <a:off x="20270" y="1266947"/>
            <a:ext cx="24317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" name="Graphic 29" descr="Badge 1 with solid fill">
            <a:extLst>
              <a:ext uri="{FF2B5EF4-FFF2-40B4-BE49-F238E27FC236}">
                <a16:creationId xmlns:a16="http://schemas.microsoft.com/office/drawing/2014/main" id="{FDD1D660-B00E-5933-2387-D3D51385FD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89641" y="1543860"/>
            <a:ext cx="457196" cy="457196"/>
          </a:xfrm>
          <a:prstGeom prst="rect">
            <a:avLst/>
          </a:prstGeom>
        </p:spPr>
      </p:pic>
      <p:pic>
        <p:nvPicPr>
          <p:cNvPr id="33" name="Graphic 32" descr="Badge with solid fill">
            <a:extLst>
              <a:ext uri="{FF2B5EF4-FFF2-40B4-BE49-F238E27FC236}">
                <a16:creationId xmlns:a16="http://schemas.microsoft.com/office/drawing/2014/main" id="{037ABD10-1AC1-87BB-B80A-EDA01A7D70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2880" y="1534987"/>
            <a:ext cx="457199" cy="457199"/>
          </a:xfrm>
          <a:prstGeom prst="rect">
            <a:avLst/>
          </a:prstGeom>
        </p:spPr>
      </p:pic>
      <p:pic>
        <p:nvPicPr>
          <p:cNvPr id="35" name="Graphic 34" descr="Badge 3 with solid fill">
            <a:extLst>
              <a:ext uri="{FF2B5EF4-FFF2-40B4-BE49-F238E27FC236}">
                <a16:creationId xmlns:a16="http://schemas.microsoft.com/office/drawing/2014/main" id="{F1B79AA7-D4B5-6625-266F-A7FA61C6C7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04046" y="4108748"/>
            <a:ext cx="457196" cy="457196"/>
          </a:xfrm>
          <a:prstGeom prst="rect">
            <a:avLst/>
          </a:prstGeom>
        </p:spPr>
      </p:pic>
      <p:pic>
        <p:nvPicPr>
          <p:cNvPr id="37" name="Graphic 36" descr="Badge 4 with solid fill">
            <a:extLst>
              <a:ext uri="{FF2B5EF4-FFF2-40B4-BE49-F238E27FC236}">
                <a16:creationId xmlns:a16="http://schemas.microsoft.com/office/drawing/2014/main" id="{23B40111-F4D5-822A-72E6-48C8F415A4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94219" y="4111949"/>
            <a:ext cx="452448" cy="4524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CEE6DB-4690-6707-BB5C-9F0130743B52}"/>
              </a:ext>
            </a:extLst>
          </p:cNvPr>
          <p:cNvSpPr txBox="1"/>
          <p:nvPr/>
        </p:nvSpPr>
        <p:spPr>
          <a:xfrm>
            <a:off x="5587591" y="4505557"/>
            <a:ext cx="25408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Portfolio effects maintain stability.</a:t>
            </a:r>
          </a:p>
          <a:p>
            <a:r>
              <a:rPr lang="en-CA" dirty="0"/>
              <a:t>Asynchronous fluctuations have compensatory effects on community stability.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E2B48D-4002-E9C8-98EC-EC52547C0D8C}"/>
              </a:ext>
            </a:extLst>
          </p:cNvPr>
          <p:cNvSpPr txBox="1"/>
          <p:nvPr/>
        </p:nvSpPr>
        <p:spPr>
          <a:xfrm>
            <a:off x="5557473" y="1734958"/>
            <a:ext cx="25408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Risk of community instability.</a:t>
            </a:r>
          </a:p>
          <a:p>
            <a:r>
              <a:rPr lang="en-CA" dirty="0"/>
              <a:t>Synchronous variations amplify community variability, lowering stability.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7BD230-C89F-38F5-A6A2-43F39765FEC4}"/>
              </a:ext>
            </a:extLst>
          </p:cNvPr>
          <p:cNvSpPr txBox="1"/>
          <p:nvPr/>
        </p:nvSpPr>
        <p:spPr>
          <a:xfrm>
            <a:off x="5519046" y="1232903"/>
            <a:ext cx="254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Short term (annual)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5AAAED-3298-56A8-6830-952FCAD5C346}"/>
              </a:ext>
            </a:extLst>
          </p:cNvPr>
          <p:cNvSpPr/>
          <p:nvPr/>
        </p:nvSpPr>
        <p:spPr>
          <a:xfrm rot="16200000">
            <a:off x="2338010" y="4411390"/>
            <a:ext cx="400111" cy="5145437"/>
          </a:xfrm>
          <a:prstGeom prst="rect">
            <a:avLst/>
          </a:prstGeom>
          <a:gradFill>
            <a:gsLst>
              <a:gs pos="72000">
                <a:srgbClr val="C8E69D"/>
              </a:gs>
              <a:gs pos="14000">
                <a:srgbClr val="F3B37A"/>
              </a:gs>
              <a:gs pos="48000">
                <a:srgbClr val="F8FBC7"/>
              </a:gs>
              <a:gs pos="84000">
                <a:srgbClr val="9FD276"/>
              </a:gs>
              <a:gs pos="0">
                <a:srgbClr val="DE5441"/>
              </a:gs>
              <a:gs pos="100000">
                <a:srgbClr val="5AB359"/>
              </a:gs>
            </a:gsLst>
            <a:lin ang="5400000" scaled="1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A281B5-A552-FECA-8CA2-F11E1417E6E5}"/>
                  </a:ext>
                </a:extLst>
              </p:cNvPr>
              <p:cNvSpPr txBox="1"/>
              <p:nvPr/>
            </p:nvSpPr>
            <p:spPr>
              <a:xfrm>
                <a:off x="1611838" y="6768419"/>
                <a:ext cx="200602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000" b="1" dirty="0"/>
                  <a:t>TREND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CA" sz="2000" b="1" dirty="0"/>
                  <a:t> )</a:t>
                </a:r>
              </a:p>
              <a:p>
                <a:pPr algn="ctr"/>
                <a:endParaRPr lang="en-CA" sz="2000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A281B5-A552-FECA-8CA2-F11E1417E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838" y="6768419"/>
                <a:ext cx="2006027" cy="707886"/>
              </a:xfrm>
              <a:prstGeom prst="rect">
                <a:avLst/>
              </a:prstGeom>
              <a:blipFill>
                <a:blip r:embed="rId12"/>
                <a:stretch>
                  <a:fillRect t="-175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46464EC1-4EDD-79BE-8983-AB7D49A2B719}"/>
              </a:ext>
            </a:extLst>
          </p:cNvPr>
          <p:cNvSpPr txBox="1"/>
          <p:nvPr/>
        </p:nvSpPr>
        <p:spPr>
          <a:xfrm>
            <a:off x="4550907" y="6684690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BF87DC-34EC-5DE1-6EC2-5E97BCE05453}"/>
              </a:ext>
            </a:extLst>
          </p:cNvPr>
          <p:cNvSpPr txBox="1"/>
          <p:nvPr/>
        </p:nvSpPr>
        <p:spPr>
          <a:xfrm>
            <a:off x="43497" y="6691722"/>
            <a:ext cx="3241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CDED86-5717-74B9-3F6C-7041A3B7BF01}"/>
              </a:ext>
            </a:extLst>
          </p:cNvPr>
          <p:cNvSpPr txBox="1">
            <a:spLocks/>
          </p:cNvSpPr>
          <p:nvPr/>
        </p:nvSpPr>
        <p:spPr>
          <a:xfrm>
            <a:off x="-9210" y="1540290"/>
            <a:ext cx="249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 dirty="0"/>
              <a:t>High risk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CE235C-8BA3-5C33-F7AD-02C9A2F16C14}"/>
              </a:ext>
            </a:extLst>
          </p:cNvPr>
          <p:cNvSpPr txBox="1">
            <a:spLocks/>
          </p:cNvSpPr>
          <p:nvPr/>
        </p:nvSpPr>
        <p:spPr>
          <a:xfrm>
            <a:off x="0" y="1913192"/>
            <a:ext cx="2427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Synchronized declines</a:t>
            </a: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F4789412-14D4-BDFC-F895-19355CD1A824}"/>
              </a:ext>
            </a:extLst>
          </p:cNvPr>
          <p:cNvSpPr/>
          <p:nvPr/>
        </p:nvSpPr>
        <p:spPr>
          <a:xfrm>
            <a:off x="8396171" y="2872366"/>
            <a:ext cx="1496760" cy="306596"/>
          </a:xfrm>
          <a:custGeom>
            <a:avLst/>
            <a:gdLst>
              <a:gd name="connsiteX0" fmla="*/ 0 w 1320800"/>
              <a:gd name="connsiteY0" fmla="*/ 610339 h 789575"/>
              <a:gd name="connsiteX1" fmla="*/ 127000 w 1320800"/>
              <a:gd name="connsiteY1" fmla="*/ 140439 h 789575"/>
              <a:gd name="connsiteX2" fmla="*/ 279400 w 1320800"/>
              <a:gd name="connsiteY2" fmla="*/ 635739 h 789575"/>
              <a:gd name="connsiteX3" fmla="*/ 419100 w 1320800"/>
              <a:gd name="connsiteY3" fmla="*/ 739 h 789575"/>
              <a:gd name="connsiteX4" fmla="*/ 584200 w 1320800"/>
              <a:gd name="connsiteY4" fmla="*/ 788139 h 789575"/>
              <a:gd name="connsiteX5" fmla="*/ 711200 w 1320800"/>
              <a:gd name="connsiteY5" fmla="*/ 203939 h 789575"/>
              <a:gd name="connsiteX6" fmla="*/ 812800 w 1320800"/>
              <a:gd name="connsiteY6" fmla="*/ 534139 h 789575"/>
              <a:gd name="connsiteX7" fmla="*/ 927100 w 1320800"/>
              <a:gd name="connsiteY7" fmla="*/ 280139 h 789575"/>
              <a:gd name="connsiteX8" fmla="*/ 990600 w 1320800"/>
              <a:gd name="connsiteY8" fmla="*/ 483339 h 789575"/>
              <a:gd name="connsiteX9" fmla="*/ 1117600 w 1320800"/>
              <a:gd name="connsiteY9" fmla="*/ 13439 h 789575"/>
              <a:gd name="connsiteX10" fmla="*/ 1219200 w 1320800"/>
              <a:gd name="connsiteY10" fmla="*/ 661139 h 789575"/>
              <a:gd name="connsiteX11" fmla="*/ 1320800 w 1320800"/>
              <a:gd name="connsiteY11" fmla="*/ 470639 h 78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20800" h="789575">
                <a:moveTo>
                  <a:pt x="0" y="610339"/>
                </a:moveTo>
                <a:cubicBezTo>
                  <a:pt x="40216" y="373272"/>
                  <a:pt x="80433" y="136206"/>
                  <a:pt x="127000" y="140439"/>
                </a:cubicBezTo>
                <a:cubicBezTo>
                  <a:pt x="173567" y="144672"/>
                  <a:pt x="230717" y="659022"/>
                  <a:pt x="279400" y="635739"/>
                </a:cubicBezTo>
                <a:cubicBezTo>
                  <a:pt x="328083" y="612456"/>
                  <a:pt x="368300" y="-24661"/>
                  <a:pt x="419100" y="739"/>
                </a:cubicBezTo>
                <a:cubicBezTo>
                  <a:pt x="469900" y="26139"/>
                  <a:pt x="535517" y="754272"/>
                  <a:pt x="584200" y="788139"/>
                </a:cubicBezTo>
                <a:cubicBezTo>
                  <a:pt x="632883" y="822006"/>
                  <a:pt x="673100" y="246272"/>
                  <a:pt x="711200" y="203939"/>
                </a:cubicBezTo>
                <a:cubicBezTo>
                  <a:pt x="749300" y="161606"/>
                  <a:pt x="776817" y="521439"/>
                  <a:pt x="812800" y="534139"/>
                </a:cubicBezTo>
                <a:cubicBezTo>
                  <a:pt x="848783" y="546839"/>
                  <a:pt x="897467" y="288606"/>
                  <a:pt x="927100" y="280139"/>
                </a:cubicBezTo>
                <a:cubicBezTo>
                  <a:pt x="956733" y="271672"/>
                  <a:pt x="958850" y="527789"/>
                  <a:pt x="990600" y="483339"/>
                </a:cubicBezTo>
                <a:cubicBezTo>
                  <a:pt x="1022350" y="438889"/>
                  <a:pt x="1079500" y="-16194"/>
                  <a:pt x="1117600" y="13439"/>
                </a:cubicBezTo>
                <a:cubicBezTo>
                  <a:pt x="1155700" y="43072"/>
                  <a:pt x="1185333" y="584939"/>
                  <a:pt x="1219200" y="661139"/>
                </a:cubicBezTo>
                <a:cubicBezTo>
                  <a:pt x="1253067" y="737339"/>
                  <a:pt x="1286933" y="603989"/>
                  <a:pt x="1320800" y="47063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696DE835-6277-87B7-7E4D-C30FED93CA6B}"/>
              </a:ext>
            </a:extLst>
          </p:cNvPr>
          <p:cNvSpPr/>
          <p:nvPr/>
        </p:nvSpPr>
        <p:spPr>
          <a:xfrm>
            <a:off x="8396171" y="3098514"/>
            <a:ext cx="1496760" cy="306596"/>
          </a:xfrm>
          <a:custGeom>
            <a:avLst/>
            <a:gdLst>
              <a:gd name="connsiteX0" fmla="*/ 0 w 1320800"/>
              <a:gd name="connsiteY0" fmla="*/ 610339 h 789575"/>
              <a:gd name="connsiteX1" fmla="*/ 127000 w 1320800"/>
              <a:gd name="connsiteY1" fmla="*/ 140439 h 789575"/>
              <a:gd name="connsiteX2" fmla="*/ 279400 w 1320800"/>
              <a:gd name="connsiteY2" fmla="*/ 635739 h 789575"/>
              <a:gd name="connsiteX3" fmla="*/ 419100 w 1320800"/>
              <a:gd name="connsiteY3" fmla="*/ 739 h 789575"/>
              <a:gd name="connsiteX4" fmla="*/ 584200 w 1320800"/>
              <a:gd name="connsiteY4" fmla="*/ 788139 h 789575"/>
              <a:gd name="connsiteX5" fmla="*/ 711200 w 1320800"/>
              <a:gd name="connsiteY5" fmla="*/ 203939 h 789575"/>
              <a:gd name="connsiteX6" fmla="*/ 812800 w 1320800"/>
              <a:gd name="connsiteY6" fmla="*/ 534139 h 789575"/>
              <a:gd name="connsiteX7" fmla="*/ 927100 w 1320800"/>
              <a:gd name="connsiteY7" fmla="*/ 280139 h 789575"/>
              <a:gd name="connsiteX8" fmla="*/ 990600 w 1320800"/>
              <a:gd name="connsiteY8" fmla="*/ 483339 h 789575"/>
              <a:gd name="connsiteX9" fmla="*/ 1117600 w 1320800"/>
              <a:gd name="connsiteY9" fmla="*/ 13439 h 789575"/>
              <a:gd name="connsiteX10" fmla="*/ 1219200 w 1320800"/>
              <a:gd name="connsiteY10" fmla="*/ 661139 h 789575"/>
              <a:gd name="connsiteX11" fmla="*/ 1320800 w 1320800"/>
              <a:gd name="connsiteY11" fmla="*/ 470639 h 78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20800" h="789575">
                <a:moveTo>
                  <a:pt x="0" y="610339"/>
                </a:moveTo>
                <a:cubicBezTo>
                  <a:pt x="40216" y="373272"/>
                  <a:pt x="80433" y="136206"/>
                  <a:pt x="127000" y="140439"/>
                </a:cubicBezTo>
                <a:cubicBezTo>
                  <a:pt x="173567" y="144672"/>
                  <a:pt x="230717" y="659022"/>
                  <a:pt x="279400" y="635739"/>
                </a:cubicBezTo>
                <a:cubicBezTo>
                  <a:pt x="328083" y="612456"/>
                  <a:pt x="368300" y="-24661"/>
                  <a:pt x="419100" y="739"/>
                </a:cubicBezTo>
                <a:cubicBezTo>
                  <a:pt x="469900" y="26139"/>
                  <a:pt x="535517" y="754272"/>
                  <a:pt x="584200" y="788139"/>
                </a:cubicBezTo>
                <a:cubicBezTo>
                  <a:pt x="632883" y="822006"/>
                  <a:pt x="673100" y="246272"/>
                  <a:pt x="711200" y="203939"/>
                </a:cubicBezTo>
                <a:cubicBezTo>
                  <a:pt x="749300" y="161606"/>
                  <a:pt x="776817" y="521439"/>
                  <a:pt x="812800" y="534139"/>
                </a:cubicBezTo>
                <a:cubicBezTo>
                  <a:pt x="848783" y="546839"/>
                  <a:pt x="897467" y="288606"/>
                  <a:pt x="927100" y="280139"/>
                </a:cubicBezTo>
                <a:cubicBezTo>
                  <a:pt x="956733" y="271672"/>
                  <a:pt x="958850" y="527789"/>
                  <a:pt x="990600" y="483339"/>
                </a:cubicBezTo>
                <a:cubicBezTo>
                  <a:pt x="1022350" y="438889"/>
                  <a:pt x="1079500" y="-16194"/>
                  <a:pt x="1117600" y="13439"/>
                </a:cubicBezTo>
                <a:cubicBezTo>
                  <a:pt x="1155700" y="43072"/>
                  <a:pt x="1185333" y="584939"/>
                  <a:pt x="1219200" y="661139"/>
                </a:cubicBezTo>
                <a:cubicBezTo>
                  <a:pt x="1253067" y="737339"/>
                  <a:pt x="1286933" y="603989"/>
                  <a:pt x="1320800" y="47063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D32C0305-9108-1CF1-1C0C-549357C8405D}"/>
              </a:ext>
            </a:extLst>
          </p:cNvPr>
          <p:cNvSpPr/>
          <p:nvPr/>
        </p:nvSpPr>
        <p:spPr>
          <a:xfrm>
            <a:off x="8327426" y="5324358"/>
            <a:ext cx="1496760" cy="494628"/>
          </a:xfrm>
          <a:custGeom>
            <a:avLst/>
            <a:gdLst>
              <a:gd name="connsiteX0" fmla="*/ 0 w 1320800"/>
              <a:gd name="connsiteY0" fmla="*/ 610339 h 789575"/>
              <a:gd name="connsiteX1" fmla="*/ 127000 w 1320800"/>
              <a:gd name="connsiteY1" fmla="*/ 140439 h 789575"/>
              <a:gd name="connsiteX2" fmla="*/ 279400 w 1320800"/>
              <a:gd name="connsiteY2" fmla="*/ 635739 h 789575"/>
              <a:gd name="connsiteX3" fmla="*/ 419100 w 1320800"/>
              <a:gd name="connsiteY3" fmla="*/ 739 h 789575"/>
              <a:gd name="connsiteX4" fmla="*/ 584200 w 1320800"/>
              <a:gd name="connsiteY4" fmla="*/ 788139 h 789575"/>
              <a:gd name="connsiteX5" fmla="*/ 711200 w 1320800"/>
              <a:gd name="connsiteY5" fmla="*/ 203939 h 789575"/>
              <a:gd name="connsiteX6" fmla="*/ 812800 w 1320800"/>
              <a:gd name="connsiteY6" fmla="*/ 534139 h 789575"/>
              <a:gd name="connsiteX7" fmla="*/ 927100 w 1320800"/>
              <a:gd name="connsiteY7" fmla="*/ 280139 h 789575"/>
              <a:gd name="connsiteX8" fmla="*/ 990600 w 1320800"/>
              <a:gd name="connsiteY8" fmla="*/ 483339 h 789575"/>
              <a:gd name="connsiteX9" fmla="*/ 1117600 w 1320800"/>
              <a:gd name="connsiteY9" fmla="*/ 13439 h 789575"/>
              <a:gd name="connsiteX10" fmla="*/ 1219200 w 1320800"/>
              <a:gd name="connsiteY10" fmla="*/ 661139 h 789575"/>
              <a:gd name="connsiteX11" fmla="*/ 1320800 w 1320800"/>
              <a:gd name="connsiteY11" fmla="*/ 470639 h 78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20800" h="789575">
                <a:moveTo>
                  <a:pt x="0" y="610339"/>
                </a:moveTo>
                <a:cubicBezTo>
                  <a:pt x="40216" y="373272"/>
                  <a:pt x="80433" y="136206"/>
                  <a:pt x="127000" y="140439"/>
                </a:cubicBezTo>
                <a:cubicBezTo>
                  <a:pt x="173567" y="144672"/>
                  <a:pt x="230717" y="659022"/>
                  <a:pt x="279400" y="635739"/>
                </a:cubicBezTo>
                <a:cubicBezTo>
                  <a:pt x="328083" y="612456"/>
                  <a:pt x="368300" y="-24661"/>
                  <a:pt x="419100" y="739"/>
                </a:cubicBezTo>
                <a:cubicBezTo>
                  <a:pt x="469900" y="26139"/>
                  <a:pt x="535517" y="754272"/>
                  <a:pt x="584200" y="788139"/>
                </a:cubicBezTo>
                <a:cubicBezTo>
                  <a:pt x="632883" y="822006"/>
                  <a:pt x="673100" y="246272"/>
                  <a:pt x="711200" y="203939"/>
                </a:cubicBezTo>
                <a:cubicBezTo>
                  <a:pt x="749300" y="161606"/>
                  <a:pt x="776817" y="521439"/>
                  <a:pt x="812800" y="534139"/>
                </a:cubicBezTo>
                <a:cubicBezTo>
                  <a:pt x="848783" y="546839"/>
                  <a:pt x="897467" y="288606"/>
                  <a:pt x="927100" y="280139"/>
                </a:cubicBezTo>
                <a:cubicBezTo>
                  <a:pt x="956733" y="271672"/>
                  <a:pt x="958850" y="527789"/>
                  <a:pt x="990600" y="483339"/>
                </a:cubicBezTo>
                <a:cubicBezTo>
                  <a:pt x="1022350" y="438889"/>
                  <a:pt x="1079500" y="-16194"/>
                  <a:pt x="1117600" y="13439"/>
                </a:cubicBezTo>
                <a:cubicBezTo>
                  <a:pt x="1155700" y="43072"/>
                  <a:pt x="1185333" y="584939"/>
                  <a:pt x="1219200" y="661139"/>
                </a:cubicBezTo>
                <a:cubicBezTo>
                  <a:pt x="1253067" y="737339"/>
                  <a:pt x="1286933" y="603989"/>
                  <a:pt x="1320800" y="47063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23E59B57-F834-8BF7-C347-99717EF6F471}"/>
              </a:ext>
            </a:extLst>
          </p:cNvPr>
          <p:cNvSpPr/>
          <p:nvPr/>
        </p:nvSpPr>
        <p:spPr>
          <a:xfrm flipV="1">
            <a:off x="8327426" y="5319184"/>
            <a:ext cx="1496760" cy="481266"/>
          </a:xfrm>
          <a:custGeom>
            <a:avLst/>
            <a:gdLst>
              <a:gd name="connsiteX0" fmla="*/ 0 w 1320800"/>
              <a:gd name="connsiteY0" fmla="*/ 610339 h 789575"/>
              <a:gd name="connsiteX1" fmla="*/ 127000 w 1320800"/>
              <a:gd name="connsiteY1" fmla="*/ 140439 h 789575"/>
              <a:gd name="connsiteX2" fmla="*/ 279400 w 1320800"/>
              <a:gd name="connsiteY2" fmla="*/ 635739 h 789575"/>
              <a:gd name="connsiteX3" fmla="*/ 419100 w 1320800"/>
              <a:gd name="connsiteY3" fmla="*/ 739 h 789575"/>
              <a:gd name="connsiteX4" fmla="*/ 584200 w 1320800"/>
              <a:gd name="connsiteY4" fmla="*/ 788139 h 789575"/>
              <a:gd name="connsiteX5" fmla="*/ 711200 w 1320800"/>
              <a:gd name="connsiteY5" fmla="*/ 203939 h 789575"/>
              <a:gd name="connsiteX6" fmla="*/ 812800 w 1320800"/>
              <a:gd name="connsiteY6" fmla="*/ 534139 h 789575"/>
              <a:gd name="connsiteX7" fmla="*/ 927100 w 1320800"/>
              <a:gd name="connsiteY7" fmla="*/ 280139 h 789575"/>
              <a:gd name="connsiteX8" fmla="*/ 990600 w 1320800"/>
              <a:gd name="connsiteY8" fmla="*/ 483339 h 789575"/>
              <a:gd name="connsiteX9" fmla="*/ 1117600 w 1320800"/>
              <a:gd name="connsiteY9" fmla="*/ 13439 h 789575"/>
              <a:gd name="connsiteX10" fmla="*/ 1219200 w 1320800"/>
              <a:gd name="connsiteY10" fmla="*/ 661139 h 789575"/>
              <a:gd name="connsiteX11" fmla="*/ 1320800 w 1320800"/>
              <a:gd name="connsiteY11" fmla="*/ 470639 h 78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20800" h="789575">
                <a:moveTo>
                  <a:pt x="0" y="610339"/>
                </a:moveTo>
                <a:cubicBezTo>
                  <a:pt x="40216" y="373272"/>
                  <a:pt x="80433" y="136206"/>
                  <a:pt x="127000" y="140439"/>
                </a:cubicBezTo>
                <a:cubicBezTo>
                  <a:pt x="173567" y="144672"/>
                  <a:pt x="230717" y="659022"/>
                  <a:pt x="279400" y="635739"/>
                </a:cubicBezTo>
                <a:cubicBezTo>
                  <a:pt x="328083" y="612456"/>
                  <a:pt x="368300" y="-24661"/>
                  <a:pt x="419100" y="739"/>
                </a:cubicBezTo>
                <a:cubicBezTo>
                  <a:pt x="469900" y="26139"/>
                  <a:pt x="535517" y="754272"/>
                  <a:pt x="584200" y="788139"/>
                </a:cubicBezTo>
                <a:cubicBezTo>
                  <a:pt x="632883" y="822006"/>
                  <a:pt x="673100" y="246272"/>
                  <a:pt x="711200" y="203939"/>
                </a:cubicBezTo>
                <a:cubicBezTo>
                  <a:pt x="749300" y="161606"/>
                  <a:pt x="776817" y="521439"/>
                  <a:pt x="812800" y="534139"/>
                </a:cubicBezTo>
                <a:cubicBezTo>
                  <a:pt x="848783" y="546839"/>
                  <a:pt x="897467" y="288606"/>
                  <a:pt x="927100" y="280139"/>
                </a:cubicBezTo>
                <a:cubicBezTo>
                  <a:pt x="956733" y="271672"/>
                  <a:pt x="958850" y="527789"/>
                  <a:pt x="990600" y="483339"/>
                </a:cubicBezTo>
                <a:cubicBezTo>
                  <a:pt x="1022350" y="438889"/>
                  <a:pt x="1079500" y="-16194"/>
                  <a:pt x="1117600" y="13439"/>
                </a:cubicBezTo>
                <a:cubicBezTo>
                  <a:pt x="1155700" y="43072"/>
                  <a:pt x="1185333" y="584939"/>
                  <a:pt x="1219200" y="661139"/>
                </a:cubicBezTo>
                <a:cubicBezTo>
                  <a:pt x="1253067" y="737339"/>
                  <a:pt x="1286933" y="603989"/>
                  <a:pt x="1320800" y="47063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02993A5A-2AEC-78E3-4E25-7179ADF60D05}"/>
              </a:ext>
            </a:extLst>
          </p:cNvPr>
          <p:cNvSpPr/>
          <p:nvPr/>
        </p:nvSpPr>
        <p:spPr>
          <a:xfrm>
            <a:off x="8288312" y="4806433"/>
            <a:ext cx="1496760" cy="112470"/>
          </a:xfrm>
          <a:custGeom>
            <a:avLst/>
            <a:gdLst>
              <a:gd name="connsiteX0" fmla="*/ 0 w 1320800"/>
              <a:gd name="connsiteY0" fmla="*/ 610339 h 789575"/>
              <a:gd name="connsiteX1" fmla="*/ 127000 w 1320800"/>
              <a:gd name="connsiteY1" fmla="*/ 140439 h 789575"/>
              <a:gd name="connsiteX2" fmla="*/ 279400 w 1320800"/>
              <a:gd name="connsiteY2" fmla="*/ 635739 h 789575"/>
              <a:gd name="connsiteX3" fmla="*/ 419100 w 1320800"/>
              <a:gd name="connsiteY3" fmla="*/ 739 h 789575"/>
              <a:gd name="connsiteX4" fmla="*/ 584200 w 1320800"/>
              <a:gd name="connsiteY4" fmla="*/ 788139 h 789575"/>
              <a:gd name="connsiteX5" fmla="*/ 711200 w 1320800"/>
              <a:gd name="connsiteY5" fmla="*/ 203939 h 789575"/>
              <a:gd name="connsiteX6" fmla="*/ 812800 w 1320800"/>
              <a:gd name="connsiteY6" fmla="*/ 534139 h 789575"/>
              <a:gd name="connsiteX7" fmla="*/ 927100 w 1320800"/>
              <a:gd name="connsiteY7" fmla="*/ 280139 h 789575"/>
              <a:gd name="connsiteX8" fmla="*/ 990600 w 1320800"/>
              <a:gd name="connsiteY8" fmla="*/ 483339 h 789575"/>
              <a:gd name="connsiteX9" fmla="*/ 1117600 w 1320800"/>
              <a:gd name="connsiteY9" fmla="*/ 13439 h 789575"/>
              <a:gd name="connsiteX10" fmla="*/ 1219200 w 1320800"/>
              <a:gd name="connsiteY10" fmla="*/ 661139 h 789575"/>
              <a:gd name="connsiteX11" fmla="*/ 1320800 w 1320800"/>
              <a:gd name="connsiteY11" fmla="*/ 470639 h 78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20800" h="789575">
                <a:moveTo>
                  <a:pt x="0" y="610339"/>
                </a:moveTo>
                <a:cubicBezTo>
                  <a:pt x="40216" y="373272"/>
                  <a:pt x="80433" y="136206"/>
                  <a:pt x="127000" y="140439"/>
                </a:cubicBezTo>
                <a:cubicBezTo>
                  <a:pt x="173567" y="144672"/>
                  <a:pt x="230717" y="659022"/>
                  <a:pt x="279400" y="635739"/>
                </a:cubicBezTo>
                <a:cubicBezTo>
                  <a:pt x="328083" y="612456"/>
                  <a:pt x="368300" y="-24661"/>
                  <a:pt x="419100" y="739"/>
                </a:cubicBezTo>
                <a:cubicBezTo>
                  <a:pt x="469900" y="26139"/>
                  <a:pt x="535517" y="754272"/>
                  <a:pt x="584200" y="788139"/>
                </a:cubicBezTo>
                <a:cubicBezTo>
                  <a:pt x="632883" y="822006"/>
                  <a:pt x="673100" y="246272"/>
                  <a:pt x="711200" y="203939"/>
                </a:cubicBezTo>
                <a:cubicBezTo>
                  <a:pt x="749300" y="161606"/>
                  <a:pt x="776817" y="521439"/>
                  <a:pt x="812800" y="534139"/>
                </a:cubicBezTo>
                <a:cubicBezTo>
                  <a:pt x="848783" y="546839"/>
                  <a:pt x="897467" y="288606"/>
                  <a:pt x="927100" y="280139"/>
                </a:cubicBezTo>
                <a:cubicBezTo>
                  <a:pt x="956733" y="271672"/>
                  <a:pt x="958850" y="527789"/>
                  <a:pt x="990600" y="483339"/>
                </a:cubicBezTo>
                <a:cubicBezTo>
                  <a:pt x="1022350" y="438889"/>
                  <a:pt x="1079500" y="-16194"/>
                  <a:pt x="1117600" y="13439"/>
                </a:cubicBezTo>
                <a:cubicBezTo>
                  <a:pt x="1155700" y="43072"/>
                  <a:pt x="1185333" y="584939"/>
                  <a:pt x="1219200" y="661139"/>
                </a:cubicBezTo>
                <a:cubicBezTo>
                  <a:pt x="1253067" y="737339"/>
                  <a:pt x="1286933" y="603989"/>
                  <a:pt x="1320800" y="47063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81E375-2933-7A43-B8B7-DF38B938920E}"/>
              </a:ext>
            </a:extLst>
          </p:cNvPr>
          <p:cNvSpPr txBox="1">
            <a:spLocks/>
          </p:cNvSpPr>
          <p:nvPr/>
        </p:nvSpPr>
        <p:spPr>
          <a:xfrm>
            <a:off x="-54043" y="4163919"/>
            <a:ext cx="249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 dirty="0"/>
              <a:t>High risk</a:t>
            </a:r>
          </a:p>
        </p:txBody>
      </p:sp>
      <p:pic>
        <p:nvPicPr>
          <p:cNvPr id="61" name="Graphic 60" descr="Downward trend graph with solid fill">
            <a:extLst>
              <a:ext uri="{FF2B5EF4-FFF2-40B4-BE49-F238E27FC236}">
                <a16:creationId xmlns:a16="http://schemas.microsoft.com/office/drawing/2014/main" id="{9D77B28D-805F-A438-F4D8-F902A179EDD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6404" y="2392663"/>
            <a:ext cx="1488493" cy="148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058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48D6-CF62-DB79-54AA-199661266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9047B53-DD2A-ACC8-E713-3A2ECEF8C467}"/>
              </a:ext>
            </a:extLst>
          </p:cNvPr>
          <p:cNvSpPr>
            <a:spLocks/>
          </p:cNvSpPr>
          <p:nvPr/>
        </p:nvSpPr>
        <p:spPr>
          <a:xfrm>
            <a:off x="-1469427" y="701040"/>
            <a:ext cx="9796854" cy="6645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A8EDB0-CE1B-1AB7-5B67-6B9CA84B566E}"/>
              </a:ext>
            </a:extLst>
          </p:cNvPr>
          <p:cNvSpPr>
            <a:spLocks/>
          </p:cNvSpPr>
          <p:nvPr/>
        </p:nvSpPr>
        <p:spPr>
          <a:xfrm rot="16200000">
            <a:off x="2695096" y="5019012"/>
            <a:ext cx="400110" cy="7780160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</a:schemeClr>
              </a:gs>
              <a:gs pos="16995">
                <a:srgbClr val="8CBAE6"/>
              </a:gs>
              <a:gs pos="33000">
                <a:srgbClr val="CAE8FE"/>
              </a:gs>
              <a:gs pos="75991">
                <a:srgbClr val="F5B0B2"/>
              </a:gs>
              <a:gs pos="0">
                <a:srgbClr val="2C77A6"/>
              </a:gs>
              <a:gs pos="100000">
                <a:srgbClr val="BC2726"/>
              </a:gs>
            </a:gsLst>
            <a:lin ang="5400000" scaled="1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771D75-3D53-334A-830C-E815C92415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1800" y="8755191"/>
                <a:ext cx="43020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2000" b="1" dirty="0"/>
                  <a:t>AVERAGE CORRELATION  </a:t>
                </a:r>
                <a:r>
                  <a:rPr lang="en-CA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CA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CA" sz="2000" dirty="0"/>
                  <a:t>)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771D75-3D53-334A-830C-E815C9241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800" y="8755191"/>
                <a:ext cx="4302079" cy="400110"/>
              </a:xfrm>
              <a:prstGeom prst="rect">
                <a:avLst/>
              </a:prstGeom>
              <a:blipFill>
                <a:blip r:embed="rId3"/>
                <a:stretch>
                  <a:fillRect l="-1471" t="-6250" b="-3125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2A429EA-B56C-5A63-D567-ACF84714D1C0}"/>
              </a:ext>
            </a:extLst>
          </p:cNvPr>
          <p:cNvSpPr txBox="1">
            <a:spLocks/>
          </p:cNvSpPr>
          <p:nvPr/>
        </p:nvSpPr>
        <p:spPr>
          <a:xfrm>
            <a:off x="-944128" y="8620093"/>
            <a:ext cx="3241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/>
              <a:t>-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BAAE99-428F-0EC5-2741-0490060AE613}"/>
              </a:ext>
            </a:extLst>
          </p:cNvPr>
          <p:cNvSpPr txBox="1">
            <a:spLocks/>
          </p:cNvSpPr>
          <p:nvPr/>
        </p:nvSpPr>
        <p:spPr>
          <a:xfrm>
            <a:off x="6363842" y="8629432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/>
              <a:t>+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CE802CC-171A-A153-0F94-38978433A76E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-1754480" y="3647373"/>
                <a:ext cx="2254026" cy="752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2000" b="1" dirty="0"/>
                  <a:t>VARIANCE  </a:t>
                </a:r>
                <a:r>
                  <a:rPr lang="en-CA" sz="2000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CA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000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sub>
                      <m:sup>
                        <m:r>
                          <a:rPr lang="en-CA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CA" sz="2000" dirty="0"/>
                  <a:t>) </a:t>
                </a:r>
              </a:p>
              <a:p>
                <a:endParaRPr lang="en-CA" sz="2000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CE802CC-171A-A153-0F94-38978433A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754480" y="3647373"/>
                <a:ext cx="2254026" cy="752514"/>
              </a:xfrm>
              <a:prstGeom prst="rect">
                <a:avLst/>
              </a:prstGeom>
              <a:blipFill>
                <a:blip r:embed="rId4"/>
                <a:stretch>
                  <a:fillRect l="-1639" b="-280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AB6BC56E-8090-05E1-6403-BD5D3E313D6D}"/>
              </a:ext>
            </a:extLst>
          </p:cNvPr>
          <p:cNvSpPr>
            <a:spLocks/>
          </p:cNvSpPr>
          <p:nvPr/>
        </p:nvSpPr>
        <p:spPr>
          <a:xfrm rot="16200000">
            <a:off x="-2980495" y="3799237"/>
            <a:ext cx="5145437" cy="465826"/>
          </a:xfrm>
          <a:prstGeom prst="rtTriangle">
            <a:avLst/>
          </a:prstGeom>
          <a:gradFill flip="none" rotWithShape="1">
            <a:gsLst>
              <a:gs pos="72000">
                <a:srgbClr val="909090"/>
              </a:gs>
              <a:gs pos="17000">
                <a:schemeClr val="bg2"/>
              </a:gs>
              <a:gs pos="100000">
                <a:schemeClr val="tx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1E9987-BEB5-0417-5AC0-BDFB9B7ED20A}"/>
              </a:ext>
            </a:extLst>
          </p:cNvPr>
          <p:cNvSpPr txBox="1"/>
          <p:nvPr/>
        </p:nvSpPr>
        <p:spPr>
          <a:xfrm>
            <a:off x="220366" y="3064676"/>
            <a:ext cx="26032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Portfolio effects may maintain stability.</a:t>
            </a:r>
          </a:p>
          <a:p>
            <a:r>
              <a:rPr lang="en-CA" dirty="0"/>
              <a:t>Asynchronous fluctuations have compensatory effects on community stability.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4397D6-69E1-AC84-370A-AC6E87E1E2D8}"/>
              </a:ext>
            </a:extLst>
          </p:cNvPr>
          <p:cNvSpPr txBox="1"/>
          <p:nvPr/>
        </p:nvSpPr>
        <p:spPr>
          <a:xfrm>
            <a:off x="5363470" y="4273480"/>
            <a:ext cx="25408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Risk of community instability.</a:t>
            </a:r>
          </a:p>
          <a:p>
            <a:r>
              <a:rPr lang="en-CA" dirty="0"/>
              <a:t>Synchronous variations amplify community variability, lowering stability.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E7E541-9501-7D44-09A0-0CBF7BF7C34D}"/>
              </a:ext>
            </a:extLst>
          </p:cNvPr>
          <p:cNvSpPr txBox="1"/>
          <p:nvPr/>
        </p:nvSpPr>
        <p:spPr>
          <a:xfrm>
            <a:off x="2632562" y="-2130895"/>
            <a:ext cx="254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Short term (annual)</a:t>
            </a:r>
            <a:endParaRPr lang="en-CA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2F38203C-CE9D-D716-0E4E-2C60938B0AC2}"/>
              </a:ext>
            </a:extLst>
          </p:cNvPr>
          <p:cNvSpPr/>
          <p:nvPr/>
        </p:nvSpPr>
        <p:spPr>
          <a:xfrm>
            <a:off x="3083859" y="1592795"/>
            <a:ext cx="1742203" cy="540208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791429 h 809359"/>
              <a:gd name="connsiteX1" fmla="*/ 439628 w 914400"/>
              <a:gd name="connsiteY1" fmla="*/ 157 h 809359"/>
              <a:gd name="connsiteX2" fmla="*/ 896470 w 914400"/>
              <a:gd name="connsiteY2" fmla="*/ 809359 h 809359"/>
              <a:gd name="connsiteX3" fmla="*/ 896470 w 914400"/>
              <a:gd name="connsiteY3" fmla="*/ 809359 h 809359"/>
              <a:gd name="connsiteX4" fmla="*/ 914400 w 914400"/>
              <a:gd name="connsiteY4" fmla="*/ 809359 h 809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809359">
                <a:moveTo>
                  <a:pt x="0" y="791429"/>
                </a:moveTo>
                <a:cubicBezTo>
                  <a:pt x="113553" y="314806"/>
                  <a:pt x="235379" y="13330"/>
                  <a:pt x="439628" y="157"/>
                </a:cubicBezTo>
                <a:cubicBezTo>
                  <a:pt x="643877" y="-13016"/>
                  <a:pt x="896470" y="809359"/>
                  <a:pt x="896470" y="809359"/>
                </a:cubicBezTo>
                <a:lnTo>
                  <a:pt x="896470" y="809359"/>
                </a:lnTo>
                <a:lnTo>
                  <a:pt x="914400" y="809359"/>
                </a:lnTo>
              </a:path>
            </a:pathLst>
          </a:custGeom>
          <a:gradFill flip="none" rotWithShape="1">
            <a:gsLst>
              <a:gs pos="0">
                <a:srgbClr val="C00000">
                  <a:lumMod val="88493"/>
                </a:srgbClr>
              </a:gs>
              <a:gs pos="50000">
                <a:schemeClr val="bg1">
                  <a:alpha val="27734"/>
                </a:schemeClr>
              </a:gs>
              <a:gs pos="0">
                <a:srgbClr val="FBB0AB"/>
              </a:gs>
              <a:gs pos="100000">
                <a:schemeClr val="tx2">
                  <a:lumMod val="50000"/>
                  <a:lumOff val="50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69931A8-6361-3FC4-0696-CFA218E34751}"/>
              </a:ext>
            </a:extLst>
          </p:cNvPr>
          <p:cNvSpPr/>
          <p:nvPr/>
        </p:nvSpPr>
        <p:spPr>
          <a:xfrm>
            <a:off x="2882489" y="2557913"/>
            <a:ext cx="2212277" cy="933690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791429 h 809359"/>
              <a:gd name="connsiteX1" fmla="*/ 439628 w 914400"/>
              <a:gd name="connsiteY1" fmla="*/ 157 h 809359"/>
              <a:gd name="connsiteX2" fmla="*/ 896470 w 914400"/>
              <a:gd name="connsiteY2" fmla="*/ 809359 h 809359"/>
              <a:gd name="connsiteX3" fmla="*/ 896470 w 914400"/>
              <a:gd name="connsiteY3" fmla="*/ 809359 h 809359"/>
              <a:gd name="connsiteX4" fmla="*/ 914400 w 914400"/>
              <a:gd name="connsiteY4" fmla="*/ 809359 h 809359"/>
              <a:gd name="connsiteX0" fmla="*/ 0 w 914400"/>
              <a:gd name="connsiteY0" fmla="*/ 364755 h 382685"/>
              <a:gd name="connsiteX1" fmla="*/ 439628 w 914400"/>
              <a:gd name="connsiteY1" fmla="*/ 7420 h 382685"/>
              <a:gd name="connsiteX2" fmla="*/ 896470 w 914400"/>
              <a:gd name="connsiteY2" fmla="*/ 382685 h 382685"/>
              <a:gd name="connsiteX3" fmla="*/ 896470 w 914400"/>
              <a:gd name="connsiteY3" fmla="*/ 382685 h 382685"/>
              <a:gd name="connsiteX4" fmla="*/ 914400 w 914400"/>
              <a:gd name="connsiteY4" fmla="*/ 382685 h 382685"/>
              <a:gd name="connsiteX0" fmla="*/ 0 w 914400"/>
              <a:gd name="connsiteY0" fmla="*/ 384015 h 401945"/>
              <a:gd name="connsiteX1" fmla="*/ 439628 w 914400"/>
              <a:gd name="connsiteY1" fmla="*/ 26680 h 401945"/>
              <a:gd name="connsiteX2" fmla="*/ 539427 w 914400"/>
              <a:gd name="connsiteY2" fmla="*/ 67955 h 401945"/>
              <a:gd name="connsiteX3" fmla="*/ 896470 w 914400"/>
              <a:gd name="connsiteY3" fmla="*/ 401945 h 401945"/>
              <a:gd name="connsiteX4" fmla="*/ 896470 w 914400"/>
              <a:gd name="connsiteY4" fmla="*/ 401945 h 401945"/>
              <a:gd name="connsiteX5" fmla="*/ 914400 w 914400"/>
              <a:gd name="connsiteY5" fmla="*/ 401945 h 401945"/>
              <a:gd name="connsiteX0" fmla="*/ 0 w 914400"/>
              <a:gd name="connsiteY0" fmla="*/ 699971 h 717901"/>
              <a:gd name="connsiteX1" fmla="*/ 221827 w 914400"/>
              <a:gd name="connsiteY1" fmla="*/ 5130 h 717901"/>
              <a:gd name="connsiteX2" fmla="*/ 539427 w 914400"/>
              <a:gd name="connsiteY2" fmla="*/ 383911 h 717901"/>
              <a:gd name="connsiteX3" fmla="*/ 896470 w 914400"/>
              <a:gd name="connsiteY3" fmla="*/ 717901 h 717901"/>
              <a:gd name="connsiteX4" fmla="*/ 896470 w 914400"/>
              <a:gd name="connsiteY4" fmla="*/ 717901 h 717901"/>
              <a:gd name="connsiteX5" fmla="*/ 914400 w 914400"/>
              <a:gd name="connsiteY5" fmla="*/ 717901 h 717901"/>
              <a:gd name="connsiteX0" fmla="*/ 0 w 914400"/>
              <a:gd name="connsiteY0" fmla="*/ 772579 h 790509"/>
              <a:gd name="connsiteX1" fmla="*/ 221827 w 914400"/>
              <a:gd name="connsiteY1" fmla="*/ 77738 h 790509"/>
              <a:gd name="connsiteX2" fmla="*/ 738010 w 914400"/>
              <a:gd name="connsiteY2" fmla="*/ 58745 h 790509"/>
              <a:gd name="connsiteX3" fmla="*/ 896470 w 914400"/>
              <a:gd name="connsiteY3" fmla="*/ 790509 h 790509"/>
              <a:gd name="connsiteX4" fmla="*/ 896470 w 914400"/>
              <a:gd name="connsiteY4" fmla="*/ 790509 h 790509"/>
              <a:gd name="connsiteX5" fmla="*/ 914400 w 914400"/>
              <a:gd name="connsiteY5" fmla="*/ 790509 h 790509"/>
              <a:gd name="connsiteX0" fmla="*/ 0 w 914400"/>
              <a:gd name="connsiteY0" fmla="*/ 788482 h 806412"/>
              <a:gd name="connsiteX1" fmla="*/ 221827 w 914400"/>
              <a:gd name="connsiteY1" fmla="*/ 93641 h 806412"/>
              <a:gd name="connsiteX2" fmla="*/ 462556 w 914400"/>
              <a:gd name="connsiteY2" fmla="*/ 26433 h 806412"/>
              <a:gd name="connsiteX3" fmla="*/ 738010 w 914400"/>
              <a:gd name="connsiteY3" fmla="*/ 74648 h 806412"/>
              <a:gd name="connsiteX4" fmla="*/ 896470 w 914400"/>
              <a:gd name="connsiteY4" fmla="*/ 806412 h 806412"/>
              <a:gd name="connsiteX5" fmla="*/ 896470 w 914400"/>
              <a:gd name="connsiteY5" fmla="*/ 806412 h 806412"/>
              <a:gd name="connsiteX6" fmla="*/ 914400 w 914400"/>
              <a:gd name="connsiteY6" fmla="*/ 806412 h 806412"/>
              <a:gd name="connsiteX0" fmla="*/ 0 w 914400"/>
              <a:gd name="connsiteY0" fmla="*/ 731723 h 749653"/>
              <a:gd name="connsiteX1" fmla="*/ 221827 w 914400"/>
              <a:gd name="connsiteY1" fmla="*/ 36882 h 749653"/>
              <a:gd name="connsiteX2" fmla="*/ 462556 w 914400"/>
              <a:gd name="connsiteY2" fmla="*/ 512094 h 749653"/>
              <a:gd name="connsiteX3" fmla="*/ 738010 w 914400"/>
              <a:gd name="connsiteY3" fmla="*/ 17889 h 749653"/>
              <a:gd name="connsiteX4" fmla="*/ 896470 w 914400"/>
              <a:gd name="connsiteY4" fmla="*/ 749653 h 749653"/>
              <a:gd name="connsiteX5" fmla="*/ 896470 w 914400"/>
              <a:gd name="connsiteY5" fmla="*/ 749653 h 749653"/>
              <a:gd name="connsiteX6" fmla="*/ 914400 w 914400"/>
              <a:gd name="connsiteY6" fmla="*/ 749653 h 749653"/>
              <a:gd name="connsiteX0" fmla="*/ 0 w 914400"/>
              <a:gd name="connsiteY0" fmla="*/ 708245 h 726175"/>
              <a:gd name="connsiteX1" fmla="*/ 221827 w 914400"/>
              <a:gd name="connsiteY1" fmla="*/ 13404 h 726175"/>
              <a:gd name="connsiteX2" fmla="*/ 462556 w 914400"/>
              <a:gd name="connsiteY2" fmla="*/ 488616 h 726175"/>
              <a:gd name="connsiteX3" fmla="*/ 699574 w 914400"/>
              <a:gd name="connsiteY3" fmla="*/ 18518 h 726175"/>
              <a:gd name="connsiteX4" fmla="*/ 896470 w 914400"/>
              <a:gd name="connsiteY4" fmla="*/ 726175 h 726175"/>
              <a:gd name="connsiteX5" fmla="*/ 896470 w 914400"/>
              <a:gd name="connsiteY5" fmla="*/ 726175 h 726175"/>
              <a:gd name="connsiteX6" fmla="*/ 914400 w 914400"/>
              <a:gd name="connsiteY6" fmla="*/ 726175 h 726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0" h="726175">
                <a:moveTo>
                  <a:pt x="0" y="708245"/>
                </a:moveTo>
                <a:cubicBezTo>
                  <a:pt x="113553" y="231622"/>
                  <a:pt x="144734" y="50009"/>
                  <a:pt x="221827" y="13404"/>
                </a:cubicBezTo>
                <a:cubicBezTo>
                  <a:pt x="298920" y="-23201"/>
                  <a:pt x="376526" y="491781"/>
                  <a:pt x="462556" y="488616"/>
                </a:cubicBezTo>
                <a:cubicBezTo>
                  <a:pt x="548586" y="485451"/>
                  <a:pt x="627255" y="-111479"/>
                  <a:pt x="699574" y="18518"/>
                </a:cubicBezTo>
                <a:cubicBezTo>
                  <a:pt x="771893" y="148515"/>
                  <a:pt x="836963" y="670510"/>
                  <a:pt x="896470" y="726175"/>
                </a:cubicBezTo>
                <a:lnTo>
                  <a:pt x="896470" y="726175"/>
                </a:lnTo>
                <a:lnTo>
                  <a:pt x="914400" y="726175"/>
                </a:lnTo>
              </a:path>
            </a:pathLst>
          </a:custGeom>
          <a:gradFill flip="none" rotWithShape="1">
            <a:gsLst>
              <a:gs pos="0">
                <a:srgbClr val="C00000">
                  <a:lumMod val="88493"/>
                </a:srgbClr>
              </a:gs>
              <a:gs pos="50000">
                <a:schemeClr val="bg1">
                  <a:alpha val="27734"/>
                </a:schemeClr>
              </a:gs>
              <a:gs pos="32000">
                <a:srgbClr val="FBB0AB"/>
              </a:gs>
              <a:gs pos="90000">
                <a:schemeClr val="tx2">
                  <a:lumMod val="50000"/>
                  <a:lumOff val="50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9846AEB-612C-77C6-A1DB-B14A3B9A5C59}"/>
              </a:ext>
            </a:extLst>
          </p:cNvPr>
          <p:cNvSpPr/>
          <p:nvPr/>
        </p:nvSpPr>
        <p:spPr>
          <a:xfrm>
            <a:off x="2867531" y="4392732"/>
            <a:ext cx="1930912" cy="919536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791429 h 809359"/>
              <a:gd name="connsiteX1" fmla="*/ 439628 w 914400"/>
              <a:gd name="connsiteY1" fmla="*/ 157 h 809359"/>
              <a:gd name="connsiteX2" fmla="*/ 896470 w 914400"/>
              <a:gd name="connsiteY2" fmla="*/ 809359 h 809359"/>
              <a:gd name="connsiteX3" fmla="*/ 896470 w 914400"/>
              <a:gd name="connsiteY3" fmla="*/ 809359 h 809359"/>
              <a:gd name="connsiteX4" fmla="*/ 914400 w 914400"/>
              <a:gd name="connsiteY4" fmla="*/ 809359 h 809359"/>
              <a:gd name="connsiteX0" fmla="*/ 0 w 914400"/>
              <a:gd name="connsiteY0" fmla="*/ 364755 h 382685"/>
              <a:gd name="connsiteX1" fmla="*/ 439628 w 914400"/>
              <a:gd name="connsiteY1" fmla="*/ 7420 h 382685"/>
              <a:gd name="connsiteX2" fmla="*/ 896470 w 914400"/>
              <a:gd name="connsiteY2" fmla="*/ 382685 h 382685"/>
              <a:gd name="connsiteX3" fmla="*/ 896470 w 914400"/>
              <a:gd name="connsiteY3" fmla="*/ 382685 h 382685"/>
              <a:gd name="connsiteX4" fmla="*/ 914400 w 914400"/>
              <a:gd name="connsiteY4" fmla="*/ 382685 h 382685"/>
              <a:gd name="connsiteX0" fmla="*/ 0 w 914400"/>
              <a:gd name="connsiteY0" fmla="*/ 384015 h 401945"/>
              <a:gd name="connsiteX1" fmla="*/ 439628 w 914400"/>
              <a:gd name="connsiteY1" fmla="*/ 26680 h 401945"/>
              <a:gd name="connsiteX2" fmla="*/ 539427 w 914400"/>
              <a:gd name="connsiteY2" fmla="*/ 67955 h 401945"/>
              <a:gd name="connsiteX3" fmla="*/ 896470 w 914400"/>
              <a:gd name="connsiteY3" fmla="*/ 401945 h 401945"/>
              <a:gd name="connsiteX4" fmla="*/ 896470 w 914400"/>
              <a:gd name="connsiteY4" fmla="*/ 401945 h 401945"/>
              <a:gd name="connsiteX5" fmla="*/ 914400 w 914400"/>
              <a:gd name="connsiteY5" fmla="*/ 401945 h 401945"/>
              <a:gd name="connsiteX0" fmla="*/ 0 w 914400"/>
              <a:gd name="connsiteY0" fmla="*/ 699971 h 717901"/>
              <a:gd name="connsiteX1" fmla="*/ 221827 w 914400"/>
              <a:gd name="connsiteY1" fmla="*/ 5130 h 717901"/>
              <a:gd name="connsiteX2" fmla="*/ 539427 w 914400"/>
              <a:gd name="connsiteY2" fmla="*/ 383911 h 717901"/>
              <a:gd name="connsiteX3" fmla="*/ 896470 w 914400"/>
              <a:gd name="connsiteY3" fmla="*/ 717901 h 717901"/>
              <a:gd name="connsiteX4" fmla="*/ 896470 w 914400"/>
              <a:gd name="connsiteY4" fmla="*/ 717901 h 717901"/>
              <a:gd name="connsiteX5" fmla="*/ 914400 w 914400"/>
              <a:gd name="connsiteY5" fmla="*/ 717901 h 717901"/>
              <a:gd name="connsiteX0" fmla="*/ 0 w 914400"/>
              <a:gd name="connsiteY0" fmla="*/ 772579 h 790509"/>
              <a:gd name="connsiteX1" fmla="*/ 221827 w 914400"/>
              <a:gd name="connsiteY1" fmla="*/ 77738 h 790509"/>
              <a:gd name="connsiteX2" fmla="*/ 738010 w 914400"/>
              <a:gd name="connsiteY2" fmla="*/ 58745 h 790509"/>
              <a:gd name="connsiteX3" fmla="*/ 896470 w 914400"/>
              <a:gd name="connsiteY3" fmla="*/ 790509 h 790509"/>
              <a:gd name="connsiteX4" fmla="*/ 896470 w 914400"/>
              <a:gd name="connsiteY4" fmla="*/ 790509 h 790509"/>
              <a:gd name="connsiteX5" fmla="*/ 914400 w 914400"/>
              <a:gd name="connsiteY5" fmla="*/ 790509 h 790509"/>
              <a:gd name="connsiteX0" fmla="*/ 0 w 914400"/>
              <a:gd name="connsiteY0" fmla="*/ 788482 h 806412"/>
              <a:gd name="connsiteX1" fmla="*/ 221827 w 914400"/>
              <a:gd name="connsiteY1" fmla="*/ 93641 h 806412"/>
              <a:gd name="connsiteX2" fmla="*/ 462556 w 914400"/>
              <a:gd name="connsiteY2" fmla="*/ 26433 h 806412"/>
              <a:gd name="connsiteX3" fmla="*/ 738010 w 914400"/>
              <a:gd name="connsiteY3" fmla="*/ 74648 h 806412"/>
              <a:gd name="connsiteX4" fmla="*/ 896470 w 914400"/>
              <a:gd name="connsiteY4" fmla="*/ 806412 h 806412"/>
              <a:gd name="connsiteX5" fmla="*/ 896470 w 914400"/>
              <a:gd name="connsiteY5" fmla="*/ 806412 h 806412"/>
              <a:gd name="connsiteX6" fmla="*/ 914400 w 914400"/>
              <a:gd name="connsiteY6" fmla="*/ 806412 h 806412"/>
              <a:gd name="connsiteX0" fmla="*/ 0 w 914400"/>
              <a:gd name="connsiteY0" fmla="*/ 731723 h 749653"/>
              <a:gd name="connsiteX1" fmla="*/ 221827 w 914400"/>
              <a:gd name="connsiteY1" fmla="*/ 36882 h 749653"/>
              <a:gd name="connsiteX2" fmla="*/ 462556 w 914400"/>
              <a:gd name="connsiteY2" fmla="*/ 512094 h 749653"/>
              <a:gd name="connsiteX3" fmla="*/ 738010 w 914400"/>
              <a:gd name="connsiteY3" fmla="*/ 17889 h 749653"/>
              <a:gd name="connsiteX4" fmla="*/ 896470 w 914400"/>
              <a:gd name="connsiteY4" fmla="*/ 749653 h 749653"/>
              <a:gd name="connsiteX5" fmla="*/ 896470 w 914400"/>
              <a:gd name="connsiteY5" fmla="*/ 749653 h 749653"/>
              <a:gd name="connsiteX6" fmla="*/ 914400 w 914400"/>
              <a:gd name="connsiteY6" fmla="*/ 749653 h 749653"/>
              <a:gd name="connsiteX0" fmla="*/ 0 w 914400"/>
              <a:gd name="connsiteY0" fmla="*/ 708245 h 726175"/>
              <a:gd name="connsiteX1" fmla="*/ 221827 w 914400"/>
              <a:gd name="connsiteY1" fmla="*/ 13404 h 726175"/>
              <a:gd name="connsiteX2" fmla="*/ 462556 w 914400"/>
              <a:gd name="connsiteY2" fmla="*/ 488616 h 726175"/>
              <a:gd name="connsiteX3" fmla="*/ 699574 w 914400"/>
              <a:gd name="connsiteY3" fmla="*/ 18518 h 726175"/>
              <a:gd name="connsiteX4" fmla="*/ 896470 w 914400"/>
              <a:gd name="connsiteY4" fmla="*/ 726175 h 726175"/>
              <a:gd name="connsiteX5" fmla="*/ 896470 w 914400"/>
              <a:gd name="connsiteY5" fmla="*/ 726175 h 726175"/>
              <a:gd name="connsiteX6" fmla="*/ 914400 w 914400"/>
              <a:gd name="connsiteY6" fmla="*/ 726175 h 726175"/>
              <a:gd name="connsiteX0" fmla="*/ 0 w 914400"/>
              <a:gd name="connsiteY0" fmla="*/ 696705 h 714635"/>
              <a:gd name="connsiteX1" fmla="*/ 221827 w 914400"/>
              <a:gd name="connsiteY1" fmla="*/ 1864 h 714635"/>
              <a:gd name="connsiteX2" fmla="*/ 462556 w 914400"/>
              <a:gd name="connsiteY2" fmla="*/ 477076 h 714635"/>
              <a:gd name="connsiteX3" fmla="*/ 725197 w 914400"/>
              <a:gd name="connsiteY3" fmla="*/ 549398 h 714635"/>
              <a:gd name="connsiteX4" fmla="*/ 896470 w 914400"/>
              <a:gd name="connsiteY4" fmla="*/ 714635 h 714635"/>
              <a:gd name="connsiteX5" fmla="*/ 896470 w 914400"/>
              <a:gd name="connsiteY5" fmla="*/ 714635 h 714635"/>
              <a:gd name="connsiteX6" fmla="*/ 914400 w 914400"/>
              <a:gd name="connsiteY6" fmla="*/ 714635 h 714635"/>
              <a:gd name="connsiteX0" fmla="*/ 0 w 914400"/>
              <a:gd name="connsiteY0" fmla="*/ 696705 h 714635"/>
              <a:gd name="connsiteX1" fmla="*/ 221827 w 914400"/>
              <a:gd name="connsiteY1" fmla="*/ 1864 h 714635"/>
              <a:gd name="connsiteX2" fmla="*/ 462556 w 914400"/>
              <a:gd name="connsiteY2" fmla="*/ 477076 h 714635"/>
              <a:gd name="connsiteX3" fmla="*/ 725197 w 914400"/>
              <a:gd name="connsiteY3" fmla="*/ 549398 h 714635"/>
              <a:gd name="connsiteX4" fmla="*/ 896470 w 914400"/>
              <a:gd name="connsiteY4" fmla="*/ 714635 h 714635"/>
              <a:gd name="connsiteX5" fmla="*/ 896470 w 914400"/>
              <a:gd name="connsiteY5" fmla="*/ 714635 h 714635"/>
              <a:gd name="connsiteX6" fmla="*/ 914400 w 914400"/>
              <a:gd name="connsiteY6" fmla="*/ 714635 h 714635"/>
              <a:gd name="connsiteX0" fmla="*/ 0 w 914400"/>
              <a:gd name="connsiteY0" fmla="*/ 696705 h 714635"/>
              <a:gd name="connsiteX1" fmla="*/ 221827 w 914400"/>
              <a:gd name="connsiteY1" fmla="*/ 1864 h 714635"/>
              <a:gd name="connsiteX2" fmla="*/ 462556 w 914400"/>
              <a:gd name="connsiteY2" fmla="*/ 477076 h 714635"/>
              <a:gd name="connsiteX3" fmla="*/ 725197 w 914400"/>
              <a:gd name="connsiteY3" fmla="*/ 549398 h 714635"/>
              <a:gd name="connsiteX4" fmla="*/ 896470 w 914400"/>
              <a:gd name="connsiteY4" fmla="*/ 714635 h 714635"/>
              <a:gd name="connsiteX5" fmla="*/ 896470 w 914400"/>
              <a:gd name="connsiteY5" fmla="*/ 714635 h 714635"/>
              <a:gd name="connsiteX6" fmla="*/ 914400 w 914400"/>
              <a:gd name="connsiteY6" fmla="*/ 714635 h 714635"/>
              <a:gd name="connsiteX0" fmla="*/ 0 w 914400"/>
              <a:gd name="connsiteY0" fmla="*/ 697237 h 715167"/>
              <a:gd name="connsiteX1" fmla="*/ 221827 w 914400"/>
              <a:gd name="connsiteY1" fmla="*/ 2396 h 715167"/>
              <a:gd name="connsiteX2" fmla="*/ 462556 w 914400"/>
              <a:gd name="connsiteY2" fmla="*/ 477608 h 715167"/>
              <a:gd name="connsiteX3" fmla="*/ 896470 w 914400"/>
              <a:gd name="connsiteY3" fmla="*/ 715167 h 715167"/>
              <a:gd name="connsiteX4" fmla="*/ 896470 w 914400"/>
              <a:gd name="connsiteY4" fmla="*/ 715167 h 715167"/>
              <a:gd name="connsiteX5" fmla="*/ 914400 w 914400"/>
              <a:gd name="connsiteY5" fmla="*/ 715167 h 71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" h="715167">
                <a:moveTo>
                  <a:pt x="0" y="697237"/>
                </a:moveTo>
                <a:cubicBezTo>
                  <a:pt x="113553" y="220614"/>
                  <a:pt x="144734" y="39001"/>
                  <a:pt x="221827" y="2396"/>
                </a:cubicBezTo>
                <a:cubicBezTo>
                  <a:pt x="298920" y="-34209"/>
                  <a:pt x="350116" y="358813"/>
                  <a:pt x="462556" y="477608"/>
                </a:cubicBezTo>
                <a:cubicBezTo>
                  <a:pt x="574996" y="596403"/>
                  <a:pt x="824151" y="675574"/>
                  <a:pt x="896470" y="715167"/>
                </a:cubicBezTo>
                <a:lnTo>
                  <a:pt x="896470" y="715167"/>
                </a:lnTo>
                <a:lnTo>
                  <a:pt x="914400" y="715167"/>
                </a:lnTo>
              </a:path>
            </a:pathLst>
          </a:custGeom>
          <a:gradFill flip="none" rotWithShape="1">
            <a:gsLst>
              <a:gs pos="0">
                <a:srgbClr val="C00000">
                  <a:lumMod val="88493"/>
                </a:srgbClr>
              </a:gs>
              <a:gs pos="50000">
                <a:schemeClr val="bg1">
                  <a:alpha val="27734"/>
                </a:schemeClr>
              </a:gs>
              <a:gs pos="32000">
                <a:srgbClr val="FBB0AB"/>
              </a:gs>
              <a:gs pos="90000">
                <a:schemeClr val="tx2">
                  <a:lumMod val="50000"/>
                  <a:lumOff val="50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665DED0-7CA1-B230-C59F-1F48E9269C11}"/>
              </a:ext>
            </a:extLst>
          </p:cNvPr>
          <p:cNvSpPr/>
          <p:nvPr/>
        </p:nvSpPr>
        <p:spPr>
          <a:xfrm flipH="1">
            <a:off x="2855008" y="5426711"/>
            <a:ext cx="2095923" cy="795056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791429 h 809359"/>
              <a:gd name="connsiteX1" fmla="*/ 439628 w 914400"/>
              <a:gd name="connsiteY1" fmla="*/ 157 h 809359"/>
              <a:gd name="connsiteX2" fmla="*/ 896470 w 914400"/>
              <a:gd name="connsiteY2" fmla="*/ 809359 h 809359"/>
              <a:gd name="connsiteX3" fmla="*/ 896470 w 914400"/>
              <a:gd name="connsiteY3" fmla="*/ 809359 h 809359"/>
              <a:gd name="connsiteX4" fmla="*/ 914400 w 914400"/>
              <a:gd name="connsiteY4" fmla="*/ 809359 h 809359"/>
              <a:gd name="connsiteX0" fmla="*/ 0 w 914400"/>
              <a:gd name="connsiteY0" fmla="*/ 364755 h 382685"/>
              <a:gd name="connsiteX1" fmla="*/ 439628 w 914400"/>
              <a:gd name="connsiteY1" fmla="*/ 7420 h 382685"/>
              <a:gd name="connsiteX2" fmla="*/ 896470 w 914400"/>
              <a:gd name="connsiteY2" fmla="*/ 382685 h 382685"/>
              <a:gd name="connsiteX3" fmla="*/ 896470 w 914400"/>
              <a:gd name="connsiteY3" fmla="*/ 382685 h 382685"/>
              <a:gd name="connsiteX4" fmla="*/ 914400 w 914400"/>
              <a:gd name="connsiteY4" fmla="*/ 382685 h 382685"/>
              <a:gd name="connsiteX0" fmla="*/ 0 w 914400"/>
              <a:gd name="connsiteY0" fmla="*/ 384015 h 401945"/>
              <a:gd name="connsiteX1" fmla="*/ 439628 w 914400"/>
              <a:gd name="connsiteY1" fmla="*/ 26680 h 401945"/>
              <a:gd name="connsiteX2" fmla="*/ 539427 w 914400"/>
              <a:gd name="connsiteY2" fmla="*/ 67955 h 401945"/>
              <a:gd name="connsiteX3" fmla="*/ 896470 w 914400"/>
              <a:gd name="connsiteY3" fmla="*/ 401945 h 401945"/>
              <a:gd name="connsiteX4" fmla="*/ 896470 w 914400"/>
              <a:gd name="connsiteY4" fmla="*/ 401945 h 401945"/>
              <a:gd name="connsiteX5" fmla="*/ 914400 w 914400"/>
              <a:gd name="connsiteY5" fmla="*/ 401945 h 401945"/>
              <a:gd name="connsiteX0" fmla="*/ 0 w 914400"/>
              <a:gd name="connsiteY0" fmla="*/ 699971 h 717901"/>
              <a:gd name="connsiteX1" fmla="*/ 221827 w 914400"/>
              <a:gd name="connsiteY1" fmla="*/ 5130 h 717901"/>
              <a:gd name="connsiteX2" fmla="*/ 539427 w 914400"/>
              <a:gd name="connsiteY2" fmla="*/ 383911 h 717901"/>
              <a:gd name="connsiteX3" fmla="*/ 896470 w 914400"/>
              <a:gd name="connsiteY3" fmla="*/ 717901 h 717901"/>
              <a:gd name="connsiteX4" fmla="*/ 896470 w 914400"/>
              <a:gd name="connsiteY4" fmla="*/ 717901 h 717901"/>
              <a:gd name="connsiteX5" fmla="*/ 914400 w 914400"/>
              <a:gd name="connsiteY5" fmla="*/ 717901 h 717901"/>
              <a:gd name="connsiteX0" fmla="*/ 0 w 914400"/>
              <a:gd name="connsiteY0" fmla="*/ 772579 h 790509"/>
              <a:gd name="connsiteX1" fmla="*/ 221827 w 914400"/>
              <a:gd name="connsiteY1" fmla="*/ 77738 h 790509"/>
              <a:gd name="connsiteX2" fmla="*/ 738010 w 914400"/>
              <a:gd name="connsiteY2" fmla="*/ 58745 h 790509"/>
              <a:gd name="connsiteX3" fmla="*/ 896470 w 914400"/>
              <a:gd name="connsiteY3" fmla="*/ 790509 h 790509"/>
              <a:gd name="connsiteX4" fmla="*/ 896470 w 914400"/>
              <a:gd name="connsiteY4" fmla="*/ 790509 h 790509"/>
              <a:gd name="connsiteX5" fmla="*/ 914400 w 914400"/>
              <a:gd name="connsiteY5" fmla="*/ 790509 h 790509"/>
              <a:gd name="connsiteX0" fmla="*/ 0 w 914400"/>
              <a:gd name="connsiteY0" fmla="*/ 788482 h 806412"/>
              <a:gd name="connsiteX1" fmla="*/ 221827 w 914400"/>
              <a:gd name="connsiteY1" fmla="*/ 93641 h 806412"/>
              <a:gd name="connsiteX2" fmla="*/ 462556 w 914400"/>
              <a:gd name="connsiteY2" fmla="*/ 26433 h 806412"/>
              <a:gd name="connsiteX3" fmla="*/ 738010 w 914400"/>
              <a:gd name="connsiteY3" fmla="*/ 74648 h 806412"/>
              <a:gd name="connsiteX4" fmla="*/ 896470 w 914400"/>
              <a:gd name="connsiteY4" fmla="*/ 806412 h 806412"/>
              <a:gd name="connsiteX5" fmla="*/ 896470 w 914400"/>
              <a:gd name="connsiteY5" fmla="*/ 806412 h 806412"/>
              <a:gd name="connsiteX6" fmla="*/ 914400 w 914400"/>
              <a:gd name="connsiteY6" fmla="*/ 806412 h 806412"/>
              <a:gd name="connsiteX0" fmla="*/ 0 w 914400"/>
              <a:gd name="connsiteY0" fmla="*/ 731723 h 749653"/>
              <a:gd name="connsiteX1" fmla="*/ 221827 w 914400"/>
              <a:gd name="connsiteY1" fmla="*/ 36882 h 749653"/>
              <a:gd name="connsiteX2" fmla="*/ 462556 w 914400"/>
              <a:gd name="connsiteY2" fmla="*/ 512094 h 749653"/>
              <a:gd name="connsiteX3" fmla="*/ 738010 w 914400"/>
              <a:gd name="connsiteY3" fmla="*/ 17889 h 749653"/>
              <a:gd name="connsiteX4" fmla="*/ 896470 w 914400"/>
              <a:gd name="connsiteY4" fmla="*/ 749653 h 749653"/>
              <a:gd name="connsiteX5" fmla="*/ 896470 w 914400"/>
              <a:gd name="connsiteY5" fmla="*/ 749653 h 749653"/>
              <a:gd name="connsiteX6" fmla="*/ 914400 w 914400"/>
              <a:gd name="connsiteY6" fmla="*/ 749653 h 749653"/>
              <a:gd name="connsiteX0" fmla="*/ 0 w 914400"/>
              <a:gd name="connsiteY0" fmla="*/ 708245 h 726175"/>
              <a:gd name="connsiteX1" fmla="*/ 221827 w 914400"/>
              <a:gd name="connsiteY1" fmla="*/ 13404 h 726175"/>
              <a:gd name="connsiteX2" fmla="*/ 462556 w 914400"/>
              <a:gd name="connsiteY2" fmla="*/ 488616 h 726175"/>
              <a:gd name="connsiteX3" fmla="*/ 699574 w 914400"/>
              <a:gd name="connsiteY3" fmla="*/ 18518 h 726175"/>
              <a:gd name="connsiteX4" fmla="*/ 896470 w 914400"/>
              <a:gd name="connsiteY4" fmla="*/ 726175 h 726175"/>
              <a:gd name="connsiteX5" fmla="*/ 896470 w 914400"/>
              <a:gd name="connsiteY5" fmla="*/ 726175 h 726175"/>
              <a:gd name="connsiteX6" fmla="*/ 914400 w 914400"/>
              <a:gd name="connsiteY6" fmla="*/ 726175 h 726175"/>
              <a:gd name="connsiteX0" fmla="*/ 0 w 914400"/>
              <a:gd name="connsiteY0" fmla="*/ 696705 h 714635"/>
              <a:gd name="connsiteX1" fmla="*/ 221827 w 914400"/>
              <a:gd name="connsiteY1" fmla="*/ 1864 h 714635"/>
              <a:gd name="connsiteX2" fmla="*/ 462556 w 914400"/>
              <a:gd name="connsiteY2" fmla="*/ 477076 h 714635"/>
              <a:gd name="connsiteX3" fmla="*/ 725197 w 914400"/>
              <a:gd name="connsiteY3" fmla="*/ 549398 h 714635"/>
              <a:gd name="connsiteX4" fmla="*/ 896470 w 914400"/>
              <a:gd name="connsiteY4" fmla="*/ 714635 h 714635"/>
              <a:gd name="connsiteX5" fmla="*/ 896470 w 914400"/>
              <a:gd name="connsiteY5" fmla="*/ 714635 h 714635"/>
              <a:gd name="connsiteX6" fmla="*/ 914400 w 914400"/>
              <a:gd name="connsiteY6" fmla="*/ 714635 h 714635"/>
              <a:gd name="connsiteX0" fmla="*/ 0 w 914400"/>
              <a:gd name="connsiteY0" fmla="*/ 696705 h 714635"/>
              <a:gd name="connsiteX1" fmla="*/ 221827 w 914400"/>
              <a:gd name="connsiteY1" fmla="*/ 1864 h 714635"/>
              <a:gd name="connsiteX2" fmla="*/ 462556 w 914400"/>
              <a:gd name="connsiteY2" fmla="*/ 477076 h 714635"/>
              <a:gd name="connsiteX3" fmla="*/ 725197 w 914400"/>
              <a:gd name="connsiteY3" fmla="*/ 549398 h 714635"/>
              <a:gd name="connsiteX4" fmla="*/ 896470 w 914400"/>
              <a:gd name="connsiteY4" fmla="*/ 714635 h 714635"/>
              <a:gd name="connsiteX5" fmla="*/ 896470 w 914400"/>
              <a:gd name="connsiteY5" fmla="*/ 714635 h 714635"/>
              <a:gd name="connsiteX6" fmla="*/ 914400 w 914400"/>
              <a:gd name="connsiteY6" fmla="*/ 714635 h 714635"/>
              <a:gd name="connsiteX0" fmla="*/ 0 w 914400"/>
              <a:gd name="connsiteY0" fmla="*/ 696705 h 714635"/>
              <a:gd name="connsiteX1" fmla="*/ 221827 w 914400"/>
              <a:gd name="connsiteY1" fmla="*/ 1864 h 714635"/>
              <a:gd name="connsiteX2" fmla="*/ 462556 w 914400"/>
              <a:gd name="connsiteY2" fmla="*/ 477076 h 714635"/>
              <a:gd name="connsiteX3" fmla="*/ 725197 w 914400"/>
              <a:gd name="connsiteY3" fmla="*/ 549398 h 714635"/>
              <a:gd name="connsiteX4" fmla="*/ 896470 w 914400"/>
              <a:gd name="connsiteY4" fmla="*/ 714635 h 714635"/>
              <a:gd name="connsiteX5" fmla="*/ 896470 w 914400"/>
              <a:gd name="connsiteY5" fmla="*/ 714635 h 714635"/>
              <a:gd name="connsiteX6" fmla="*/ 914400 w 914400"/>
              <a:gd name="connsiteY6" fmla="*/ 714635 h 714635"/>
              <a:gd name="connsiteX0" fmla="*/ 0 w 914400"/>
              <a:gd name="connsiteY0" fmla="*/ 697237 h 715167"/>
              <a:gd name="connsiteX1" fmla="*/ 221827 w 914400"/>
              <a:gd name="connsiteY1" fmla="*/ 2396 h 715167"/>
              <a:gd name="connsiteX2" fmla="*/ 462556 w 914400"/>
              <a:gd name="connsiteY2" fmla="*/ 477608 h 715167"/>
              <a:gd name="connsiteX3" fmla="*/ 896470 w 914400"/>
              <a:gd name="connsiteY3" fmla="*/ 715167 h 715167"/>
              <a:gd name="connsiteX4" fmla="*/ 896470 w 914400"/>
              <a:gd name="connsiteY4" fmla="*/ 715167 h 715167"/>
              <a:gd name="connsiteX5" fmla="*/ 914400 w 914400"/>
              <a:gd name="connsiteY5" fmla="*/ 715167 h 71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" h="715167">
                <a:moveTo>
                  <a:pt x="0" y="697237"/>
                </a:moveTo>
                <a:cubicBezTo>
                  <a:pt x="113553" y="220614"/>
                  <a:pt x="144734" y="39001"/>
                  <a:pt x="221827" y="2396"/>
                </a:cubicBezTo>
                <a:cubicBezTo>
                  <a:pt x="298920" y="-34209"/>
                  <a:pt x="350116" y="358813"/>
                  <a:pt x="462556" y="477608"/>
                </a:cubicBezTo>
                <a:cubicBezTo>
                  <a:pt x="574996" y="596403"/>
                  <a:pt x="824151" y="675574"/>
                  <a:pt x="896470" y="715167"/>
                </a:cubicBezTo>
                <a:lnTo>
                  <a:pt x="896470" y="715167"/>
                </a:lnTo>
                <a:lnTo>
                  <a:pt x="914400" y="715167"/>
                </a:lnTo>
              </a:path>
            </a:pathLst>
          </a:custGeom>
          <a:gradFill flip="none" rotWithShape="1">
            <a:gsLst>
              <a:gs pos="0">
                <a:srgbClr val="C00000">
                  <a:lumMod val="88493"/>
                </a:srgbClr>
              </a:gs>
              <a:gs pos="50000">
                <a:schemeClr val="bg1">
                  <a:alpha val="27734"/>
                </a:schemeClr>
              </a:gs>
              <a:gs pos="32000">
                <a:srgbClr val="FBB0AB"/>
              </a:gs>
              <a:gs pos="90000">
                <a:schemeClr val="tx2">
                  <a:lumMod val="50000"/>
                  <a:lumOff val="50000"/>
                </a:schemeClr>
              </a:gs>
              <a:gs pos="100000">
                <a:schemeClr val="accent1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B85F87-3B68-7E8B-5454-D9442C1F9B7B}"/>
              </a:ext>
            </a:extLst>
          </p:cNvPr>
          <p:cNvSpPr txBox="1"/>
          <p:nvPr/>
        </p:nvSpPr>
        <p:spPr>
          <a:xfrm>
            <a:off x="5363470" y="908691"/>
            <a:ext cx="26032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Portfolio effects may maintain stability.</a:t>
            </a:r>
          </a:p>
          <a:p>
            <a:r>
              <a:rPr lang="en-CA" dirty="0"/>
              <a:t>Asynchronous fluctuations have compensatory effects on community stability.</a:t>
            </a:r>
          </a:p>
        </p:txBody>
      </p:sp>
    </p:spTree>
    <p:extLst>
      <p:ext uri="{BB962C8B-B14F-4D97-AF65-F5344CB8AC3E}">
        <p14:creationId xmlns:p14="http://schemas.microsoft.com/office/powerpoint/2010/main" val="1155041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</TotalTime>
  <Words>606</Words>
  <Application>Microsoft Macintosh PowerPoint</Application>
  <PresentationFormat>Letter Paper (8.5x11 in)</PresentationFormat>
  <Paragraphs>237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Hébert</dc:creator>
  <cp:lastModifiedBy>Katherine Hébert</cp:lastModifiedBy>
  <cp:revision>3</cp:revision>
  <dcterms:created xsi:type="dcterms:W3CDTF">2026-02-16T13:50:09Z</dcterms:created>
  <dcterms:modified xsi:type="dcterms:W3CDTF">2026-02-16T16:37:39Z</dcterms:modified>
</cp:coreProperties>
</file>