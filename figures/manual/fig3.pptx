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8" r:id="rId2"/>
    <p:sldId id="267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AB359"/>
    <a:srgbClr val="DE5441"/>
    <a:srgbClr val="63B3DD"/>
    <a:srgbClr val="F8FBC7"/>
    <a:srgbClr val="B6EACD"/>
    <a:srgbClr val="9DDDD8"/>
    <a:srgbClr val="164495"/>
    <a:srgbClr val="C8E69D"/>
    <a:srgbClr val="9FD276"/>
    <a:srgbClr val="F3B3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19"/>
    <p:restoredTop sz="94718"/>
  </p:normalViewPr>
  <p:slideViewPr>
    <p:cSldViewPr snapToGrid="0">
      <p:cViewPr>
        <p:scale>
          <a:sx n="125" d="100"/>
          <a:sy n="125" d="100"/>
        </p:scale>
        <p:origin x="155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422A07-043F-A248-B7C8-8272F2A0CE82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DD61AB-8000-A148-8537-476D7EABEC2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66602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9694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8796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437986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823457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6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7493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7812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9478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9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90997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9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4014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4091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4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4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91939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6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B53D7-DBEB-514A-BF12-2568E4D13EF8}" type="datetimeFigureOut">
              <a:rPr lang="en-CA" smtClean="0"/>
              <a:t>2026-05-11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BCDB23-6975-5043-AF37-9ABEC34ADAD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7789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3.svg"/><Relationship Id="rId4" Type="http://schemas.openxmlformats.org/officeDocument/2006/relationships/image" Target="../media/image5.sv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79540-52A4-EAF4-AD87-74CD5167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76F1967C-996F-1D22-D489-A426A09051F2}"/>
              </a:ext>
            </a:extLst>
          </p:cNvPr>
          <p:cNvGrpSpPr/>
          <p:nvPr/>
        </p:nvGrpSpPr>
        <p:grpSpPr>
          <a:xfrm>
            <a:off x="0" y="1420585"/>
            <a:ext cx="6858000" cy="6302829"/>
            <a:chOff x="0" y="1420585"/>
            <a:chExt cx="6858000" cy="6302829"/>
          </a:xfrm>
        </p:grpSpPr>
        <p:pic>
          <p:nvPicPr>
            <p:cNvPr id="5" name="Picture 4" descr="A collage of graphs&#10;&#10;Description automatically generated">
              <a:extLst>
                <a:ext uri="{FF2B5EF4-FFF2-40B4-BE49-F238E27FC236}">
                  <a16:creationId xmlns:a16="http://schemas.microsoft.com/office/drawing/2014/main" id="{634609BE-85BA-EDB9-F501-B48937A37C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420585"/>
              <a:ext cx="6858000" cy="6302829"/>
            </a:xfrm>
            <a:prstGeom prst="rect">
              <a:avLst/>
            </a:prstGeom>
          </p:spPr>
        </p:pic>
        <p:pic>
          <p:nvPicPr>
            <p:cNvPr id="6" name="Graphic 5" descr="Badge 4 with solid fill">
              <a:extLst>
                <a:ext uri="{FF2B5EF4-FFF2-40B4-BE49-F238E27FC236}">
                  <a16:creationId xmlns:a16="http://schemas.microsoft.com/office/drawing/2014/main" id="{76C87632-2D34-1DAC-544D-6FCD8AB0624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65055" y="6892810"/>
              <a:ext cx="263557" cy="259531"/>
            </a:xfrm>
            <a:prstGeom prst="rect">
              <a:avLst/>
            </a:prstGeom>
          </p:spPr>
        </p:pic>
        <p:pic>
          <p:nvPicPr>
            <p:cNvPr id="7" name="Graphic 6" descr="Badge 1 with solid fill">
              <a:extLst>
                <a:ext uri="{FF2B5EF4-FFF2-40B4-BE49-F238E27FC236}">
                  <a16:creationId xmlns:a16="http://schemas.microsoft.com/office/drawing/2014/main" id="{DFF6EDF3-A556-BEBC-AD8B-3446863436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154005" y="4929777"/>
              <a:ext cx="263557" cy="259531"/>
            </a:xfrm>
            <a:prstGeom prst="rect">
              <a:avLst/>
            </a:prstGeom>
          </p:spPr>
        </p:pic>
        <p:pic>
          <p:nvPicPr>
            <p:cNvPr id="8" name="Graphic 7" descr="Badge with solid fill">
              <a:extLst>
                <a:ext uri="{FF2B5EF4-FFF2-40B4-BE49-F238E27FC236}">
                  <a16:creationId xmlns:a16="http://schemas.microsoft.com/office/drawing/2014/main" id="{BD7459E2-93C3-3785-D3E6-D13B1C5A9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265055" y="4929776"/>
              <a:ext cx="263558" cy="259532"/>
            </a:xfrm>
            <a:prstGeom prst="rect">
              <a:avLst/>
            </a:prstGeom>
          </p:spPr>
        </p:pic>
        <p:pic>
          <p:nvPicPr>
            <p:cNvPr id="9" name="Graphic 8" descr="Badge 3 with solid fill">
              <a:extLst>
                <a:ext uri="{FF2B5EF4-FFF2-40B4-BE49-F238E27FC236}">
                  <a16:creationId xmlns:a16="http://schemas.microsoft.com/office/drawing/2014/main" id="{1CF81E10-E811-8A9B-6E07-86983609D787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4154004" y="6892810"/>
              <a:ext cx="263557" cy="25953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33117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BABD9F0-31B0-F4FB-290F-3A7F9B672712}"/>
              </a:ext>
            </a:extLst>
          </p:cNvPr>
          <p:cNvGrpSpPr/>
          <p:nvPr/>
        </p:nvGrpSpPr>
        <p:grpSpPr>
          <a:xfrm>
            <a:off x="0" y="0"/>
            <a:ext cx="7154562" cy="6474941"/>
            <a:chOff x="0" y="0"/>
            <a:chExt cx="6858000" cy="6302829"/>
          </a:xfrm>
        </p:grpSpPr>
        <p:pic>
          <p:nvPicPr>
            <p:cNvPr id="19" name="Picture 18" descr="A collage of graphs and diagrams&#10;&#10;Description automatically generated">
              <a:extLst>
                <a:ext uri="{FF2B5EF4-FFF2-40B4-BE49-F238E27FC236}">
                  <a16:creationId xmlns:a16="http://schemas.microsoft.com/office/drawing/2014/main" id="{2A5AD7ED-F7FD-6A55-98EB-39F2071BB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6858000" cy="6302829"/>
            </a:xfrm>
            <a:prstGeom prst="rect">
              <a:avLst/>
            </a:prstGeom>
          </p:spPr>
        </p:pic>
        <p:pic>
          <p:nvPicPr>
            <p:cNvPr id="10" name="Graphic 9" descr="Badge 1 with solid fill">
              <a:extLst>
                <a:ext uri="{FF2B5EF4-FFF2-40B4-BE49-F238E27FC236}">
                  <a16:creationId xmlns:a16="http://schemas.microsoft.com/office/drawing/2014/main" id="{3071A209-2E99-D7EE-2F68-E24D4592F4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96547" y="510462"/>
              <a:ext cx="252632" cy="252632"/>
            </a:xfrm>
            <a:prstGeom prst="rect">
              <a:avLst/>
            </a:prstGeom>
          </p:spPr>
        </p:pic>
        <p:pic>
          <p:nvPicPr>
            <p:cNvPr id="11" name="Graphic 10" descr="Badge with solid fill">
              <a:extLst>
                <a:ext uri="{FF2B5EF4-FFF2-40B4-BE49-F238E27FC236}">
                  <a16:creationId xmlns:a16="http://schemas.microsoft.com/office/drawing/2014/main" id="{5BA8B164-F320-04EF-E0C9-750CFF0A76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988265" y="506025"/>
              <a:ext cx="252633" cy="252633"/>
            </a:xfrm>
            <a:prstGeom prst="rect">
              <a:avLst/>
            </a:prstGeom>
          </p:spPr>
        </p:pic>
        <p:pic>
          <p:nvPicPr>
            <p:cNvPr id="12" name="Graphic 11" descr="Badge 3 with solid fill">
              <a:extLst>
                <a:ext uri="{FF2B5EF4-FFF2-40B4-BE49-F238E27FC236}">
                  <a16:creationId xmlns:a16="http://schemas.microsoft.com/office/drawing/2014/main" id="{F4FE8707-91D0-BDF0-33D6-4D8AB1AE2BF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857835" y="2421315"/>
              <a:ext cx="252632" cy="252632"/>
            </a:xfrm>
            <a:prstGeom prst="rect">
              <a:avLst/>
            </a:prstGeom>
          </p:spPr>
        </p:pic>
        <p:pic>
          <p:nvPicPr>
            <p:cNvPr id="13" name="Graphic 12" descr="Badge 4 with solid fill">
              <a:extLst>
                <a:ext uri="{FF2B5EF4-FFF2-40B4-BE49-F238E27FC236}">
                  <a16:creationId xmlns:a16="http://schemas.microsoft.com/office/drawing/2014/main" id="{28542E44-572A-5B0A-6587-A6714FFBC28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2988266" y="2421315"/>
              <a:ext cx="252632" cy="2526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26822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5647</TotalTime>
  <Words>0</Words>
  <Application>Microsoft Macintosh PowerPoint</Application>
  <PresentationFormat>Letter Paper (8.5x11 in)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Katherine Hébert</dc:creator>
  <cp:lastModifiedBy>Katherine Hébert</cp:lastModifiedBy>
  <cp:revision>5</cp:revision>
  <dcterms:created xsi:type="dcterms:W3CDTF">2026-02-16T13:50:09Z</dcterms:created>
  <dcterms:modified xsi:type="dcterms:W3CDTF">2026-05-11T16:02:47Z</dcterms:modified>
</cp:coreProperties>
</file>