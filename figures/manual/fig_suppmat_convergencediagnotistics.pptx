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44"/>
  </p:normalViewPr>
  <p:slideViewPr>
    <p:cSldViewPr snapToGrid="0">
      <p:cViewPr>
        <p:scale>
          <a:sx n="73" d="100"/>
          <a:sy n="73" d="100"/>
        </p:scale>
        <p:origin x="372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F4A4-000C-D248-8397-26D9BB70FE7D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A725-D943-FA41-834C-8D91F614EB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5252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F4A4-000C-D248-8397-26D9BB70FE7D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A725-D943-FA41-834C-8D91F614EB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2248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F4A4-000C-D248-8397-26D9BB70FE7D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A725-D943-FA41-834C-8D91F614EB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584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F4A4-000C-D248-8397-26D9BB70FE7D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A725-D943-FA41-834C-8D91F614EB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311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F4A4-000C-D248-8397-26D9BB70FE7D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A725-D943-FA41-834C-8D91F614EB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1022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F4A4-000C-D248-8397-26D9BB70FE7D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A725-D943-FA41-834C-8D91F614EB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828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F4A4-000C-D248-8397-26D9BB70FE7D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A725-D943-FA41-834C-8D91F614EB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807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F4A4-000C-D248-8397-26D9BB70FE7D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A725-D943-FA41-834C-8D91F614EB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9459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F4A4-000C-D248-8397-26D9BB70FE7D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A725-D943-FA41-834C-8D91F614EB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841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F4A4-000C-D248-8397-26D9BB70FE7D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A725-D943-FA41-834C-8D91F614EB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860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8F4A4-000C-D248-8397-26D9BB70FE7D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A725-D943-FA41-834C-8D91F614EB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4770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98F4A4-000C-D248-8397-26D9BB70FE7D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DA725-D943-FA41-834C-8D91F614EB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2051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1F04482-444F-E288-2A9C-0065B89A7B35}"/>
              </a:ext>
            </a:extLst>
          </p:cNvPr>
          <p:cNvGrpSpPr/>
          <p:nvPr/>
        </p:nvGrpSpPr>
        <p:grpSpPr>
          <a:xfrm>
            <a:off x="541322" y="623249"/>
            <a:ext cx="9007124" cy="9228753"/>
            <a:chOff x="541322" y="623249"/>
            <a:chExt cx="9007124" cy="922875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B0A5011-EB82-5F61-AC82-B334017F972B}"/>
                </a:ext>
              </a:extLst>
            </p:cNvPr>
            <p:cNvGrpSpPr/>
            <p:nvPr/>
          </p:nvGrpSpPr>
          <p:grpSpPr>
            <a:xfrm>
              <a:off x="541322" y="623249"/>
              <a:ext cx="9007124" cy="9228753"/>
              <a:chOff x="541322" y="623249"/>
              <a:chExt cx="9007124" cy="922875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CBB14F5-B8C0-241C-91DF-03C726441B01}"/>
                  </a:ext>
                </a:extLst>
              </p:cNvPr>
              <p:cNvGrpSpPr/>
              <p:nvPr/>
            </p:nvGrpSpPr>
            <p:grpSpPr>
              <a:xfrm>
                <a:off x="541322" y="623250"/>
                <a:ext cx="9007124" cy="9228752"/>
                <a:chOff x="541322" y="623250"/>
                <a:chExt cx="9007124" cy="9228752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893F2FAB-BA09-73F2-A41A-8031CF7441C5}"/>
                    </a:ext>
                  </a:extLst>
                </p:cNvPr>
                <p:cNvSpPr/>
                <p:nvPr/>
              </p:nvSpPr>
              <p:spPr>
                <a:xfrm>
                  <a:off x="541322" y="623250"/>
                  <a:ext cx="9007124" cy="92287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/>
                </a:p>
              </p:txBody>
            </p:sp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11C525C-F84C-B2C1-CAE6-E52A21945823}"/>
                    </a:ext>
                  </a:extLst>
                </p:cNvPr>
                <p:cNvGrpSpPr/>
                <p:nvPr/>
              </p:nvGrpSpPr>
              <p:grpSpPr>
                <a:xfrm>
                  <a:off x="701784" y="738554"/>
                  <a:ext cx="4642932" cy="4042375"/>
                  <a:chOff x="701784" y="738554"/>
                  <a:chExt cx="4642932" cy="4042375"/>
                </a:xfrm>
              </p:grpSpPr>
              <p:pic>
                <p:nvPicPr>
                  <p:cNvPr id="1028" name="Picture 4">
                    <a:extLst>
                      <a:ext uri="{FF2B5EF4-FFF2-40B4-BE49-F238E27FC236}">
                        <a16:creationId xmlns:a16="http://schemas.microsoft.com/office/drawing/2014/main" id="{90E56656-04BA-BB2C-26FB-36D5595CB8C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170344" y="738554"/>
                    <a:ext cx="4042375" cy="404237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A251D049-FD13-28B2-CD6F-B6B5BC0C05C6}"/>
                      </a:ext>
                    </a:extLst>
                  </p:cNvPr>
                  <p:cNvSpPr txBox="1"/>
                  <p:nvPr/>
                </p:nvSpPr>
                <p:spPr>
                  <a:xfrm>
                    <a:off x="701784" y="879230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CA" dirty="0"/>
                      <a:t>a</a:t>
                    </a:r>
                  </a:p>
                </p:txBody>
              </p:sp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A99FBB79-9C4D-FF1F-18CA-82A3ADF24D1E}"/>
                      </a:ext>
                    </a:extLst>
                  </p:cNvPr>
                  <p:cNvSpPr txBox="1"/>
                  <p:nvPr/>
                </p:nvSpPr>
                <p:spPr>
                  <a:xfrm>
                    <a:off x="5030206" y="738554"/>
                    <a:ext cx="31451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CA" dirty="0"/>
                      <a:t>b</a:t>
                    </a:r>
                  </a:p>
                </p:txBody>
              </p:sp>
            </p:grpSp>
          </p:grpSp>
          <p:pic>
            <p:nvPicPr>
              <p:cNvPr id="10" name="Picture 9" descr="A graph of a number of red and pink bars&#10;&#10;Description automatically generated with medium confidence">
                <a:extLst>
                  <a:ext uri="{FF2B5EF4-FFF2-40B4-BE49-F238E27FC236}">
                    <a16:creationId xmlns:a16="http://schemas.microsoft.com/office/drawing/2014/main" id="{743B9951-125C-B8F2-1F61-DB32507FB1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32505" y="623249"/>
                <a:ext cx="4157680" cy="4157680"/>
              </a:xfrm>
              <a:prstGeom prst="rect">
                <a:avLst/>
              </a:prstGeom>
            </p:spPr>
          </p:pic>
        </p:grpSp>
        <p:pic>
          <p:nvPicPr>
            <p:cNvPr id="13" name="Picture 12" descr="A graph of a graph&#10;&#10;Description automatically generated">
              <a:extLst>
                <a:ext uri="{FF2B5EF4-FFF2-40B4-BE49-F238E27FC236}">
                  <a16:creationId xmlns:a16="http://schemas.microsoft.com/office/drawing/2014/main" id="{F851DCF6-987D-19F5-0631-F52B13514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6999" y="4896233"/>
              <a:ext cx="4955769" cy="495576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DC7666A-6559-B59D-34C8-BF95360EE41E}"/>
                </a:ext>
              </a:extLst>
            </p:cNvPr>
            <p:cNvSpPr txBox="1"/>
            <p:nvPr/>
          </p:nvSpPr>
          <p:spPr>
            <a:xfrm>
              <a:off x="2409744" y="505296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3383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3</Words>
  <Application>Microsoft Macintosh PowerPoint</Application>
  <PresentationFormat>Letter Paper (8.5x11 in)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Hébert</dc:creator>
  <cp:lastModifiedBy>Katherine Hébert</cp:lastModifiedBy>
  <cp:revision>1</cp:revision>
  <dcterms:created xsi:type="dcterms:W3CDTF">2026-04-02T14:44:06Z</dcterms:created>
  <dcterms:modified xsi:type="dcterms:W3CDTF">2026-04-02T15:38:39Z</dcterms:modified>
</cp:coreProperties>
</file>