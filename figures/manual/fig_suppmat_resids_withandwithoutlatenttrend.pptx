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>
        <p:scale>
          <a:sx n="60" d="100"/>
          <a:sy n="60" d="100"/>
        </p:scale>
        <p:origin x="3000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B3E3-E594-C4F5-0588-FF9838956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8C94C-6600-7379-88C4-1C497A563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E1C20-5FCF-467F-7817-F3197D6B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D1BA-FE2C-9E63-B3FC-FBED22CA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D2FD4-3DE6-B9AF-71F2-F2D62E3C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76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02515-90C6-ACF9-724B-4C40DA79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F4F3-3C20-2A47-41CC-C9F6126A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86E70-4D11-02C4-3D80-C3EF2B8C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8565-6461-7CCD-E869-7A5F7E02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6412F-0A0B-2B3C-04AB-C644EFFF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943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2C7E-4B33-6B09-B1C0-F9FDF12D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398B5-2141-5C92-6E30-90FBFCC63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0A9F-E402-D1D7-4CA0-2FA6AF57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6D8B8-321E-16BC-5E49-0D2AB3E4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D0AA9-8E46-08F5-4553-250C4B7A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17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B0B3-F5B2-EC6F-6CA1-28C7C30B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D3A5D-7DEC-66D4-4ACA-E35FE6727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03F1A-F4A0-3880-6839-4C7AFB303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1DD07-6FDD-513A-77C6-160954F48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B300E-A62E-99CC-ED15-24A24BEEA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8A531-BC71-EA52-C8BA-C2A863DD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894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3145-846A-199A-9477-70CC81FA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E8CC0-EE91-8F7A-4322-8087F2703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5029F-6919-8704-5432-CC1C63F1E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8318C-96E5-89FF-DD13-26ACF8A17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AAE6E-72D1-CBF0-6A11-397B4244C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5CE2C-6981-0DC7-9F8C-947CA328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FC3829-4A10-7650-2E25-4C8C51ED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A6BB3-FAAD-941E-7050-0972D93B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234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912F-DA1C-1BCE-0A0C-FA3B8FD53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DA82E-779E-AF4A-F68C-907AA15DD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02986-C700-E672-806B-E92298E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37CFD-8E09-E7B9-5747-F5B7A1ED4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96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1A41F-3C0B-DE08-91DE-4A708D13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D68EA7-834B-2FDB-4C13-208FC910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224D0-FAE9-3A8C-E4EB-4B9A9E2A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170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ABEF-335F-7E47-9CA9-834EC2DE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08CA-3CEC-E45E-027F-78CA760A7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B7412-5B8A-CEEC-0351-14BD79DB6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B038C-16A0-967E-ACF7-6F50FC7C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FF268-9A14-2F29-973D-93B0FFA92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6045-0C8A-6340-FE7E-564AF170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949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D715B-0A1A-E1C4-2382-9F190716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BD21B-9730-AA0E-7E58-DDB14A303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4DD9F-B161-CF13-F054-7D20EE226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053B9-A063-173E-8CD3-C5A97883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9AFF3-D8A7-CB54-2F12-D57C4164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8C02D-7DED-F580-6FA1-E14DDB06E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388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98DC-2DA8-3BB5-48D0-22ECFDC38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C9DF2-9CA7-C5B8-6C96-36513DB93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243C6-CE05-2009-357B-39DB0D0E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5B05-0211-E86D-3B3C-45A77AE6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9802-FC69-0411-DA86-49341265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603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E2CFA5-4D63-2DD2-ACF6-BE15C552AB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939D9-571C-B9F5-71CD-8CFCFAC4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7B260-A8D7-749A-9D77-611AD8E76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7D8D7-49B6-89B1-10AD-3195604B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1AF18-B236-F587-436C-B706F5D8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67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0A06E-E908-09CF-65BB-2D91185CD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79EBB-A7E2-3072-5A0D-DA4D8E669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6311-33A8-8C56-11D3-9260ADD9B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4453F-3803-9F4A-8893-B44B393525F0}" type="datetimeFigureOut">
              <a:rPr lang="en-CA" smtClean="0"/>
              <a:t>2026-04-02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E5EA2-5C9A-4AF6-8394-F13B5A2A2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7C643-47F7-FB46-A12E-D91EE7EEC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19AB9-CE40-904C-AB72-E3495EE2CE9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456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4793BDE-1090-CA51-FDC0-9AF252752B75}"/>
              </a:ext>
            </a:extLst>
          </p:cNvPr>
          <p:cNvGrpSpPr/>
          <p:nvPr/>
        </p:nvGrpSpPr>
        <p:grpSpPr>
          <a:xfrm>
            <a:off x="0" y="543316"/>
            <a:ext cx="11542734" cy="5771367"/>
            <a:chOff x="0" y="543316"/>
            <a:chExt cx="11542734" cy="5771367"/>
          </a:xfrm>
        </p:grpSpPr>
        <p:pic>
          <p:nvPicPr>
            <p:cNvPr id="5" name="Picture 4" descr="A graph of a graph of a graph of a graph of a graph of a graph of a graph of a graph of a graph of a graph of a graph of a graph of a graph of&#10;&#10;Description automatically generated">
              <a:extLst>
                <a:ext uri="{FF2B5EF4-FFF2-40B4-BE49-F238E27FC236}">
                  <a16:creationId xmlns:a16="http://schemas.microsoft.com/office/drawing/2014/main" id="{79D20689-CACC-46C3-F2B8-506D2A89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43316"/>
              <a:ext cx="11542734" cy="577136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A17831-9441-AB09-D192-48694DE4AD4A}"/>
                </a:ext>
              </a:extLst>
            </p:cNvPr>
            <p:cNvSpPr txBox="1"/>
            <p:nvPr/>
          </p:nvSpPr>
          <p:spPr>
            <a:xfrm>
              <a:off x="0" y="67924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A637A5-AEFA-C6DC-4AE3-4EAA953FB3BC}"/>
                </a:ext>
              </a:extLst>
            </p:cNvPr>
            <p:cNvSpPr txBox="1"/>
            <p:nvPr/>
          </p:nvSpPr>
          <p:spPr>
            <a:xfrm>
              <a:off x="5787902" y="679247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0919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1</cp:revision>
  <dcterms:created xsi:type="dcterms:W3CDTF">2026-04-02T17:33:51Z</dcterms:created>
  <dcterms:modified xsi:type="dcterms:W3CDTF">2026-04-02T17:35:02Z</dcterms:modified>
</cp:coreProperties>
</file>