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5"/>
  </p:notesMasterIdLst>
  <p:sldIdLst>
    <p:sldId id="263" r:id="rId2"/>
    <p:sldId id="266" r:id="rId3"/>
    <p:sldId id="265" r:id="rId4"/>
  </p:sldIdLst>
  <p:sldSz cx="6858000" cy="9144000" type="letter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AB359"/>
    <a:srgbClr val="DE5441"/>
    <a:srgbClr val="63B3DD"/>
    <a:srgbClr val="F8FBC7"/>
    <a:srgbClr val="B6EACD"/>
    <a:srgbClr val="9DDDD8"/>
    <a:srgbClr val="164495"/>
    <a:srgbClr val="C8E69D"/>
    <a:srgbClr val="9FD276"/>
    <a:srgbClr val="F3B37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119"/>
    <p:restoredTop sz="94718"/>
  </p:normalViewPr>
  <p:slideViewPr>
    <p:cSldViewPr snapToGrid="0">
      <p:cViewPr varScale="1">
        <p:scale>
          <a:sx n="103" d="100"/>
          <a:sy n="103" d="100"/>
        </p:scale>
        <p:origin x="203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422A07-043F-A248-B7C8-8272F2A0CE82}" type="datetimeFigureOut">
              <a:rPr lang="en-CA" smtClean="0"/>
              <a:t>2026-05-11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0"/>
            <a:ext cx="2314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DD61AB-8000-A148-8537-476D7EABEC2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666023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1F6AF7-E77B-8B51-F007-F92D33D8C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A323E4-8D6E-D932-AA70-1F459933E2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7A2784-3A87-56CC-2CCE-E27FCFF61C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24E36E-F964-2AA5-920D-48CAB72904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DD61AB-8000-A148-8537-476D7EABEC2C}" type="slidenum">
              <a:rPr lang="en-CA" smtClean="0"/>
              <a:t>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466791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3AD117-FF98-D888-AFA6-AD2E38F0AA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3E20CD-C9DE-98F8-A312-D21C8D5DA9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62070F-9946-38E2-483A-DB181C0059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3B9059-F272-F6D3-00E1-A76B12E0FD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DD61AB-8000-A148-8537-476D7EABEC2C}" type="slidenum">
              <a:rPr lang="en-CA" smtClean="0"/>
              <a:t>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897496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8CFAE7-0822-B1DB-80B8-256E21F2F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D2C75D-C6B9-16CF-379A-DD50E352D4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DEFDCB-7A0F-6CC1-C8A2-F60B298FD9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DAB7C7-2B30-ED95-3B9D-8A47780374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DD61AB-8000-A148-8537-476D7EABEC2C}" type="slidenum">
              <a:rPr lang="en-CA" smtClean="0"/>
              <a:t>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169142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496484"/>
            <a:ext cx="5829300" cy="31834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802717"/>
            <a:ext cx="5143500" cy="220768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B53D7-DBEB-514A-BF12-2568E4D13EF8}" type="datetimeFigureOut">
              <a:rPr lang="en-CA" smtClean="0"/>
              <a:t>2026-05-11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CDB23-6975-5043-AF37-9ABEC34ADAD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496940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B53D7-DBEB-514A-BF12-2568E4D13EF8}" type="datetimeFigureOut">
              <a:rPr lang="en-CA" smtClean="0"/>
              <a:t>2026-05-11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CDB23-6975-5043-AF37-9ABEC34ADAD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879645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279653"/>
            <a:ext cx="5915025" cy="3803649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119286"/>
            <a:ext cx="5915025" cy="200024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B53D7-DBEB-514A-BF12-2568E4D13EF8}" type="datetimeFigureOut">
              <a:rPr lang="en-CA" smtClean="0"/>
              <a:t>2026-05-11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CDB23-6975-5043-AF37-9ABEC34ADAD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437986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434167"/>
            <a:ext cx="291465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434167"/>
            <a:ext cx="291465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B53D7-DBEB-514A-BF12-2568E4D13EF8}" type="datetimeFigureOut">
              <a:rPr lang="en-CA" smtClean="0"/>
              <a:t>2026-05-11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CDB23-6975-5043-AF37-9ABEC34ADAD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823457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86836"/>
            <a:ext cx="5915025" cy="17674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241551"/>
            <a:ext cx="2901255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340100"/>
            <a:ext cx="2901255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241551"/>
            <a:ext cx="2915543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340100"/>
            <a:ext cx="2915543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B53D7-DBEB-514A-BF12-2568E4D13EF8}" type="datetimeFigureOut">
              <a:rPr lang="en-CA" smtClean="0"/>
              <a:t>2026-05-11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CDB23-6975-5043-AF37-9ABEC34ADAD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749361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B53D7-DBEB-514A-BF12-2568E4D13EF8}" type="datetimeFigureOut">
              <a:rPr lang="en-CA" smtClean="0"/>
              <a:t>2026-05-11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CDB23-6975-5043-AF37-9ABEC34ADAD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278124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B53D7-DBEB-514A-BF12-2568E4D13EF8}" type="datetimeFigureOut">
              <a:rPr lang="en-CA" smtClean="0"/>
              <a:t>2026-05-11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CDB23-6975-5043-AF37-9ABEC34ADAD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94789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316569"/>
            <a:ext cx="3471863" cy="649816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B53D7-DBEB-514A-BF12-2568E4D13EF8}" type="datetimeFigureOut">
              <a:rPr lang="en-CA" smtClean="0"/>
              <a:t>2026-05-11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CDB23-6975-5043-AF37-9ABEC34ADAD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909971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316569"/>
            <a:ext cx="3471863" cy="649816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B53D7-DBEB-514A-BF12-2568E4D13EF8}" type="datetimeFigureOut">
              <a:rPr lang="en-CA" smtClean="0"/>
              <a:t>2026-05-11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CDB23-6975-5043-AF37-9ABEC34ADAD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54014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B53D7-DBEB-514A-BF12-2568E4D13EF8}" type="datetimeFigureOut">
              <a:rPr lang="en-CA" smtClean="0"/>
              <a:t>2026-05-11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CDB23-6975-5043-AF37-9ABEC34ADAD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744091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86834"/>
            <a:ext cx="1478756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86834"/>
            <a:ext cx="4350544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B53D7-DBEB-514A-BF12-2568E4D13EF8}" type="datetimeFigureOut">
              <a:rPr lang="en-CA" smtClean="0"/>
              <a:t>2026-05-11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CDB23-6975-5043-AF37-9ABEC34ADAD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91939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BB53D7-DBEB-514A-BF12-2568E4D13EF8}" type="datetimeFigureOut">
              <a:rPr lang="en-CA" smtClean="0"/>
              <a:t>2026-05-11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BCDB23-6975-5043-AF37-9ABEC34ADAD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778981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4.svg"/><Relationship Id="rId18" Type="http://schemas.openxmlformats.org/officeDocument/2006/relationships/image" Target="../media/image9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12" Type="http://schemas.openxmlformats.org/officeDocument/2006/relationships/image" Target="../media/image3.png"/><Relationship Id="rId17" Type="http://schemas.openxmlformats.org/officeDocument/2006/relationships/image" Target="../media/image8.sv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11" Type="http://schemas.openxmlformats.org/officeDocument/2006/relationships/image" Target="../media/image2.svg"/><Relationship Id="rId5" Type="http://schemas.openxmlformats.org/officeDocument/2006/relationships/image" Target="../media/image25.png"/><Relationship Id="rId15" Type="http://schemas.openxmlformats.org/officeDocument/2006/relationships/image" Target="../media/image6.svg"/><Relationship Id="rId10" Type="http://schemas.openxmlformats.org/officeDocument/2006/relationships/image" Target="../media/image1.png"/><Relationship Id="rId19" Type="http://schemas.openxmlformats.org/officeDocument/2006/relationships/image" Target="../media/image10.svg"/><Relationship Id="rId4" Type="http://schemas.openxmlformats.org/officeDocument/2006/relationships/image" Target="../media/image24.png"/><Relationship Id="rId9" Type="http://schemas.openxmlformats.org/officeDocument/2006/relationships/image" Target="../media/image29.png"/><Relationship Id="rId1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5.png"/><Relationship Id="rId18" Type="http://schemas.openxmlformats.org/officeDocument/2006/relationships/image" Target="../media/image10.sv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12" Type="http://schemas.openxmlformats.org/officeDocument/2006/relationships/image" Target="../media/image4.svg"/><Relationship Id="rId1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8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11" Type="http://schemas.openxmlformats.org/officeDocument/2006/relationships/image" Target="../media/image3.png"/><Relationship Id="rId5" Type="http://schemas.openxmlformats.org/officeDocument/2006/relationships/image" Target="../media/image25.png"/><Relationship Id="rId15" Type="http://schemas.openxmlformats.org/officeDocument/2006/relationships/image" Target="../media/image7.png"/><Relationship Id="rId10" Type="http://schemas.openxmlformats.org/officeDocument/2006/relationships/image" Target="../media/image2.svg"/><Relationship Id="rId19" Type="http://schemas.openxmlformats.org/officeDocument/2006/relationships/image" Target="../media/image31.png"/><Relationship Id="rId4" Type="http://schemas.openxmlformats.org/officeDocument/2006/relationships/image" Target="../media/image30.png"/><Relationship Id="rId9" Type="http://schemas.openxmlformats.org/officeDocument/2006/relationships/image" Target="../media/image1.png"/><Relationship Id="rId14" Type="http://schemas.openxmlformats.org/officeDocument/2006/relationships/image" Target="../media/image6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5.png"/><Relationship Id="rId18" Type="http://schemas.openxmlformats.org/officeDocument/2006/relationships/image" Target="../media/image10.sv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12" Type="http://schemas.openxmlformats.org/officeDocument/2006/relationships/image" Target="../media/image4.svg"/><Relationship Id="rId1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8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11" Type="http://schemas.openxmlformats.org/officeDocument/2006/relationships/image" Target="../media/image3.png"/><Relationship Id="rId5" Type="http://schemas.openxmlformats.org/officeDocument/2006/relationships/image" Target="../media/image25.png"/><Relationship Id="rId15" Type="http://schemas.openxmlformats.org/officeDocument/2006/relationships/image" Target="../media/image7.png"/><Relationship Id="rId10" Type="http://schemas.openxmlformats.org/officeDocument/2006/relationships/image" Target="../media/image2.svg"/><Relationship Id="rId4" Type="http://schemas.openxmlformats.org/officeDocument/2006/relationships/image" Target="../media/image24.png"/><Relationship Id="rId9" Type="http://schemas.openxmlformats.org/officeDocument/2006/relationships/image" Target="../media/image1.png"/><Relationship Id="rId14" Type="http://schemas.openxmlformats.org/officeDocument/2006/relationships/image" Target="../media/image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500774-0BAF-91C9-03DC-5CDFC6F00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78929F30-AF16-F071-ABC2-D39516A33297}"/>
              </a:ext>
            </a:extLst>
          </p:cNvPr>
          <p:cNvGrpSpPr/>
          <p:nvPr/>
        </p:nvGrpSpPr>
        <p:grpSpPr>
          <a:xfrm>
            <a:off x="-1667435" y="663388"/>
            <a:ext cx="10650070" cy="6936752"/>
            <a:chOff x="-1667435" y="663388"/>
            <a:chExt cx="10650070" cy="6936752"/>
          </a:xfrm>
        </p:grpSpPr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BD592F3C-7370-0CD5-75F8-5C260BC40753}"/>
                </a:ext>
              </a:extLst>
            </p:cNvPr>
            <p:cNvGrpSpPr/>
            <p:nvPr/>
          </p:nvGrpSpPr>
          <p:grpSpPr>
            <a:xfrm>
              <a:off x="-1667435" y="663388"/>
              <a:ext cx="10650070" cy="6936752"/>
              <a:chOff x="-566053" y="831028"/>
              <a:chExt cx="10650070" cy="6936752"/>
            </a:xfrm>
          </p:grpSpPr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763D9B3D-55B9-AA70-6D59-90C78B568EC3}"/>
                  </a:ext>
                </a:extLst>
              </p:cNvPr>
              <p:cNvSpPr/>
              <p:nvPr/>
            </p:nvSpPr>
            <p:spPr>
              <a:xfrm>
                <a:off x="-566053" y="831028"/>
                <a:ext cx="10650070" cy="693675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grpSp>
            <p:nvGrpSpPr>
              <p:cNvPr id="38" name="Group 37">
                <a:extLst>
                  <a:ext uri="{FF2B5EF4-FFF2-40B4-BE49-F238E27FC236}">
                    <a16:creationId xmlns:a16="http://schemas.microsoft.com/office/drawing/2014/main" id="{31604B90-4E4D-1F05-46FA-068421165D28}"/>
                  </a:ext>
                </a:extLst>
              </p:cNvPr>
              <p:cNvGrpSpPr/>
              <p:nvPr/>
            </p:nvGrpSpPr>
            <p:grpSpPr>
              <a:xfrm>
                <a:off x="-368045" y="983677"/>
                <a:ext cx="8873070" cy="6660268"/>
                <a:chOff x="-368045" y="983677"/>
                <a:chExt cx="8873070" cy="6660268"/>
              </a:xfrm>
            </p:grpSpPr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4EA29F61-3F19-0734-49F6-1FBB16D995C9}"/>
                    </a:ext>
                  </a:extLst>
                </p:cNvPr>
                <p:cNvSpPr/>
                <p:nvPr/>
              </p:nvSpPr>
              <p:spPr>
                <a:xfrm rot="10800000">
                  <a:off x="522288" y="1630144"/>
                  <a:ext cx="400110" cy="5145437"/>
                </a:xfrm>
                <a:prstGeom prst="rect">
                  <a:avLst/>
                </a:prstGeom>
                <a:gradFill>
                  <a:gsLst>
                    <a:gs pos="50000">
                      <a:schemeClr val="accent1">
                        <a:lumMod val="5000"/>
                        <a:lumOff val="95000"/>
                      </a:schemeClr>
                    </a:gs>
                    <a:gs pos="16995">
                      <a:srgbClr val="8CBAE6"/>
                    </a:gs>
                    <a:gs pos="33000">
                      <a:srgbClr val="CAE8FE"/>
                    </a:gs>
                    <a:gs pos="75991">
                      <a:srgbClr val="F5B0B2"/>
                    </a:gs>
                    <a:gs pos="0">
                      <a:srgbClr val="2C77A6"/>
                    </a:gs>
                    <a:gs pos="100000">
                      <a:srgbClr val="BC2726"/>
                    </a:gs>
                  </a:gsLst>
                  <a:lin ang="5400000" scaled="1"/>
                </a:gradFill>
                <a:ln w="63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A"/>
                </a:p>
              </p:txBody>
            </p:sp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C3CC5306-97AB-4D1F-6B38-C8B216FB7A9C}"/>
                    </a:ext>
                  </a:extLst>
                </p:cNvPr>
                <p:cNvSpPr/>
                <p:nvPr/>
              </p:nvSpPr>
              <p:spPr>
                <a:xfrm rot="16200000">
                  <a:off x="3439392" y="4579030"/>
                  <a:ext cx="400111" cy="5145437"/>
                </a:xfrm>
                <a:prstGeom prst="rect">
                  <a:avLst/>
                </a:prstGeom>
                <a:gradFill>
                  <a:gsLst>
                    <a:gs pos="72000">
                      <a:srgbClr val="C8E69D"/>
                    </a:gs>
                    <a:gs pos="14000">
                      <a:srgbClr val="F3B37A"/>
                    </a:gs>
                    <a:gs pos="48000">
                      <a:srgbClr val="F8FBC7"/>
                    </a:gs>
                    <a:gs pos="84000">
                      <a:srgbClr val="9FD276"/>
                    </a:gs>
                    <a:gs pos="0">
                      <a:srgbClr val="DE5441"/>
                    </a:gs>
                    <a:gs pos="100000">
                      <a:srgbClr val="5AB359"/>
                    </a:gs>
                  </a:gsLst>
                  <a:lin ang="5400000" scaled="1"/>
                </a:gradFill>
                <a:ln w="63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A" dirty="0"/>
                </a:p>
              </p:txBody>
            </p:sp>
            <p:sp>
              <p:nvSpPr>
                <p:cNvPr id="4" name="Rectangle 3">
                  <a:extLst>
                    <a:ext uri="{FF2B5EF4-FFF2-40B4-BE49-F238E27FC236}">
                      <a16:creationId xmlns:a16="http://schemas.microsoft.com/office/drawing/2014/main" id="{E1268D17-43FF-4026-E754-80FFD2CCD7FD}"/>
                    </a:ext>
                  </a:extLst>
                </p:cNvPr>
                <p:cNvSpPr/>
                <p:nvPr/>
              </p:nvSpPr>
              <p:spPr>
                <a:xfrm>
                  <a:off x="1062855" y="1666784"/>
                  <a:ext cx="5149311" cy="5145437"/>
                </a:xfrm>
                <a:prstGeom prst="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CA"/>
                </a:p>
              </p:txBody>
            </p:sp>
            <p:cxnSp>
              <p:nvCxnSpPr>
                <p:cNvPr id="6" name="Straight Connector 5">
                  <a:extLst>
                    <a:ext uri="{FF2B5EF4-FFF2-40B4-BE49-F238E27FC236}">
                      <a16:creationId xmlns:a16="http://schemas.microsoft.com/office/drawing/2014/main" id="{BAF269D6-F8DA-6D77-57FB-BA3F9AF293CA}"/>
                    </a:ext>
                  </a:extLst>
                </p:cNvPr>
                <p:cNvCxnSpPr>
                  <a:cxnSpLocks/>
                  <a:stCxn id="4" idx="0"/>
                  <a:endCxn id="4" idx="2"/>
                </p:cNvCxnSpPr>
                <p:nvPr/>
              </p:nvCxnSpPr>
              <p:spPr>
                <a:xfrm>
                  <a:off x="3637511" y="1666784"/>
                  <a:ext cx="0" cy="5145437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" name="Straight Connector 6">
                  <a:extLst>
                    <a:ext uri="{FF2B5EF4-FFF2-40B4-BE49-F238E27FC236}">
                      <a16:creationId xmlns:a16="http://schemas.microsoft.com/office/drawing/2014/main" id="{B0683B6F-4735-E95C-B9BC-53B816CAF5A1}"/>
                    </a:ext>
                  </a:extLst>
                </p:cNvPr>
                <p:cNvCxnSpPr>
                  <a:cxnSpLocks/>
                  <a:stCxn id="4" idx="1"/>
                  <a:endCxn id="4" idx="3"/>
                </p:cNvCxnSpPr>
                <p:nvPr/>
              </p:nvCxnSpPr>
              <p:spPr>
                <a:xfrm>
                  <a:off x="1062855" y="4239503"/>
                  <a:ext cx="5149311" cy="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0" name="TextBox 9">
                      <a:extLst>
                        <a:ext uri="{FF2B5EF4-FFF2-40B4-BE49-F238E27FC236}">
                          <a16:creationId xmlns:a16="http://schemas.microsoft.com/office/drawing/2014/main" id="{576594CC-E2BF-08AD-61A6-0AE0F90904D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713220" y="6936059"/>
                      <a:ext cx="2006027" cy="70788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en-CA" sz="2000" b="1" dirty="0"/>
                        <a:t>TREND (</a:t>
                      </a:r>
                      <a14:m>
                        <m:oMath xmlns:m="http://schemas.openxmlformats.org/officeDocument/2006/math">
                          <m:sSub>
                            <m:sSubPr>
                              <m:ctrlPr>
                                <a:rPr lang="en-CA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sz="20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CA" sz="2000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CA" sz="20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sub>
                          </m:sSub>
                        </m:oMath>
                      </a14:m>
                      <a:r>
                        <a:rPr lang="en-CA" sz="2000" b="1" dirty="0"/>
                        <a:t> )</a:t>
                      </a:r>
                    </a:p>
                    <a:p>
                      <a:pPr algn="ctr"/>
                      <a:endParaRPr lang="en-CA" sz="2000" b="1" dirty="0"/>
                    </a:p>
                  </p:txBody>
                </p:sp>
              </mc:Choice>
              <mc:Fallback xmlns="">
                <p:sp>
                  <p:nvSpPr>
                    <p:cNvPr id="10" name="TextBox 9">
                      <a:extLst>
                        <a:ext uri="{FF2B5EF4-FFF2-40B4-BE49-F238E27FC236}">
                          <a16:creationId xmlns:a16="http://schemas.microsoft.com/office/drawing/2014/main" id="{576594CC-E2BF-08AD-61A6-0AE0F90904DA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713220" y="6936059"/>
                      <a:ext cx="2006027" cy="707886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 t="-1754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CA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1" name="TextBox 10">
                      <a:extLst>
                        <a:ext uri="{FF2B5EF4-FFF2-40B4-BE49-F238E27FC236}">
                          <a16:creationId xmlns:a16="http://schemas.microsoft.com/office/drawing/2014/main" id="{073B84CE-D41B-CA46-FF83-BC7EF9C8878A}"/>
                        </a:ext>
                      </a:extLst>
                    </p:cNvPr>
                    <p:cNvSpPr txBox="1"/>
                    <p:nvPr/>
                  </p:nvSpPr>
                  <p:spPr>
                    <a:xfrm rot="16200000">
                      <a:off x="-471733" y="4149376"/>
                      <a:ext cx="2424638" cy="4001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CA" sz="2000" b="1" dirty="0"/>
                        <a:t>CORRELATION  </a:t>
                      </a:r>
                      <a:r>
                        <a:rPr lang="en-CA" sz="2000" dirty="0"/>
                        <a:t>(</a:t>
                      </a:r>
                      <a14:m>
                        <m:oMath xmlns:m="http://schemas.openxmlformats.org/officeDocument/2006/math">
                          <m:sSub>
                            <m:sSubPr>
                              <m:ctrlPr>
                                <a:rPr lang="en-CA" sz="2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sz="20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CA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sub>
                          </m:sSub>
                        </m:oMath>
                      </a14:m>
                      <a:r>
                        <a:rPr lang="en-CA" sz="2000" dirty="0"/>
                        <a:t>)</a:t>
                      </a:r>
                    </a:p>
                  </p:txBody>
                </p:sp>
              </mc:Choice>
              <mc:Fallback xmlns="">
                <p:sp>
                  <p:nvSpPr>
                    <p:cNvPr id="11" name="TextBox 10">
                      <a:extLst>
                        <a:ext uri="{FF2B5EF4-FFF2-40B4-BE49-F238E27FC236}">
                          <a16:creationId xmlns:a16="http://schemas.microsoft.com/office/drawing/2014/main" id="{073B84CE-D41B-CA46-FF83-BC7EF9C8878A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 rot="16200000">
                      <a:off x="-471733" y="4149376"/>
                      <a:ext cx="2424638" cy="400110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 l="-3030" t="-1563" r="-27273" b="-2604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CA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B269D492-23B2-ECB5-93DA-ED9CE9B792D1}"/>
                    </a:ext>
                  </a:extLst>
                </p:cNvPr>
                <p:cNvSpPr txBox="1"/>
                <p:nvPr/>
              </p:nvSpPr>
              <p:spPr>
                <a:xfrm>
                  <a:off x="5652289" y="6852330"/>
                  <a:ext cx="404278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CA" sz="3200" dirty="0"/>
                    <a:t>+</a:t>
                  </a:r>
                </a:p>
              </p:txBody>
            </p:sp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951E0FAF-D452-BE3F-3FD2-27F0CBB9FC00}"/>
                    </a:ext>
                  </a:extLst>
                </p:cNvPr>
                <p:cNvSpPr txBox="1"/>
                <p:nvPr/>
              </p:nvSpPr>
              <p:spPr>
                <a:xfrm>
                  <a:off x="1144879" y="6859362"/>
                  <a:ext cx="324128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CA" sz="3200" dirty="0"/>
                    <a:t>-</a:t>
                  </a:r>
                </a:p>
              </p:txBody>
            </p:sp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933638CF-5D56-9C83-7483-BFA739B1484F}"/>
                    </a:ext>
                  </a:extLst>
                </p:cNvPr>
                <p:cNvSpPr txBox="1"/>
                <p:nvPr/>
              </p:nvSpPr>
              <p:spPr>
                <a:xfrm>
                  <a:off x="561304" y="6183488"/>
                  <a:ext cx="324128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CA" sz="3200" b="1" dirty="0"/>
                    <a:t>-</a:t>
                  </a:r>
                </a:p>
              </p:txBody>
            </p:sp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761C1349-FB7A-5C96-E39B-8F1B9A53E15F}"/>
                    </a:ext>
                  </a:extLst>
                </p:cNvPr>
                <p:cNvSpPr txBox="1"/>
                <p:nvPr/>
              </p:nvSpPr>
              <p:spPr>
                <a:xfrm>
                  <a:off x="514764" y="1643277"/>
                  <a:ext cx="404278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CA" sz="3200" b="1" dirty="0"/>
                    <a:t>+</a:t>
                  </a:r>
                </a:p>
              </p:txBody>
            </p:sp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3DDFAE20-038B-17B2-9C2B-F4A5488F215B}"/>
                    </a:ext>
                  </a:extLst>
                </p:cNvPr>
                <p:cNvSpPr txBox="1"/>
                <p:nvPr/>
              </p:nvSpPr>
              <p:spPr>
                <a:xfrm>
                  <a:off x="1200486" y="3513130"/>
                  <a:ext cx="2352932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CA" dirty="0"/>
                    <a:t>Decline without reshuffling</a:t>
                  </a:r>
                </a:p>
              </p:txBody>
            </p:sp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B106A814-982A-8423-C270-4208569597C8}"/>
                    </a:ext>
                  </a:extLst>
                </p:cNvPr>
                <p:cNvSpPr txBox="1"/>
                <p:nvPr/>
              </p:nvSpPr>
              <p:spPr>
                <a:xfrm>
                  <a:off x="1200486" y="6048800"/>
                  <a:ext cx="2352932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CA" dirty="0"/>
                    <a:t>Decline with reshuffling</a:t>
                  </a:r>
                </a:p>
              </p:txBody>
            </p:sp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EC739BA3-2009-E393-42DD-9241EB8311A1}"/>
                    </a:ext>
                  </a:extLst>
                </p:cNvPr>
                <p:cNvSpPr txBox="1"/>
                <p:nvPr/>
              </p:nvSpPr>
              <p:spPr>
                <a:xfrm>
                  <a:off x="3748373" y="3535709"/>
                  <a:ext cx="2352932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CA" dirty="0"/>
                    <a:t>Growth without reshuffling</a:t>
                  </a:r>
                </a:p>
              </p:txBody>
            </p:sp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7F377F0A-72C1-7AA1-AF40-D1FA077DEBA6}"/>
                    </a:ext>
                  </a:extLst>
                </p:cNvPr>
                <p:cNvSpPr txBox="1"/>
                <p:nvPr/>
              </p:nvSpPr>
              <p:spPr>
                <a:xfrm>
                  <a:off x="3732835" y="6065229"/>
                  <a:ext cx="2352932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CA" dirty="0"/>
                    <a:t>Growth with reshuffling</a:t>
                  </a:r>
                </a:p>
              </p:txBody>
            </p:sp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2C59E042-D0A8-5116-E73E-9C3AF389CE1E}"/>
                    </a:ext>
                  </a:extLst>
                </p:cNvPr>
                <p:cNvSpPr txBox="1"/>
                <p:nvPr/>
              </p:nvSpPr>
              <p:spPr>
                <a:xfrm>
                  <a:off x="6620431" y="4546087"/>
                  <a:ext cx="1884594" cy="203132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CA" b="1" dirty="0"/>
                    <a:t>Community reshuffling </a:t>
                  </a:r>
                  <a:r>
                    <a:rPr lang="en-CA" dirty="0"/>
                    <a:t>Species are reshuffled within the community, altering its functioning.</a:t>
                  </a:r>
                </a:p>
              </p:txBody>
            </p:sp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F82DC008-2F44-F8A6-4C3B-9949E47CE961}"/>
                    </a:ext>
                  </a:extLst>
                </p:cNvPr>
                <p:cNvSpPr txBox="1"/>
                <p:nvPr/>
              </p:nvSpPr>
              <p:spPr>
                <a:xfrm>
                  <a:off x="6595780" y="1840810"/>
                  <a:ext cx="1888305" cy="203132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CA" b="1" dirty="0"/>
                    <a:t>Absolute community-level change </a:t>
                  </a:r>
                  <a:r>
                    <a:rPr lang="en-CA" dirty="0"/>
                    <a:t>Species-level changes amplify change at the community level.</a:t>
                  </a:r>
                </a:p>
              </p:txBody>
            </p:sp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3E94F498-F9BB-D67F-443B-F33A2E20F2B3}"/>
                    </a:ext>
                  </a:extLst>
                </p:cNvPr>
                <p:cNvSpPr txBox="1"/>
                <p:nvPr/>
              </p:nvSpPr>
              <p:spPr>
                <a:xfrm>
                  <a:off x="1173834" y="983677"/>
                  <a:ext cx="237958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CA" dirty="0"/>
                    <a:t>Most species decline</a:t>
                  </a:r>
                </a:p>
              </p:txBody>
            </p:sp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AEA2A238-836F-CF46-32CD-2479A6A035D4}"/>
                    </a:ext>
                  </a:extLst>
                </p:cNvPr>
                <p:cNvSpPr txBox="1"/>
                <p:nvPr/>
              </p:nvSpPr>
              <p:spPr>
                <a:xfrm>
                  <a:off x="3679475" y="999035"/>
                  <a:ext cx="249072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CA" dirty="0"/>
                    <a:t>Most species grow</a:t>
                  </a:r>
                </a:p>
              </p:txBody>
            </p:sp>
            <p:cxnSp>
              <p:nvCxnSpPr>
                <p:cNvPr id="51" name="Straight Arrow Connector 50">
                  <a:extLst>
                    <a:ext uri="{FF2B5EF4-FFF2-40B4-BE49-F238E27FC236}">
                      <a16:creationId xmlns:a16="http://schemas.microsoft.com/office/drawing/2014/main" id="{827D126A-78FF-1A18-F326-6572E796C50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416298" y="1666784"/>
                  <a:ext cx="0" cy="2320807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Straight Arrow Connector 51">
                  <a:extLst>
                    <a:ext uri="{FF2B5EF4-FFF2-40B4-BE49-F238E27FC236}">
                      <a16:creationId xmlns:a16="http://schemas.microsoft.com/office/drawing/2014/main" id="{93C73A7C-8E3C-97A2-D698-967F6408B52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416298" y="4448014"/>
                  <a:ext cx="0" cy="2364207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Arrow Connector 56">
                  <a:extLst>
                    <a:ext uri="{FF2B5EF4-FFF2-40B4-BE49-F238E27FC236}">
                      <a16:creationId xmlns:a16="http://schemas.microsoft.com/office/drawing/2014/main" id="{16482C0B-BA6F-E5B0-7B2B-4DE66C5293E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748373" y="1434587"/>
                  <a:ext cx="2463793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0" name="Straight Arrow Connector 59">
                  <a:extLst>
                    <a:ext uri="{FF2B5EF4-FFF2-40B4-BE49-F238E27FC236}">
                      <a16:creationId xmlns:a16="http://schemas.microsoft.com/office/drawing/2014/main" id="{2597B868-4BCD-29A8-76B8-75606649D6C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121652" y="1434587"/>
                  <a:ext cx="2431766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3" name="Freeform 2">
                  <a:extLst>
                    <a:ext uri="{FF2B5EF4-FFF2-40B4-BE49-F238E27FC236}">
                      <a16:creationId xmlns:a16="http://schemas.microsoft.com/office/drawing/2014/main" id="{4EC477DD-9416-5A55-0967-8E6ECCCE2050}"/>
                    </a:ext>
                  </a:extLst>
                </p:cNvPr>
                <p:cNvSpPr/>
                <p:nvPr/>
              </p:nvSpPr>
              <p:spPr>
                <a:xfrm>
                  <a:off x="3996023" y="5232245"/>
                  <a:ext cx="1764280" cy="637340"/>
                </a:xfrm>
                <a:custGeom>
                  <a:avLst/>
                  <a:gdLst>
                    <a:gd name="connsiteX0" fmla="*/ 0 w 914400"/>
                    <a:gd name="connsiteY0" fmla="*/ 950271 h 968201"/>
                    <a:gd name="connsiteX1" fmla="*/ 376518 w 914400"/>
                    <a:gd name="connsiteY1" fmla="*/ 13 h 968201"/>
                    <a:gd name="connsiteX2" fmla="*/ 896470 w 914400"/>
                    <a:gd name="connsiteY2" fmla="*/ 968201 h 968201"/>
                    <a:gd name="connsiteX3" fmla="*/ 896470 w 914400"/>
                    <a:gd name="connsiteY3" fmla="*/ 968201 h 968201"/>
                    <a:gd name="connsiteX4" fmla="*/ 914400 w 914400"/>
                    <a:gd name="connsiteY4" fmla="*/ 968201 h 968201"/>
                    <a:gd name="connsiteX0" fmla="*/ 0 w 914400"/>
                    <a:gd name="connsiteY0" fmla="*/ 791293 h 809223"/>
                    <a:gd name="connsiteX1" fmla="*/ 439628 w 914400"/>
                    <a:gd name="connsiteY1" fmla="*/ 21 h 809223"/>
                    <a:gd name="connsiteX2" fmla="*/ 896470 w 914400"/>
                    <a:gd name="connsiteY2" fmla="*/ 809223 h 809223"/>
                    <a:gd name="connsiteX3" fmla="*/ 896470 w 914400"/>
                    <a:gd name="connsiteY3" fmla="*/ 809223 h 809223"/>
                    <a:gd name="connsiteX4" fmla="*/ 914400 w 914400"/>
                    <a:gd name="connsiteY4" fmla="*/ 809223 h 809223"/>
                    <a:gd name="connsiteX0" fmla="*/ 0 w 914400"/>
                    <a:gd name="connsiteY0" fmla="*/ 876926 h 894856"/>
                    <a:gd name="connsiteX1" fmla="*/ 439628 w 914400"/>
                    <a:gd name="connsiteY1" fmla="*/ 85654 h 894856"/>
                    <a:gd name="connsiteX2" fmla="*/ 896470 w 914400"/>
                    <a:gd name="connsiteY2" fmla="*/ 894856 h 894856"/>
                    <a:gd name="connsiteX3" fmla="*/ 896470 w 914400"/>
                    <a:gd name="connsiteY3" fmla="*/ 894856 h 894856"/>
                    <a:gd name="connsiteX4" fmla="*/ 914400 w 914400"/>
                    <a:gd name="connsiteY4" fmla="*/ 894856 h 894856"/>
                    <a:gd name="connsiteX0" fmla="*/ 0 w 914400"/>
                    <a:gd name="connsiteY0" fmla="*/ 918291 h 936221"/>
                    <a:gd name="connsiteX1" fmla="*/ 547770 w 914400"/>
                    <a:gd name="connsiteY1" fmla="*/ 83236 h 936221"/>
                    <a:gd name="connsiteX2" fmla="*/ 896470 w 914400"/>
                    <a:gd name="connsiteY2" fmla="*/ 936221 h 936221"/>
                    <a:gd name="connsiteX3" fmla="*/ 896470 w 914400"/>
                    <a:gd name="connsiteY3" fmla="*/ 936221 h 936221"/>
                    <a:gd name="connsiteX4" fmla="*/ 914400 w 914400"/>
                    <a:gd name="connsiteY4" fmla="*/ 936221 h 936221"/>
                    <a:gd name="connsiteX0" fmla="*/ 0 w 914400"/>
                    <a:gd name="connsiteY0" fmla="*/ 835213 h 853143"/>
                    <a:gd name="connsiteX1" fmla="*/ 547770 w 914400"/>
                    <a:gd name="connsiteY1" fmla="*/ 158 h 853143"/>
                    <a:gd name="connsiteX2" fmla="*/ 896470 w 914400"/>
                    <a:gd name="connsiteY2" fmla="*/ 853143 h 853143"/>
                    <a:gd name="connsiteX3" fmla="*/ 896470 w 914400"/>
                    <a:gd name="connsiteY3" fmla="*/ 853143 h 853143"/>
                    <a:gd name="connsiteX4" fmla="*/ 914400 w 914400"/>
                    <a:gd name="connsiteY4" fmla="*/ 853143 h 853143"/>
                    <a:gd name="connsiteX0" fmla="*/ 0 w 914400"/>
                    <a:gd name="connsiteY0" fmla="*/ 791451 h 809381"/>
                    <a:gd name="connsiteX1" fmla="*/ 640463 w 914400"/>
                    <a:gd name="connsiteY1" fmla="*/ 179 h 809381"/>
                    <a:gd name="connsiteX2" fmla="*/ 896470 w 914400"/>
                    <a:gd name="connsiteY2" fmla="*/ 809381 h 809381"/>
                    <a:gd name="connsiteX3" fmla="*/ 896470 w 914400"/>
                    <a:gd name="connsiteY3" fmla="*/ 809381 h 809381"/>
                    <a:gd name="connsiteX4" fmla="*/ 914400 w 914400"/>
                    <a:gd name="connsiteY4" fmla="*/ 809381 h 809381"/>
                    <a:gd name="connsiteX0" fmla="*/ 0 w 914400"/>
                    <a:gd name="connsiteY0" fmla="*/ 813339 h 831269"/>
                    <a:gd name="connsiteX1" fmla="*/ 640463 w 914400"/>
                    <a:gd name="connsiteY1" fmla="*/ 22067 h 831269"/>
                    <a:gd name="connsiteX2" fmla="*/ 896470 w 914400"/>
                    <a:gd name="connsiteY2" fmla="*/ 831269 h 831269"/>
                    <a:gd name="connsiteX3" fmla="*/ 896470 w 914400"/>
                    <a:gd name="connsiteY3" fmla="*/ 831269 h 831269"/>
                    <a:gd name="connsiteX4" fmla="*/ 914400 w 914400"/>
                    <a:gd name="connsiteY4" fmla="*/ 831269 h 831269"/>
                    <a:gd name="connsiteX0" fmla="*/ 0 w 914400"/>
                    <a:gd name="connsiteY0" fmla="*/ 827648 h 845578"/>
                    <a:gd name="connsiteX1" fmla="*/ 424180 w 914400"/>
                    <a:gd name="connsiteY1" fmla="*/ 21781 h 845578"/>
                    <a:gd name="connsiteX2" fmla="*/ 896470 w 914400"/>
                    <a:gd name="connsiteY2" fmla="*/ 845578 h 845578"/>
                    <a:gd name="connsiteX3" fmla="*/ 896470 w 914400"/>
                    <a:gd name="connsiteY3" fmla="*/ 845578 h 845578"/>
                    <a:gd name="connsiteX4" fmla="*/ 914400 w 914400"/>
                    <a:gd name="connsiteY4" fmla="*/ 845578 h 845578"/>
                    <a:gd name="connsiteX0" fmla="*/ 0 w 914400"/>
                    <a:gd name="connsiteY0" fmla="*/ 806228 h 824158"/>
                    <a:gd name="connsiteX1" fmla="*/ 424180 w 914400"/>
                    <a:gd name="connsiteY1" fmla="*/ 361 h 824158"/>
                    <a:gd name="connsiteX2" fmla="*/ 896470 w 914400"/>
                    <a:gd name="connsiteY2" fmla="*/ 824158 h 824158"/>
                    <a:gd name="connsiteX3" fmla="*/ 896470 w 914400"/>
                    <a:gd name="connsiteY3" fmla="*/ 824158 h 824158"/>
                    <a:gd name="connsiteX4" fmla="*/ 914400 w 914400"/>
                    <a:gd name="connsiteY4" fmla="*/ 824158 h 824158"/>
                    <a:gd name="connsiteX0" fmla="*/ 0 w 914400"/>
                    <a:gd name="connsiteY0" fmla="*/ 879172 h 897102"/>
                    <a:gd name="connsiteX1" fmla="*/ 455077 w 914400"/>
                    <a:gd name="connsiteY1" fmla="*/ 332 h 897102"/>
                    <a:gd name="connsiteX2" fmla="*/ 896470 w 914400"/>
                    <a:gd name="connsiteY2" fmla="*/ 897102 h 897102"/>
                    <a:gd name="connsiteX3" fmla="*/ 896470 w 914400"/>
                    <a:gd name="connsiteY3" fmla="*/ 897102 h 897102"/>
                    <a:gd name="connsiteX4" fmla="*/ 914400 w 914400"/>
                    <a:gd name="connsiteY4" fmla="*/ 897102 h 897102"/>
                    <a:gd name="connsiteX0" fmla="*/ 0 w 1115234"/>
                    <a:gd name="connsiteY0" fmla="*/ 879172 h 897102"/>
                    <a:gd name="connsiteX1" fmla="*/ 455077 w 1115234"/>
                    <a:gd name="connsiteY1" fmla="*/ 332 h 897102"/>
                    <a:gd name="connsiteX2" fmla="*/ 896470 w 1115234"/>
                    <a:gd name="connsiteY2" fmla="*/ 897102 h 897102"/>
                    <a:gd name="connsiteX3" fmla="*/ 896470 w 1115234"/>
                    <a:gd name="connsiteY3" fmla="*/ 897102 h 897102"/>
                    <a:gd name="connsiteX4" fmla="*/ 1115234 w 1115234"/>
                    <a:gd name="connsiteY4" fmla="*/ 882507 h 897102"/>
                    <a:gd name="connsiteX0" fmla="*/ 0 w 1115234"/>
                    <a:gd name="connsiteY0" fmla="*/ 879172 h 897102"/>
                    <a:gd name="connsiteX1" fmla="*/ 455077 w 1115234"/>
                    <a:gd name="connsiteY1" fmla="*/ 332 h 897102"/>
                    <a:gd name="connsiteX2" fmla="*/ 896470 w 1115234"/>
                    <a:gd name="connsiteY2" fmla="*/ 897102 h 897102"/>
                    <a:gd name="connsiteX3" fmla="*/ 1081855 w 1115234"/>
                    <a:gd name="connsiteY3" fmla="*/ 882508 h 897102"/>
                    <a:gd name="connsiteX4" fmla="*/ 1115234 w 1115234"/>
                    <a:gd name="connsiteY4" fmla="*/ 882507 h 897102"/>
                    <a:gd name="connsiteX0" fmla="*/ 0 w 1115234"/>
                    <a:gd name="connsiteY0" fmla="*/ 878948 h 882284"/>
                    <a:gd name="connsiteX1" fmla="*/ 455077 w 1115234"/>
                    <a:gd name="connsiteY1" fmla="*/ 108 h 882284"/>
                    <a:gd name="connsiteX2" fmla="*/ 1057788 w 1115234"/>
                    <a:gd name="connsiteY2" fmla="*/ 813307 h 882284"/>
                    <a:gd name="connsiteX3" fmla="*/ 1081855 w 1115234"/>
                    <a:gd name="connsiteY3" fmla="*/ 882284 h 882284"/>
                    <a:gd name="connsiteX4" fmla="*/ 1115234 w 1115234"/>
                    <a:gd name="connsiteY4" fmla="*/ 882283 h 882284"/>
                    <a:gd name="connsiteX0" fmla="*/ 0 w 1141253"/>
                    <a:gd name="connsiteY0" fmla="*/ 878948 h 882284"/>
                    <a:gd name="connsiteX1" fmla="*/ 455077 w 1141253"/>
                    <a:gd name="connsiteY1" fmla="*/ 108 h 882284"/>
                    <a:gd name="connsiteX2" fmla="*/ 1057788 w 1141253"/>
                    <a:gd name="connsiteY2" fmla="*/ 813307 h 882284"/>
                    <a:gd name="connsiteX3" fmla="*/ 1081855 w 1141253"/>
                    <a:gd name="connsiteY3" fmla="*/ 882284 h 882284"/>
                    <a:gd name="connsiteX4" fmla="*/ 1141253 w 1141253"/>
                    <a:gd name="connsiteY4" fmla="*/ 862619 h 882284"/>
                    <a:gd name="connsiteX0" fmla="*/ 0 w 1081855"/>
                    <a:gd name="connsiteY0" fmla="*/ 878948 h 882284"/>
                    <a:gd name="connsiteX1" fmla="*/ 455077 w 1081855"/>
                    <a:gd name="connsiteY1" fmla="*/ 108 h 882284"/>
                    <a:gd name="connsiteX2" fmla="*/ 1057788 w 1081855"/>
                    <a:gd name="connsiteY2" fmla="*/ 813307 h 882284"/>
                    <a:gd name="connsiteX3" fmla="*/ 1081855 w 1081855"/>
                    <a:gd name="connsiteY3" fmla="*/ 882284 h 882284"/>
                    <a:gd name="connsiteX0" fmla="*/ 0 w 1057788"/>
                    <a:gd name="connsiteY0" fmla="*/ 878948 h 878948"/>
                    <a:gd name="connsiteX1" fmla="*/ 455077 w 1057788"/>
                    <a:gd name="connsiteY1" fmla="*/ 108 h 878948"/>
                    <a:gd name="connsiteX2" fmla="*/ 1057788 w 1057788"/>
                    <a:gd name="connsiteY2" fmla="*/ 813307 h 878948"/>
                    <a:gd name="connsiteX0" fmla="*/ 0 w 1146253"/>
                    <a:gd name="connsiteY0" fmla="*/ 878847 h 878847"/>
                    <a:gd name="connsiteX1" fmla="*/ 455077 w 1146253"/>
                    <a:gd name="connsiteY1" fmla="*/ 7 h 878847"/>
                    <a:gd name="connsiteX2" fmla="*/ 1146253 w 1146253"/>
                    <a:gd name="connsiteY2" fmla="*/ 862366 h 878847"/>
                    <a:gd name="connsiteX0" fmla="*/ 0 w 1146253"/>
                    <a:gd name="connsiteY0" fmla="*/ 886730 h 886730"/>
                    <a:gd name="connsiteX1" fmla="*/ 455077 w 1146253"/>
                    <a:gd name="connsiteY1" fmla="*/ 7890 h 886730"/>
                    <a:gd name="connsiteX2" fmla="*/ 901419 w 1146253"/>
                    <a:gd name="connsiteY2" fmla="*/ 476918 h 886730"/>
                    <a:gd name="connsiteX3" fmla="*/ 1146253 w 1146253"/>
                    <a:gd name="connsiteY3" fmla="*/ 870249 h 886730"/>
                    <a:gd name="connsiteX0" fmla="*/ 0 w 1146253"/>
                    <a:gd name="connsiteY0" fmla="*/ 893192 h 893192"/>
                    <a:gd name="connsiteX1" fmla="*/ 455077 w 1146253"/>
                    <a:gd name="connsiteY1" fmla="*/ 14352 h 893192"/>
                    <a:gd name="connsiteX2" fmla="*/ 1005495 w 1146253"/>
                    <a:gd name="connsiteY2" fmla="*/ 385060 h 893192"/>
                    <a:gd name="connsiteX3" fmla="*/ 1146253 w 1146253"/>
                    <a:gd name="connsiteY3" fmla="*/ 876711 h 893192"/>
                    <a:gd name="connsiteX0" fmla="*/ 0 w 1146253"/>
                    <a:gd name="connsiteY0" fmla="*/ 888633 h 888633"/>
                    <a:gd name="connsiteX1" fmla="*/ 455077 w 1146253"/>
                    <a:gd name="connsiteY1" fmla="*/ 9793 h 888633"/>
                    <a:gd name="connsiteX2" fmla="*/ 1005495 w 1146253"/>
                    <a:gd name="connsiteY2" fmla="*/ 380501 h 888633"/>
                    <a:gd name="connsiteX3" fmla="*/ 1146253 w 1146253"/>
                    <a:gd name="connsiteY3" fmla="*/ 872152 h 888633"/>
                    <a:gd name="connsiteX0" fmla="*/ 0 w 1146253"/>
                    <a:gd name="connsiteY0" fmla="*/ 887498 h 887498"/>
                    <a:gd name="connsiteX1" fmla="*/ 455077 w 1146253"/>
                    <a:gd name="connsiteY1" fmla="*/ 8658 h 887498"/>
                    <a:gd name="connsiteX2" fmla="*/ 1005495 w 1146253"/>
                    <a:gd name="connsiteY2" fmla="*/ 379366 h 887498"/>
                    <a:gd name="connsiteX3" fmla="*/ 1146253 w 1146253"/>
                    <a:gd name="connsiteY3" fmla="*/ 871017 h 887498"/>
                    <a:gd name="connsiteX0" fmla="*/ 0 w 1146253"/>
                    <a:gd name="connsiteY0" fmla="*/ 887498 h 887498"/>
                    <a:gd name="connsiteX1" fmla="*/ 455077 w 1146253"/>
                    <a:gd name="connsiteY1" fmla="*/ 8658 h 887498"/>
                    <a:gd name="connsiteX2" fmla="*/ 1005495 w 1146253"/>
                    <a:gd name="connsiteY2" fmla="*/ 379366 h 887498"/>
                    <a:gd name="connsiteX3" fmla="*/ 1146253 w 1146253"/>
                    <a:gd name="connsiteY3" fmla="*/ 871017 h 887498"/>
                    <a:gd name="connsiteX0" fmla="*/ 0 w 1146253"/>
                    <a:gd name="connsiteY0" fmla="*/ 709220 h 709220"/>
                    <a:gd name="connsiteX1" fmla="*/ 335391 w 1146253"/>
                    <a:gd name="connsiteY1" fmla="*/ 12272 h 709220"/>
                    <a:gd name="connsiteX2" fmla="*/ 1005495 w 1146253"/>
                    <a:gd name="connsiteY2" fmla="*/ 201088 h 709220"/>
                    <a:gd name="connsiteX3" fmla="*/ 1146253 w 1146253"/>
                    <a:gd name="connsiteY3" fmla="*/ 692739 h 709220"/>
                    <a:gd name="connsiteX0" fmla="*/ 0 w 1146253"/>
                    <a:gd name="connsiteY0" fmla="*/ 709912 h 709912"/>
                    <a:gd name="connsiteX1" fmla="*/ 335391 w 1146253"/>
                    <a:gd name="connsiteY1" fmla="*/ 12964 h 709912"/>
                    <a:gd name="connsiteX2" fmla="*/ 911828 w 1146253"/>
                    <a:gd name="connsiteY2" fmla="*/ 191947 h 709912"/>
                    <a:gd name="connsiteX3" fmla="*/ 1146253 w 1146253"/>
                    <a:gd name="connsiteY3" fmla="*/ 693431 h 709912"/>
                    <a:gd name="connsiteX0" fmla="*/ 0 w 1146253"/>
                    <a:gd name="connsiteY0" fmla="*/ 709912 h 709912"/>
                    <a:gd name="connsiteX1" fmla="*/ 335391 w 1146253"/>
                    <a:gd name="connsiteY1" fmla="*/ 12964 h 709912"/>
                    <a:gd name="connsiteX2" fmla="*/ 911828 w 1146253"/>
                    <a:gd name="connsiteY2" fmla="*/ 191947 h 709912"/>
                    <a:gd name="connsiteX3" fmla="*/ 1146253 w 1146253"/>
                    <a:gd name="connsiteY3" fmla="*/ 693431 h 709912"/>
                    <a:gd name="connsiteX0" fmla="*/ 0 w 1146253"/>
                    <a:gd name="connsiteY0" fmla="*/ 717500 h 717500"/>
                    <a:gd name="connsiteX1" fmla="*/ 335391 w 1146253"/>
                    <a:gd name="connsiteY1" fmla="*/ 20552 h 717500"/>
                    <a:gd name="connsiteX2" fmla="*/ 911828 w 1146253"/>
                    <a:gd name="connsiteY2" fmla="*/ 199535 h 717500"/>
                    <a:gd name="connsiteX3" fmla="*/ 1146253 w 1146253"/>
                    <a:gd name="connsiteY3" fmla="*/ 701019 h 717500"/>
                    <a:gd name="connsiteX0" fmla="*/ 0 w 1146253"/>
                    <a:gd name="connsiteY0" fmla="*/ 530916 h 530916"/>
                    <a:gd name="connsiteX1" fmla="*/ 293761 w 1146253"/>
                    <a:gd name="connsiteY1" fmla="*/ 178088 h 530916"/>
                    <a:gd name="connsiteX2" fmla="*/ 911828 w 1146253"/>
                    <a:gd name="connsiteY2" fmla="*/ 12951 h 530916"/>
                    <a:gd name="connsiteX3" fmla="*/ 1146253 w 1146253"/>
                    <a:gd name="connsiteY3" fmla="*/ 514435 h 530916"/>
                    <a:gd name="connsiteX0" fmla="*/ 0 w 1146253"/>
                    <a:gd name="connsiteY0" fmla="*/ 533602 h 533602"/>
                    <a:gd name="connsiteX1" fmla="*/ 293761 w 1146253"/>
                    <a:gd name="connsiteY1" fmla="*/ 180774 h 533602"/>
                    <a:gd name="connsiteX2" fmla="*/ 911828 w 1146253"/>
                    <a:gd name="connsiteY2" fmla="*/ 15637 h 533602"/>
                    <a:gd name="connsiteX3" fmla="*/ 1146253 w 1146253"/>
                    <a:gd name="connsiteY3" fmla="*/ 517121 h 533602"/>
                    <a:gd name="connsiteX0" fmla="*/ 0 w 1146253"/>
                    <a:gd name="connsiteY0" fmla="*/ 527286 h 527286"/>
                    <a:gd name="connsiteX1" fmla="*/ 293761 w 1146253"/>
                    <a:gd name="connsiteY1" fmla="*/ 174458 h 527286"/>
                    <a:gd name="connsiteX2" fmla="*/ 911828 w 1146253"/>
                    <a:gd name="connsiteY2" fmla="*/ 9321 h 527286"/>
                    <a:gd name="connsiteX3" fmla="*/ 1146253 w 1146253"/>
                    <a:gd name="connsiteY3" fmla="*/ 510805 h 527286"/>
                    <a:gd name="connsiteX0" fmla="*/ 0 w 1146253"/>
                    <a:gd name="connsiteY0" fmla="*/ 530915 h 530915"/>
                    <a:gd name="connsiteX1" fmla="*/ 293761 w 1146253"/>
                    <a:gd name="connsiteY1" fmla="*/ 178087 h 530915"/>
                    <a:gd name="connsiteX2" fmla="*/ 911828 w 1146253"/>
                    <a:gd name="connsiteY2" fmla="*/ 12950 h 530915"/>
                    <a:gd name="connsiteX3" fmla="*/ 1146253 w 1146253"/>
                    <a:gd name="connsiteY3" fmla="*/ 514434 h 530915"/>
                    <a:gd name="connsiteX0" fmla="*/ 0 w 1146253"/>
                    <a:gd name="connsiteY0" fmla="*/ 535588 h 535588"/>
                    <a:gd name="connsiteX1" fmla="*/ 293761 w 1146253"/>
                    <a:gd name="connsiteY1" fmla="*/ 182760 h 535588"/>
                    <a:gd name="connsiteX2" fmla="*/ 911828 w 1146253"/>
                    <a:gd name="connsiteY2" fmla="*/ 17623 h 535588"/>
                    <a:gd name="connsiteX3" fmla="*/ 1146253 w 1146253"/>
                    <a:gd name="connsiteY3" fmla="*/ 519107 h 535588"/>
                    <a:gd name="connsiteX0" fmla="*/ 0 w 1146253"/>
                    <a:gd name="connsiteY0" fmla="*/ 529452 h 529452"/>
                    <a:gd name="connsiteX1" fmla="*/ 293761 w 1146253"/>
                    <a:gd name="connsiteY1" fmla="*/ 176624 h 529452"/>
                    <a:gd name="connsiteX2" fmla="*/ 911828 w 1146253"/>
                    <a:gd name="connsiteY2" fmla="*/ 11487 h 529452"/>
                    <a:gd name="connsiteX3" fmla="*/ 1146253 w 1146253"/>
                    <a:gd name="connsiteY3" fmla="*/ 512971 h 529452"/>
                    <a:gd name="connsiteX0" fmla="*/ 0 w 1146253"/>
                    <a:gd name="connsiteY0" fmla="*/ 529452 h 529452"/>
                    <a:gd name="connsiteX1" fmla="*/ 293761 w 1146253"/>
                    <a:gd name="connsiteY1" fmla="*/ 176624 h 529452"/>
                    <a:gd name="connsiteX2" fmla="*/ 911828 w 1146253"/>
                    <a:gd name="connsiteY2" fmla="*/ 11487 h 529452"/>
                    <a:gd name="connsiteX3" fmla="*/ 1146253 w 1146253"/>
                    <a:gd name="connsiteY3" fmla="*/ 512971 h 529452"/>
                    <a:gd name="connsiteX0" fmla="*/ 0 w 1146253"/>
                    <a:gd name="connsiteY0" fmla="*/ 524406 h 524406"/>
                    <a:gd name="connsiteX1" fmla="*/ 175114 w 1146253"/>
                    <a:gd name="connsiteY1" fmla="*/ 329430 h 524406"/>
                    <a:gd name="connsiteX2" fmla="*/ 911828 w 1146253"/>
                    <a:gd name="connsiteY2" fmla="*/ 6441 h 524406"/>
                    <a:gd name="connsiteX3" fmla="*/ 1146253 w 1146253"/>
                    <a:gd name="connsiteY3" fmla="*/ 507925 h 524406"/>
                    <a:gd name="connsiteX0" fmla="*/ 0 w 1146253"/>
                    <a:gd name="connsiteY0" fmla="*/ 425737 h 425737"/>
                    <a:gd name="connsiteX1" fmla="*/ 175114 w 1146253"/>
                    <a:gd name="connsiteY1" fmla="*/ 230761 h 425737"/>
                    <a:gd name="connsiteX2" fmla="*/ 971151 w 1146253"/>
                    <a:gd name="connsiteY2" fmla="*/ 9249 h 425737"/>
                    <a:gd name="connsiteX3" fmla="*/ 1146253 w 1146253"/>
                    <a:gd name="connsiteY3" fmla="*/ 409256 h 425737"/>
                    <a:gd name="connsiteX0" fmla="*/ 0 w 1146253"/>
                    <a:gd name="connsiteY0" fmla="*/ 425737 h 425737"/>
                    <a:gd name="connsiteX1" fmla="*/ 175114 w 1146253"/>
                    <a:gd name="connsiteY1" fmla="*/ 230761 h 425737"/>
                    <a:gd name="connsiteX2" fmla="*/ 971151 w 1146253"/>
                    <a:gd name="connsiteY2" fmla="*/ 9249 h 425737"/>
                    <a:gd name="connsiteX3" fmla="*/ 1146253 w 1146253"/>
                    <a:gd name="connsiteY3" fmla="*/ 409256 h 425737"/>
                    <a:gd name="connsiteX0" fmla="*/ 0 w 1146253"/>
                    <a:gd name="connsiteY0" fmla="*/ 491678 h 491678"/>
                    <a:gd name="connsiteX1" fmla="*/ 175114 w 1146253"/>
                    <a:gd name="connsiteY1" fmla="*/ 296702 h 491678"/>
                    <a:gd name="connsiteX2" fmla="*/ 812956 w 1146253"/>
                    <a:gd name="connsiteY2" fmla="*/ 7539 h 491678"/>
                    <a:gd name="connsiteX3" fmla="*/ 1146253 w 1146253"/>
                    <a:gd name="connsiteY3" fmla="*/ 475197 h 491678"/>
                    <a:gd name="connsiteX0" fmla="*/ 0 w 1146253"/>
                    <a:gd name="connsiteY0" fmla="*/ 484139 h 484139"/>
                    <a:gd name="connsiteX1" fmla="*/ 175114 w 1146253"/>
                    <a:gd name="connsiteY1" fmla="*/ 289163 h 484139"/>
                    <a:gd name="connsiteX2" fmla="*/ 812956 w 1146253"/>
                    <a:gd name="connsiteY2" fmla="*/ 0 h 484139"/>
                    <a:gd name="connsiteX3" fmla="*/ 1146253 w 1146253"/>
                    <a:gd name="connsiteY3" fmla="*/ 467658 h 484139"/>
                    <a:gd name="connsiteX0" fmla="*/ 0 w 1146253"/>
                    <a:gd name="connsiteY0" fmla="*/ 484139 h 484139"/>
                    <a:gd name="connsiteX1" fmla="*/ 175114 w 1146253"/>
                    <a:gd name="connsiteY1" fmla="*/ 289163 h 484139"/>
                    <a:gd name="connsiteX2" fmla="*/ 812956 w 1146253"/>
                    <a:gd name="connsiteY2" fmla="*/ 0 h 484139"/>
                    <a:gd name="connsiteX3" fmla="*/ 1146253 w 1146253"/>
                    <a:gd name="connsiteY3" fmla="*/ 467658 h 484139"/>
                    <a:gd name="connsiteX0" fmla="*/ 0 w 1146253"/>
                    <a:gd name="connsiteY0" fmla="*/ 484139 h 484139"/>
                    <a:gd name="connsiteX1" fmla="*/ 175114 w 1146253"/>
                    <a:gd name="connsiteY1" fmla="*/ 289163 h 484139"/>
                    <a:gd name="connsiteX2" fmla="*/ 812956 w 1146253"/>
                    <a:gd name="connsiteY2" fmla="*/ 0 h 484139"/>
                    <a:gd name="connsiteX3" fmla="*/ 1146253 w 1146253"/>
                    <a:gd name="connsiteY3" fmla="*/ 467658 h 484139"/>
                    <a:gd name="connsiteX0" fmla="*/ 0 w 1146253"/>
                    <a:gd name="connsiteY0" fmla="*/ 484139 h 484139"/>
                    <a:gd name="connsiteX1" fmla="*/ 175114 w 1146253"/>
                    <a:gd name="connsiteY1" fmla="*/ 289163 h 484139"/>
                    <a:gd name="connsiteX2" fmla="*/ 812956 w 1146253"/>
                    <a:gd name="connsiteY2" fmla="*/ 0 h 484139"/>
                    <a:gd name="connsiteX3" fmla="*/ 1146253 w 1146253"/>
                    <a:gd name="connsiteY3" fmla="*/ 467658 h 484139"/>
                    <a:gd name="connsiteX0" fmla="*/ 0 w 1146253"/>
                    <a:gd name="connsiteY0" fmla="*/ 484139 h 484139"/>
                    <a:gd name="connsiteX1" fmla="*/ 158816 w 1146253"/>
                    <a:gd name="connsiteY1" fmla="*/ 239602 h 484139"/>
                    <a:gd name="connsiteX2" fmla="*/ 812956 w 1146253"/>
                    <a:gd name="connsiteY2" fmla="*/ 0 h 484139"/>
                    <a:gd name="connsiteX3" fmla="*/ 1146253 w 1146253"/>
                    <a:gd name="connsiteY3" fmla="*/ 467658 h 484139"/>
                    <a:gd name="connsiteX0" fmla="*/ 0 w 1146253"/>
                    <a:gd name="connsiteY0" fmla="*/ 484139 h 484139"/>
                    <a:gd name="connsiteX1" fmla="*/ 158816 w 1146253"/>
                    <a:gd name="connsiteY1" fmla="*/ 239602 h 484139"/>
                    <a:gd name="connsiteX2" fmla="*/ 812956 w 1146253"/>
                    <a:gd name="connsiteY2" fmla="*/ 0 h 484139"/>
                    <a:gd name="connsiteX3" fmla="*/ 1146253 w 1146253"/>
                    <a:gd name="connsiteY3" fmla="*/ 467658 h 484139"/>
                    <a:gd name="connsiteX0" fmla="*/ 0 w 1146253"/>
                    <a:gd name="connsiteY0" fmla="*/ 484139 h 484139"/>
                    <a:gd name="connsiteX1" fmla="*/ 158816 w 1146253"/>
                    <a:gd name="connsiteY1" fmla="*/ 239602 h 484139"/>
                    <a:gd name="connsiteX2" fmla="*/ 812956 w 1146253"/>
                    <a:gd name="connsiteY2" fmla="*/ 0 h 484139"/>
                    <a:gd name="connsiteX3" fmla="*/ 1146253 w 1146253"/>
                    <a:gd name="connsiteY3" fmla="*/ 467658 h 484139"/>
                    <a:gd name="connsiteX0" fmla="*/ 0 w 1146253"/>
                    <a:gd name="connsiteY0" fmla="*/ 484139 h 484139"/>
                    <a:gd name="connsiteX1" fmla="*/ 812956 w 1146253"/>
                    <a:gd name="connsiteY1" fmla="*/ 0 h 484139"/>
                    <a:gd name="connsiteX2" fmla="*/ 1146253 w 1146253"/>
                    <a:gd name="connsiteY2" fmla="*/ 467658 h 484139"/>
                    <a:gd name="connsiteX0" fmla="*/ 0 w 1146253"/>
                    <a:gd name="connsiteY0" fmla="*/ 592554 h 592554"/>
                    <a:gd name="connsiteX1" fmla="*/ 840118 w 1146253"/>
                    <a:gd name="connsiteY1" fmla="*/ 0 h 592554"/>
                    <a:gd name="connsiteX2" fmla="*/ 1146253 w 1146253"/>
                    <a:gd name="connsiteY2" fmla="*/ 576073 h 592554"/>
                    <a:gd name="connsiteX0" fmla="*/ 0 w 1146253"/>
                    <a:gd name="connsiteY0" fmla="*/ 394309 h 394309"/>
                    <a:gd name="connsiteX1" fmla="*/ 986797 w 1146253"/>
                    <a:gd name="connsiteY1" fmla="*/ 0 h 394309"/>
                    <a:gd name="connsiteX2" fmla="*/ 1146253 w 1146253"/>
                    <a:gd name="connsiteY2" fmla="*/ 377828 h 394309"/>
                    <a:gd name="connsiteX0" fmla="*/ 0 w 1146253"/>
                    <a:gd name="connsiteY0" fmla="*/ 396358 h 396358"/>
                    <a:gd name="connsiteX1" fmla="*/ 329457 w 1146253"/>
                    <a:gd name="connsiteY1" fmla="*/ 236225 h 396358"/>
                    <a:gd name="connsiteX2" fmla="*/ 986797 w 1146253"/>
                    <a:gd name="connsiteY2" fmla="*/ 2049 h 396358"/>
                    <a:gd name="connsiteX3" fmla="*/ 1146253 w 1146253"/>
                    <a:gd name="connsiteY3" fmla="*/ 379877 h 396358"/>
                    <a:gd name="connsiteX0" fmla="*/ 0 w 1146253"/>
                    <a:gd name="connsiteY0" fmla="*/ 397090 h 397090"/>
                    <a:gd name="connsiteX1" fmla="*/ 166480 w 1146253"/>
                    <a:gd name="connsiteY1" fmla="*/ 181200 h 397090"/>
                    <a:gd name="connsiteX2" fmla="*/ 986797 w 1146253"/>
                    <a:gd name="connsiteY2" fmla="*/ 2781 h 397090"/>
                    <a:gd name="connsiteX3" fmla="*/ 1146253 w 1146253"/>
                    <a:gd name="connsiteY3" fmla="*/ 380609 h 397090"/>
                    <a:gd name="connsiteX0" fmla="*/ 0 w 1146253"/>
                    <a:gd name="connsiteY0" fmla="*/ 395886 h 395886"/>
                    <a:gd name="connsiteX1" fmla="*/ 166480 w 1146253"/>
                    <a:gd name="connsiteY1" fmla="*/ 179996 h 395886"/>
                    <a:gd name="connsiteX2" fmla="*/ 986797 w 1146253"/>
                    <a:gd name="connsiteY2" fmla="*/ 1577 h 395886"/>
                    <a:gd name="connsiteX3" fmla="*/ 1146253 w 1146253"/>
                    <a:gd name="connsiteY3" fmla="*/ 379405 h 395886"/>
                    <a:gd name="connsiteX0" fmla="*/ 95212 w 1241465"/>
                    <a:gd name="connsiteY0" fmla="*/ 395886 h 395886"/>
                    <a:gd name="connsiteX1" fmla="*/ 261692 w 1241465"/>
                    <a:gd name="connsiteY1" fmla="*/ 179996 h 395886"/>
                    <a:gd name="connsiteX2" fmla="*/ 1082009 w 1241465"/>
                    <a:gd name="connsiteY2" fmla="*/ 1577 h 395886"/>
                    <a:gd name="connsiteX3" fmla="*/ 1241465 w 1241465"/>
                    <a:gd name="connsiteY3" fmla="*/ 379405 h 395886"/>
                    <a:gd name="connsiteX0" fmla="*/ 0 w 1146253"/>
                    <a:gd name="connsiteY0" fmla="*/ 396431 h 396431"/>
                    <a:gd name="connsiteX1" fmla="*/ 166480 w 1146253"/>
                    <a:gd name="connsiteY1" fmla="*/ 180541 h 396431"/>
                    <a:gd name="connsiteX2" fmla="*/ 986797 w 1146253"/>
                    <a:gd name="connsiteY2" fmla="*/ 2122 h 396431"/>
                    <a:gd name="connsiteX3" fmla="*/ 1146253 w 1146253"/>
                    <a:gd name="connsiteY3" fmla="*/ 379950 h 396431"/>
                    <a:gd name="connsiteX0" fmla="*/ 0 w 1146253"/>
                    <a:gd name="connsiteY0" fmla="*/ 395863 h 395863"/>
                    <a:gd name="connsiteX1" fmla="*/ 334889 w 1146253"/>
                    <a:gd name="connsiteY1" fmla="*/ 254315 h 395863"/>
                    <a:gd name="connsiteX2" fmla="*/ 986797 w 1146253"/>
                    <a:gd name="connsiteY2" fmla="*/ 1554 h 395863"/>
                    <a:gd name="connsiteX3" fmla="*/ 1146253 w 1146253"/>
                    <a:gd name="connsiteY3" fmla="*/ 379382 h 395863"/>
                    <a:gd name="connsiteX0" fmla="*/ 0 w 1146253"/>
                    <a:gd name="connsiteY0" fmla="*/ 395506 h 395506"/>
                    <a:gd name="connsiteX1" fmla="*/ 334889 w 1146253"/>
                    <a:gd name="connsiteY1" fmla="*/ 253958 h 395506"/>
                    <a:gd name="connsiteX2" fmla="*/ 986797 w 1146253"/>
                    <a:gd name="connsiteY2" fmla="*/ 1197 h 395506"/>
                    <a:gd name="connsiteX3" fmla="*/ 1146253 w 1146253"/>
                    <a:gd name="connsiteY3" fmla="*/ 379025 h 395506"/>
                    <a:gd name="connsiteX0" fmla="*/ 0 w 1146253"/>
                    <a:gd name="connsiteY0" fmla="*/ 395581 h 395581"/>
                    <a:gd name="connsiteX1" fmla="*/ 334889 w 1146253"/>
                    <a:gd name="connsiteY1" fmla="*/ 254033 h 395581"/>
                    <a:gd name="connsiteX2" fmla="*/ 986797 w 1146253"/>
                    <a:gd name="connsiteY2" fmla="*/ 1272 h 395581"/>
                    <a:gd name="connsiteX3" fmla="*/ 1146253 w 1146253"/>
                    <a:gd name="connsiteY3" fmla="*/ 379100 h 395581"/>
                    <a:gd name="connsiteX0" fmla="*/ 0 w 1146253"/>
                    <a:gd name="connsiteY0" fmla="*/ 395695 h 395695"/>
                    <a:gd name="connsiteX1" fmla="*/ 242536 w 1146253"/>
                    <a:gd name="connsiteY1" fmla="*/ 226269 h 395695"/>
                    <a:gd name="connsiteX2" fmla="*/ 986797 w 1146253"/>
                    <a:gd name="connsiteY2" fmla="*/ 1386 h 395695"/>
                    <a:gd name="connsiteX3" fmla="*/ 1146253 w 1146253"/>
                    <a:gd name="connsiteY3" fmla="*/ 379214 h 395695"/>
                    <a:gd name="connsiteX0" fmla="*/ 0 w 1146253"/>
                    <a:gd name="connsiteY0" fmla="*/ 399523 h 399523"/>
                    <a:gd name="connsiteX1" fmla="*/ 242536 w 1146253"/>
                    <a:gd name="connsiteY1" fmla="*/ 230097 h 399523"/>
                    <a:gd name="connsiteX2" fmla="*/ 899876 w 1146253"/>
                    <a:gd name="connsiteY2" fmla="*/ 2116 h 399523"/>
                    <a:gd name="connsiteX3" fmla="*/ 1146253 w 1146253"/>
                    <a:gd name="connsiteY3" fmla="*/ 383042 h 399523"/>
                    <a:gd name="connsiteX0" fmla="*/ 0 w 1146253"/>
                    <a:gd name="connsiteY0" fmla="*/ 398796 h 398796"/>
                    <a:gd name="connsiteX1" fmla="*/ 242536 w 1146253"/>
                    <a:gd name="connsiteY1" fmla="*/ 229370 h 398796"/>
                    <a:gd name="connsiteX2" fmla="*/ 899876 w 1146253"/>
                    <a:gd name="connsiteY2" fmla="*/ 1389 h 398796"/>
                    <a:gd name="connsiteX3" fmla="*/ 1146253 w 1146253"/>
                    <a:gd name="connsiteY3" fmla="*/ 382315 h 398796"/>
                    <a:gd name="connsiteX0" fmla="*/ 0 w 1146253"/>
                    <a:gd name="connsiteY0" fmla="*/ 398873 h 398873"/>
                    <a:gd name="connsiteX1" fmla="*/ 242536 w 1146253"/>
                    <a:gd name="connsiteY1" fmla="*/ 229447 h 398873"/>
                    <a:gd name="connsiteX2" fmla="*/ 899876 w 1146253"/>
                    <a:gd name="connsiteY2" fmla="*/ 1466 h 398873"/>
                    <a:gd name="connsiteX3" fmla="*/ 1146253 w 1146253"/>
                    <a:gd name="connsiteY3" fmla="*/ 382392 h 398873"/>
                    <a:gd name="connsiteX0" fmla="*/ 0 w 1146253"/>
                    <a:gd name="connsiteY0" fmla="*/ 398550 h 398550"/>
                    <a:gd name="connsiteX1" fmla="*/ 250788 w 1146253"/>
                    <a:gd name="connsiteY1" fmla="*/ 312156 h 398550"/>
                    <a:gd name="connsiteX2" fmla="*/ 899876 w 1146253"/>
                    <a:gd name="connsiteY2" fmla="*/ 1143 h 398550"/>
                    <a:gd name="connsiteX3" fmla="*/ 1146253 w 1146253"/>
                    <a:gd name="connsiteY3" fmla="*/ 382069 h 398550"/>
                    <a:gd name="connsiteX0" fmla="*/ 0 w 1146253"/>
                    <a:gd name="connsiteY0" fmla="*/ 392033 h 392033"/>
                    <a:gd name="connsiteX1" fmla="*/ 250788 w 1146253"/>
                    <a:gd name="connsiteY1" fmla="*/ 312511 h 392033"/>
                    <a:gd name="connsiteX2" fmla="*/ 899876 w 1146253"/>
                    <a:gd name="connsiteY2" fmla="*/ 1498 h 392033"/>
                    <a:gd name="connsiteX3" fmla="*/ 1146253 w 1146253"/>
                    <a:gd name="connsiteY3" fmla="*/ 382424 h 392033"/>
                    <a:gd name="connsiteX0" fmla="*/ 0 w 1146253"/>
                    <a:gd name="connsiteY0" fmla="*/ 397947 h 397947"/>
                    <a:gd name="connsiteX1" fmla="*/ 206402 w 1146253"/>
                    <a:gd name="connsiteY1" fmla="*/ 84790 h 397947"/>
                    <a:gd name="connsiteX2" fmla="*/ 899876 w 1146253"/>
                    <a:gd name="connsiteY2" fmla="*/ 7412 h 397947"/>
                    <a:gd name="connsiteX3" fmla="*/ 1146253 w 1146253"/>
                    <a:gd name="connsiteY3" fmla="*/ 388338 h 397947"/>
                    <a:gd name="connsiteX0" fmla="*/ 0 w 1146253"/>
                    <a:gd name="connsiteY0" fmla="*/ 392533 h 392533"/>
                    <a:gd name="connsiteX1" fmla="*/ 206402 w 1146253"/>
                    <a:gd name="connsiteY1" fmla="*/ 79376 h 392533"/>
                    <a:gd name="connsiteX2" fmla="*/ 899876 w 1146253"/>
                    <a:gd name="connsiteY2" fmla="*/ 1998 h 392533"/>
                    <a:gd name="connsiteX3" fmla="*/ 1146253 w 1146253"/>
                    <a:gd name="connsiteY3" fmla="*/ 382924 h 392533"/>
                    <a:gd name="connsiteX0" fmla="*/ 0 w 1146253"/>
                    <a:gd name="connsiteY0" fmla="*/ 391706 h 391706"/>
                    <a:gd name="connsiteX1" fmla="*/ 226888 w 1146253"/>
                    <a:gd name="connsiteY1" fmla="*/ 229724 h 391706"/>
                    <a:gd name="connsiteX2" fmla="*/ 899876 w 1146253"/>
                    <a:gd name="connsiteY2" fmla="*/ 1171 h 391706"/>
                    <a:gd name="connsiteX3" fmla="*/ 1146253 w 1146253"/>
                    <a:gd name="connsiteY3" fmla="*/ 382097 h 391706"/>
                    <a:gd name="connsiteX0" fmla="*/ 0 w 1146253"/>
                    <a:gd name="connsiteY0" fmla="*/ 419909 h 419909"/>
                    <a:gd name="connsiteX1" fmla="*/ 226888 w 1146253"/>
                    <a:gd name="connsiteY1" fmla="*/ 257927 h 419909"/>
                    <a:gd name="connsiteX2" fmla="*/ 882805 w 1146253"/>
                    <a:gd name="connsiteY2" fmla="*/ 1888 h 419909"/>
                    <a:gd name="connsiteX3" fmla="*/ 1146253 w 1146253"/>
                    <a:gd name="connsiteY3" fmla="*/ 410300 h 419909"/>
                    <a:gd name="connsiteX0" fmla="*/ 0 w 1146253"/>
                    <a:gd name="connsiteY0" fmla="*/ 418021 h 418021"/>
                    <a:gd name="connsiteX1" fmla="*/ 226888 w 1146253"/>
                    <a:gd name="connsiteY1" fmla="*/ 256039 h 418021"/>
                    <a:gd name="connsiteX2" fmla="*/ 882805 w 1146253"/>
                    <a:gd name="connsiteY2" fmla="*/ 0 h 418021"/>
                    <a:gd name="connsiteX3" fmla="*/ 1146253 w 1146253"/>
                    <a:gd name="connsiteY3" fmla="*/ 408412 h 418021"/>
                    <a:gd name="connsiteX0" fmla="*/ 0 w 1146253"/>
                    <a:gd name="connsiteY0" fmla="*/ 418021 h 418021"/>
                    <a:gd name="connsiteX1" fmla="*/ 226888 w 1146253"/>
                    <a:gd name="connsiteY1" fmla="*/ 256039 h 418021"/>
                    <a:gd name="connsiteX2" fmla="*/ 882805 w 1146253"/>
                    <a:gd name="connsiteY2" fmla="*/ 0 h 418021"/>
                    <a:gd name="connsiteX3" fmla="*/ 1146253 w 1146253"/>
                    <a:gd name="connsiteY3" fmla="*/ 408412 h 4180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146253" h="418021">
                      <a:moveTo>
                        <a:pt x="0" y="418021"/>
                      </a:moveTo>
                      <a:cubicBezTo>
                        <a:pt x="54909" y="391332"/>
                        <a:pt x="35368" y="136740"/>
                        <a:pt x="226888" y="256039"/>
                      </a:cubicBezTo>
                      <a:cubicBezTo>
                        <a:pt x="418408" y="375338"/>
                        <a:pt x="647658" y="27596"/>
                        <a:pt x="882805" y="0"/>
                      </a:cubicBezTo>
                      <a:cubicBezTo>
                        <a:pt x="1018816" y="6078"/>
                        <a:pt x="1105447" y="342857"/>
                        <a:pt x="1146253" y="408412"/>
                      </a:cubicBezTo>
                    </a:path>
                  </a:pathLst>
                </a:custGeom>
                <a:gradFill flip="none" rotWithShape="1">
                  <a:gsLst>
                    <a:gs pos="0">
                      <a:srgbClr val="DA4035"/>
                    </a:gs>
                    <a:gs pos="50000">
                      <a:srgbClr val="F7FCC9"/>
                    </a:gs>
                    <a:gs pos="37000">
                      <a:srgbClr val="FEEC9D"/>
                    </a:gs>
                    <a:gs pos="90000">
                      <a:srgbClr val="8DCB65"/>
                    </a:gs>
                    <a:gs pos="100000">
                      <a:srgbClr val="2D9C52"/>
                    </a:gs>
                  </a:gsLst>
                  <a:lin ang="0" scaled="0"/>
                  <a:tileRect/>
                </a:gradFill>
                <a:ln w="127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A" dirty="0"/>
                </a:p>
              </p:txBody>
            </p:sp>
            <p:sp>
              <p:nvSpPr>
                <p:cNvPr id="8" name="Freeform 7">
                  <a:extLst>
                    <a:ext uri="{FF2B5EF4-FFF2-40B4-BE49-F238E27FC236}">
                      <a16:creationId xmlns:a16="http://schemas.microsoft.com/office/drawing/2014/main" id="{427CA1D3-3275-2E66-5FEE-445FFBBDD5D6}"/>
                    </a:ext>
                  </a:extLst>
                </p:cNvPr>
                <p:cNvSpPr/>
                <p:nvPr/>
              </p:nvSpPr>
              <p:spPr>
                <a:xfrm flipH="1">
                  <a:off x="1490812" y="2257063"/>
                  <a:ext cx="670252" cy="1111202"/>
                </a:xfrm>
                <a:custGeom>
                  <a:avLst/>
                  <a:gdLst>
                    <a:gd name="connsiteX0" fmla="*/ 0 w 914400"/>
                    <a:gd name="connsiteY0" fmla="*/ 950271 h 968201"/>
                    <a:gd name="connsiteX1" fmla="*/ 376518 w 914400"/>
                    <a:gd name="connsiteY1" fmla="*/ 13 h 968201"/>
                    <a:gd name="connsiteX2" fmla="*/ 896470 w 914400"/>
                    <a:gd name="connsiteY2" fmla="*/ 968201 h 968201"/>
                    <a:gd name="connsiteX3" fmla="*/ 896470 w 914400"/>
                    <a:gd name="connsiteY3" fmla="*/ 968201 h 968201"/>
                    <a:gd name="connsiteX4" fmla="*/ 914400 w 914400"/>
                    <a:gd name="connsiteY4" fmla="*/ 968201 h 968201"/>
                    <a:gd name="connsiteX0" fmla="*/ 0 w 914400"/>
                    <a:gd name="connsiteY0" fmla="*/ 791293 h 809223"/>
                    <a:gd name="connsiteX1" fmla="*/ 439628 w 914400"/>
                    <a:gd name="connsiteY1" fmla="*/ 21 h 809223"/>
                    <a:gd name="connsiteX2" fmla="*/ 896470 w 914400"/>
                    <a:gd name="connsiteY2" fmla="*/ 809223 h 809223"/>
                    <a:gd name="connsiteX3" fmla="*/ 896470 w 914400"/>
                    <a:gd name="connsiteY3" fmla="*/ 809223 h 809223"/>
                    <a:gd name="connsiteX4" fmla="*/ 914400 w 914400"/>
                    <a:gd name="connsiteY4" fmla="*/ 809223 h 809223"/>
                    <a:gd name="connsiteX0" fmla="*/ 0 w 914400"/>
                    <a:gd name="connsiteY0" fmla="*/ 876926 h 894856"/>
                    <a:gd name="connsiteX1" fmla="*/ 439628 w 914400"/>
                    <a:gd name="connsiteY1" fmla="*/ 85654 h 894856"/>
                    <a:gd name="connsiteX2" fmla="*/ 896470 w 914400"/>
                    <a:gd name="connsiteY2" fmla="*/ 894856 h 894856"/>
                    <a:gd name="connsiteX3" fmla="*/ 896470 w 914400"/>
                    <a:gd name="connsiteY3" fmla="*/ 894856 h 894856"/>
                    <a:gd name="connsiteX4" fmla="*/ 914400 w 914400"/>
                    <a:gd name="connsiteY4" fmla="*/ 894856 h 894856"/>
                    <a:gd name="connsiteX0" fmla="*/ 0 w 914400"/>
                    <a:gd name="connsiteY0" fmla="*/ 918291 h 936221"/>
                    <a:gd name="connsiteX1" fmla="*/ 547770 w 914400"/>
                    <a:gd name="connsiteY1" fmla="*/ 83236 h 936221"/>
                    <a:gd name="connsiteX2" fmla="*/ 896470 w 914400"/>
                    <a:gd name="connsiteY2" fmla="*/ 936221 h 936221"/>
                    <a:gd name="connsiteX3" fmla="*/ 896470 w 914400"/>
                    <a:gd name="connsiteY3" fmla="*/ 936221 h 936221"/>
                    <a:gd name="connsiteX4" fmla="*/ 914400 w 914400"/>
                    <a:gd name="connsiteY4" fmla="*/ 936221 h 936221"/>
                    <a:gd name="connsiteX0" fmla="*/ 0 w 914400"/>
                    <a:gd name="connsiteY0" fmla="*/ 835213 h 853143"/>
                    <a:gd name="connsiteX1" fmla="*/ 547770 w 914400"/>
                    <a:gd name="connsiteY1" fmla="*/ 158 h 853143"/>
                    <a:gd name="connsiteX2" fmla="*/ 896470 w 914400"/>
                    <a:gd name="connsiteY2" fmla="*/ 853143 h 853143"/>
                    <a:gd name="connsiteX3" fmla="*/ 896470 w 914400"/>
                    <a:gd name="connsiteY3" fmla="*/ 853143 h 853143"/>
                    <a:gd name="connsiteX4" fmla="*/ 914400 w 914400"/>
                    <a:gd name="connsiteY4" fmla="*/ 853143 h 853143"/>
                    <a:gd name="connsiteX0" fmla="*/ 0 w 914400"/>
                    <a:gd name="connsiteY0" fmla="*/ 791451 h 809381"/>
                    <a:gd name="connsiteX1" fmla="*/ 640463 w 914400"/>
                    <a:gd name="connsiteY1" fmla="*/ 179 h 809381"/>
                    <a:gd name="connsiteX2" fmla="*/ 896470 w 914400"/>
                    <a:gd name="connsiteY2" fmla="*/ 809381 h 809381"/>
                    <a:gd name="connsiteX3" fmla="*/ 896470 w 914400"/>
                    <a:gd name="connsiteY3" fmla="*/ 809381 h 809381"/>
                    <a:gd name="connsiteX4" fmla="*/ 914400 w 914400"/>
                    <a:gd name="connsiteY4" fmla="*/ 809381 h 809381"/>
                    <a:gd name="connsiteX0" fmla="*/ 0 w 914400"/>
                    <a:gd name="connsiteY0" fmla="*/ 813339 h 831269"/>
                    <a:gd name="connsiteX1" fmla="*/ 640463 w 914400"/>
                    <a:gd name="connsiteY1" fmla="*/ 22067 h 831269"/>
                    <a:gd name="connsiteX2" fmla="*/ 896470 w 914400"/>
                    <a:gd name="connsiteY2" fmla="*/ 831269 h 831269"/>
                    <a:gd name="connsiteX3" fmla="*/ 896470 w 914400"/>
                    <a:gd name="connsiteY3" fmla="*/ 831269 h 831269"/>
                    <a:gd name="connsiteX4" fmla="*/ 914400 w 914400"/>
                    <a:gd name="connsiteY4" fmla="*/ 831269 h 831269"/>
                    <a:gd name="connsiteX0" fmla="*/ 0 w 914400"/>
                    <a:gd name="connsiteY0" fmla="*/ 827648 h 845578"/>
                    <a:gd name="connsiteX1" fmla="*/ 424180 w 914400"/>
                    <a:gd name="connsiteY1" fmla="*/ 21781 h 845578"/>
                    <a:gd name="connsiteX2" fmla="*/ 896470 w 914400"/>
                    <a:gd name="connsiteY2" fmla="*/ 845578 h 845578"/>
                    <a:gd name="connsiteX3" fmla="*/ 896470 w 914400"/>
                    <a:gd name="connsiteY3" fmla="*/ 845578 h 845578"/>
                    <a:gd name="connsiteX4" fmla="*/ 914400 w 914400"/>
                    <a:gd name="connsiteY4" fmla="*/ 845578 h 845578"/>
                    <a:gd name="connsiteX0" fmla="*/ 0 w 914400"/>
                    <a:gd name="connsiteY0" fmla="*/ 806228 h 824158"/>
                    <a:gd name="connsiteX1" fmla="*/ 424180 w 914400"/>
                    <a:gd name="connsiteY1" fmla="*/ 361 h 824158"/>
                    <a:gd name="connsiteX2" fmla="*/ 896470 w 914400"/>
                    <a:gd name="connsiteY2" fmla="*/ 824158 h 824158"/>
                    <a:gd name="connsiteX3" fmla="*/ 896470 w 914400"/>
                    <a:gd name="connsiteY3" fmla="*/ 824158 h 824158"/>
                    <a:gd name="connsiteX4" fmla="*/ 914400 w 914400"/>
                    <a:gd name="connsiteY4" fmla="*/ 824158 h 824158"/>
                    <a:gd name="connsiteX0" fmla="*/ 0 w 914400"/>
                    <a:gd name="connsiteY0" fmla="*/ 879172 h 897102"/>
                    <a:gd name="connsiteX1" fmla="*/ 455077 w 914400"/>
                    <a:gd name="connsiteY1" fmla="*/ 332 h 897102"/>
                    <a:gd name="connsiteX2" fmla="*/ 896470 w 914400"/>
                    <a:gd name="connsiteY2" fmla="*/ 897102 h 897102"/>
                    <a:gd name="connsiteX3" fmla="*/ 896470 w 914400"/>
                    <a:gd name="connsiteY3" fmla="*/ 897102 h 897102"/>
                    <a:gd name="connsiteX4" fmla="*/ 914400 w 914400"/>
                    <a:gd name="connsiteY4" fmla="*/ 897102 h 897102"/>
                    <a:gd name="connsiteX0" fmla="*/ 0 w 1115234"/>
                    <a:gd name="connsiteY0" fmla="*/ 879172 h 897102"/>
                    <a:gd name="connsiteX1" fmla="*/ 455077 w 1115234"/>
                    <a:gd name="connsiteY1" fmla="*/ 332 h 897102"/>
                    <a:gd name="connsiteX2" fmla="*/ 896470 w 1115234"/>
                    <a:gd name="connsiteY2" fmla="*/ 897102 h 897102"/>
                    <a:gd name="connsiteX3" fmla="*/ 896470 w 1115234"/>
                    <a:gd name="connsiteY3" fmla="*/ 897102 h 897102"/>
                    <a:gd name="connsiteX4" fmla="*/ 1115234 w 1115234"/>
                    <a:gd name="connsiteY4" fmla="*/ 882507 h 897102"/>
                    <a:gd name="connsiteX0" fmla="*/ 0 w 1115234"/>
                    <a:gd name="connsiteY0" fmla="*/ 879172 h 897102"/>
                    <a:gd name="connsiteX1" fmla="*/ 455077 w 1115234"/>
                    <a:gd name="connsiteY1" fmla="*/ 332 h 897102"/>
                    <a:gd name="connsiteX2" fmla="*/ 896470 w 1115234"/>
                    <a:gd name="connsiteY2" fmla="*/ 897102 h 897102"/>
                    <a:gd name="connsiteX3" fmla="*/ 1081855 w 1115234"/>
                    <a:gd name="connsiteY3" fmla="*/ 882508 h 897102"/>
                    <a:gd name="connsiteX4" fmla="*/ 1115234 w 1115234"/>
                    <a:gd name="connsiteY4" fmla="*/ 882507 h 897102"/>
                    <a:gd name="connsiteX0" fmla="*/ 0 w 1115234"/>
                    <a:gd name="connsiteY0" fmla="*/ 878948 h 882284"/>
                    <a:gd name="connsiteX1" fmla="*/ 455077 w 1115234"/>
                    <a:gd name="connsiteY1" fmla="*/ 108 h 882284"/>
                    <a:gd name="connsiteX2" fmla="*/ 1057788 w 1115234"/>
                    <a:gd name="connsiteY2" fmla="*/ 813307 h 882284"/>
                    <a:gd name="connsiteX3" fmla="*/ 1081855 w 1115234"/>
                    <a:gd name="connsiteY3" fmla="*/ 882284 h 882284"/>
                    <a:gd name="connsiteX4" fmla="*/ 1115234 w 1115234"/>
                    <a:gd name="connsiteY4" fmla="*/ 882283 h 882284"/>
                    <a:gd name="connsiteX0" fmla="*/ 0 w 1141253"/>
                    <a:gd name="connsiteY0" fmla="*/ 878948 h 882284"/>
                    <a:gd name="connsiteX1" fmla="*/ 455077 w 1141253"/>
                    <a:gd name="connsiteY1" fmla="*/ 108 h 882284"/>
                    <a:gd name="connsiteX2" fmla="*/ 1057788 w 1141253"/>
                    <a:gd name="connsiteY2" fmla="*/ 813307 h 882284"/>
                    <a:gd name="connsiteX3" fmla="*/ 1081855 w 1141253"/>
                    <a:gd name="connsiteY3" fmla="*/ 882284 h 882284"/>
                    <a:gd name="connsiteX4" fmla="*/ 1141253 w 1141253"/>
                    <a:gd name="connsiteY4" fmla="*/ 862619 h 882284"/>
                    <a:gd name="connsiteX0" fmla="*/ 0 w 1081855"/>
                    <a:gd name="connsiteY0" fmla="*/ 878948 h 882284"/>
                    <a:gd name="connsiteX1" fmla="*/ 455077 w 1081855"/>
                    <a:gd name="connsiteY1" fmla="*/ 108 h 882284"/>
                    <a:gd name="connsiteX2" fmla="*/ 1057788 w 1081855"/>
                    <a:gd name="connsiteY2" fmla="*/ 813307 h 882284"/>
                    <a:gd name="connsiteX3" fmla="*/ 1081855 w 1081855"/>
                    <a:gd name="connsiteY3" fmla="*/ 882284 h 882284"/>
                    <a:gd name="connsiteX0" fmla="*/ 0 w 1057788"/>
                    <a:gd name="connsiteY0" fmla="*/ 878948 h 878948"/>
                    <a:gd name="connsiteX1" fmla="*/ 455077 w 1057788"/>
                    <a:gd name="connsiteY1" fmla="*/ 108 h 878948"/>
                    <a:gd name="connsiteX2" fmla="*/ 1057788 w 1057788"/>
                    <a:gd name="connsiteY2" fmla="*/ 813307 h 878948"/>
                    <a:gd name="connsiteX0" fmla="*/ 0 w 1146253"/>
                    <a:gd name="connsiteY0" fmla="*/ 878847 h 878847"/>
                    <a:gd name="connsiteX1" fmla="*/ 455077 w 1146253"/>
                    <a:gd name="connsiteY1" fmla="*/ 7 h 878847"/>
                    <a:gd name="connsiteX2" fmla="*/ 1146253 w 1146253"/>
                    <a:gd name="connsiteY2" fmla="*/ 862366 h 878847"/>
                    <a:gd name="connsiteX0" fmla="*/ 0 w 1146253"/>
                    <a:gd name="connsiteY0" fmla="*/ 886730 h 886730"/>
                    <a:gd name="connsiteX1" fmla="*/ 455077 w 1146253"/>
                    <a:gd name="connsiteY1" fmla="*/ 7890 h 886730"/>
                    <a:gd name="connsiteX2" fmla="*/ 901419 w 1146253"/>
                    <a:gd name="connsiteY2" fmla="*/ 476918 h 886730"/>
                    <a:gd name="connsiteX3" fmla="*/ 1146253 w 1146253"/>
                    <a:gd name="connsiteY3" fmla="*/ 870249 h 886730"/>
                    <a:gd name="connsiteX0" fmla="*/ 0 w 1146253"/>
                    <a:gd name="connsiteY0" fmla="*/ 893192 h 893192"/>
                    <a:gd name="connsiteX1" fmla="*/ 455077 w 1146253"/>
                    <a:gd name="connsiteY1" fmla="*/ 14352 h 893192"/>
                    <a:gd name="connsiteX2" fmla="*/ 1005495 w 1146253"/>
                    <a:gd name="connsiteY2" fmla="*/ 385060 h 893192"/>
                    <a:gd name="connsiteX3" fmla="*/ 1146253 w 1146253"/>
                    <a:gd name="connsiteY3" fmla="*/ 876711 h 893192"/>
                    <a:gd name="connsiteX0" fmla="*/ 0 w 1146253"/>
                    <a:gd name="connsiteY0" fmla="*/ 888633 h 888633"/>
                    <a:gd name="connsiteX1" fmla="*/ 455077 w 1146253"/>
                    <a:gd name="connsiteY1" fmla="*/ 9793 h 888633"/>
                    <a:gd name="connsiteX2" fmla="*/ 1005495 w 1146253"/>
                    <a:gd name="connsiteY2" fmla="*/ 380501 h 888633"/>
                    <a:gd name="connsiteX3" fmla="*/ 1146253 w 1146253"/>
                    <a:gd name="connsiteY3" fmla="*/ 872152 h 888633"/>
                    <a:gd name="connsiteX0" fmla="*/ 0 w 1146253"/>
                    <a:gd name="connsiteY0" fmla="*/ 887498 h 887498"/>
                    <a:gd name="connsiteX1" fmla="*/ 455077 w 1146253"/>
                    <a:gd name="connsiteY1" fmla="*/ 8658 h 887498"/>
                    <a:gd name="connsiteX2" fmla="*/ 1005495 w 1146253"/>
                    <a:gd name="connsiteY2" fmla="*/ 379366 h 887498"/>
                    <a:gd name="connsiteX3" fmla="*/ 1146253 w 1146253"/>
                    <a:gd name="connsiteY3" fmla="*/ 871017 h 887498"/>
                    <a:gd name="connsiteX0" fmla="*/ 0 w 1146253"/>
                    <a:gd name="connsiteY0" fmla="*/ 887498 h 887498"/>
                    <a:gd name="connsiteX1" fmla="*/ 455077 w 1146253"/>
                    <a:gd name="connsiteY1" fmla="*/ 8658 h 887498"/>
                    <a:gd name="connsiteX2" fmla="*/ 1005495 w 1146253"/>
                    <a:gd name="connsiteY2" fmla="*/ 379366 h 887498"/>
                    <a:gd name="connsiteX3" fmla="*/ 1146253 w 1146253"/>
                    <a:gd name="connsiteY3" fmla="*/ 871017 h 887498"/>
                    <a:gd name="connsiteX0" fmla="*/ 0 w 1146253"/>
                    <a:gd name="connsiteY0" fmla="*/ 709220 h 709220"/>
                    <a:gd name="connsiteX1" fmla="*/ 335391 w 1146253"/>
                    <a:gd name="connsiteY1" fmla="*/ 12272 h 709220"/>
                    <a:gd name="connsiteX2" fmla="*/ 1005495 w 1146253"/>
                    <a:gd name="connsiteY2" fmla="*/ 201088 h 709220"/>
                    <a:gd name="connsiteX3" fmla="*/ 1146253 w 1146253"/>
                    <a:gd name="connsiteY3" fmla="*/ 692739 h 709220"/>
                    <a:gd name="connsiteX0" fmla="*/ 0 w 1146253"/>
                    <a:gd name="connsiteY0" fmla="*/ 709912 h 709912"/>
                    <a:gd name="connsiteX1" fmla="*/ 335391 w 1146253"/>
                    <a:gd name="connsiteY1" fmla="*/ 12964 h 709912"/>
                    <a:gd name="connsiteX2" fmla="*/ 911828 w 1146253"/>
                    <a:gd name="connsiteY2" fmla="*/ 191947 h 709912"/>
                    <a:gd name="connsiteX3" fmla="*/ 1146253 w 1146253"/>
                    <a:gd name="connsiteY3" fmla="*/ 693431 h 709912"/>
                    <a:gd name="connsiteX0" fmla="*/ 0 w 1146253"/>
                    <a:gd name="connsiteY0" fmla="*/ 709912 h 709912"/>
                    <a:gd name="connsiteX1" fmla="*/ 335391 w 1146253"/>
                    <a:gd name="connsiteY1" fmla="*/ 12964 h 709912"/>
                    <a:gd name="connsiteX2" fmla="*/ 911828 w 1146253"/>
                    <a:gd name="connsiteY2" fmla="*/ 191947 h 709912"/>
                    <a:gd name="connsiteX3" fmla="*/ 1146253 w 1146253"/>
                    <a:gd name="connsiteY3" fmla="*/ 693431 h 709912"/>
                    <a:gd name="connsiteX0" fmla="*/ 0 w 1146253"/>
                    <a:gd name="connsiteY0" fmla="*/ 717500 h 717500"/>
                    <a:gd name="connsiteX1" fmla="*/ 335391 w 1146253"/>
                    <a:gd name="connsiteY1" fmla="*/ 20552 h 717500"/>
                    <a:gd name="connsiteX2" fmla="*/ 911828 w 1146253"/>
                    <a:gd name="connsiteY2" fmla="*/ 199535 h 717500"/>
                    <a:gd name="connsiteX3" fmla="*/ 1146253 w 1146253"/>
                    <a:gd name="connsiteY3" fmla="*/ 701019 h 717500"/>
                    <a:gd name="connsiteX0" fmla="*/ 0 w 1146253"/>
                    <a:gd name="connsiteY0" fmla="*/ 530916 h 530916"/>
                    <a:gd name="connsiteX1" fmla="*/ 293761 w 1146253"/>
                    <a:gd name="connsiteY1" fmla="*/ 178088 h 530916"/>
                    <a:gd name="connsiteX2" fmla="*/ 911828 w 1146253"/>
                    <a:gd name="connsiteY2" fmla="*/ 12951 h 530916"/>
                    <a:gd name="connsiteX3" fmla="*/ 1146253 w 1146253"/>
                    <a:gd name="connsiteY3" fmla="*/ 514435 h 530916"/>
                    <a:gd name="connsiteX0" fmla="*/ 0 w 1146253"/>
                    <a:gd name="connsiteY0" fmla="*/ 533602 h 533602"/>
                    <a:gd name="connsiteX1" fmla="*/ 293761 w 1146253"/>
                    <a:gd name="connsiteY1" fmla="*/ 180774 h 533602"/>
                    <a:gd name="connsiteX2" fmla="*/ 911828 w 1146253"/>
                    <a:gd name="connsiteY2" fmla="*/ 15637 h 533602"/>
                    <a:gd name="connsiteX3" fmla="*/ 1146253 w 1146253"/>
                    <a:gd name="connsiteY3" fmla="*/ 517121 h 533602"/>
                    <a:gd name="connsiteX0" fmla="*/ 0 w 1146253"/>
                    <a:gd name="connsiteY0" fmla="*/ 527286 h 527286"/>
                    <a:gd name="connsiteX1" fmla="*/ 293761 w 1146253"/>
                    <a:gd name="connsiteY1" fmla="*/ 174458 h 527286"/>
                    <a:gd name="connsiteX2" fmla="*/ 911828 w 1146253"/>
                    <a:gd name="connsiteY2" fmla="*/ 9321 h 527286"/>
                    <a:gd name="connsiteX3" fmla="*/ 1146253 w 1146253"/>
                    <a:gd name="connsiteY3" fmla="*/ 510805 h 527286"/>
                    <a:gd name="connsiteX0" fmla="*/ 0 w 1146253"/>
                    <a:gd name="connsiteY0" fmla="*/ 530915 h 530915"/>
                    <a:gd name="connsiteX1" fmla="*/ 293761 w 1146253"/>
                    <a:gd name="connsiteY1" fmla="*/ 178087 h 530915"/>
                    <a:gd name="connsiteX2" fmla="*/ 911828 w 1146253"/>
                    <a:gd name="connsiteY2" fmla="*/ 12950 h 530915"/>
                    <a:gd name="connsiteX3" fmla="*/ 1146253 w 1146253"/>
                    <a:gd name="connsiteY3" fmla="*/ 514434 h 530915"/>
                    <a:gd name="connsiteX0" fmla="*/ 0 w 1146253"/>
                    <a:gd name="connsiteY0" fmla="*/ 535588 h 535588"/>
                    <a:gd name="connsiteX1" fmla="*/ 293761 w 1146253"/>
                    <a:gd name="connsiteY1" fmla="*/ 182760 h 535588"/>
                    <a:gd name="connsiteX2" fmla="*/ 911828 w 1146253"/>
                    <a:gd name="connsiteY2" fmla="*/ 17623 h 535588"/>
                    <a:gd name="connsiteX3" fmla="*/ 1146253 w 1146253"/>
                    <a:gd name="connsiteY3" fmla="*/ 519107 h 535588"/>
                    <a:gd name="connsiteX0" fmla="*/ 0 w 1146253"/>
                    <a:gd name="connsiteY0" fmla="*/ 529452 h 529452"/>
                    <a:gd name="connsiteX1" fmla="*/ 293761 w 1146253"/>
                    <a:gd name="connsiteY1" fmla="*/ 176624 h 529452"/>
                    <a:gd name="connsiteX2" fmla="*/ 911828 w 1146253"/>
                    <a:gd name="connsiteY2" fmla="*/ 11487 h 529452"/>
                    <a:gd name="connsiteX3" fmla="*/ 1146253 w 1146253"/>
                    <a:gd name="connsiteY3" fmla="*/ 512971 h 529452"/>
                    <a:gd name="connsiteX0" fmla="*/ 0 w 1146253"/>
                    <a:gd name="connsiteY0" fmla="*/ 529452 h 529452"/>
                    <a:gd name="connsiteX1" fmla="*/ 293761 w 1146253"/>
                    <a:gd name="connsiteY1" fmla="*/ 176624 h 529452"/>
                    <a:gd name="connsiteX2" fmla="*/ 911828 w 1146253"/>
                    <a:gd name="connsiteY2" fmla="*/ 11487 h 529452"/>
                    <a:gd name="connsiteX3" fmla="*/ 1146253 w 1146253"/>
                    <a:gd name="connsiteY3" fmla="*/ 512971 h 529452"/>
                    <a:gd name="connsiteX0" fmla="*/ 0 w 1146253"/>
                    <a:gd name="connsiteY0" fmla="*/ 524406 h 524406"/>
                    <a:gd name="connsiteX1" fmla="*/ 175114 w 1146253"/>
                    <a:gd name="connsiteY1" fmla="*/ 329430 h 524406"/>
                    <a:gd name="connsiteX2" fmla="*/ 911828 w 1146253"/>
                    <a:gd name="connsiteY2" fmla="*/ 6441 h 524406"/>
                    <a:gd name="connsiteX3" fmla="*/ 1146253 w 1146253"/>
                    <a:gd name="connsiteY3" fmla="*/ 507925 h 524406"/>
                    <a:gd name="connsiteX0" fmla="*/ 0 w 1146253"/>
                    <a:gd name="connsiteY0" fmla="*/ 425737 h 425737"/>
                    <a:gd name="connsiteX1" fmla="*/ 175114 w 1146253"/>
                    <a:gd name="connsiteY1" fmla="*/ 230761 h 425737"/>
                    <a:gd name="connsiteX2" fmla="*/ 971151 w 1146253"/>
                    <a:gd name="connsiteY2" fmla="*/ 9249 h 425737"/>
                    <a:gd name="connsiteX3" fmla="*/ 1146253 w 1146253"/>
                    <a:gd name="connsiteY3" fmla="*/ 409256 h 425737"/>
                    <a:gd name="connsiteX0" fmla="*/ 0 w 1146253"/>
                    <a:gd name="connsiteY0" fmla="*/ 425737 h 425737"/>
                    <a:gd name="connsiteX1" fmla="*/ 175114 w 1146253"/>
                    <a:gd name="connsiteY1" fmla="*/ 230761 h 425737"/>
                    <a:gd name="connsiteX2" fmla="*/ 971151 w 1146253"/>
                    <a:gd name="connsiteY2" fmla="*/ 9249 h 425737"/>
                    <a:gd name="connsiteX3" fmla="*/ 1146253 w 1146253"/>
                    <a:gd name="connsiteY3" fmla="*/ 409256 h 425737"/>
                    <a:gd name="connsiteX0" fmla="*/ 0 w 1146253"/>
                    <a:gd name="connsiteY0" fmla="*/ 491678 h 491678"/>
                    <a:gd name="connsiteX1" fmla="*/ 175114 w 1146253"/>
                    <a:gd name="connsiteY1" fmla="*/ 296702 h 491678"/>
                    <a:gd name="connsiteX2" fmla="*/ 812956 w 1146253"/>
                    <a:gd name="connsiteY2" fmla="*/ 7539 h 491678"/>
                    <a:gd name="connsiteX3" fmla="*/ 1146253 w 1146253"/>
                    <a:gd name="connsiteY3" fmla="*/ 475197 h 491678"/>
                    <a:gd name="connsiteX0" fmla="*/ 0 w 1146253"/>
                    <a:gd name="connsiteY0" fmla="*/ 484139 h 484139"/>
                    <a:gd name="connsiteX1" fmla="*/ 175114 w 1146253"/>
                    <a:gd name="connsiteY1" fmla="*/ 289163 h 484139"/>
                    <a:gd name="connsiteX2" fmla="*/ 812956 w 1146253"/>
                    <a:gd name="connsiteY2" fmla="*/ 0 h 484139"/>
                    <a:gd name="connsiteX3" fmla="*/ 1146253 w 1146253"/>
                    <a:gd name="connsiteY3" fmla="*/ 467658 h 484139"/>
                    <a:gd name="connsiteX0" fmla="*/ 0 w 1146253"/>
                    <a:gd name="connsiteY0" fmla="*/ 484139 h 484139"/>
                    <a:gd name="connsiteX1" fmla="*/ 175114 w 1146253"/>
                    <a:gd name="connsiteY1" fmla="*/ 289163 h 484139"/>
                    <a:gd name="connsiteX2" fmla="*/ 812956 w 1146253"/>
                    <a:gd name="connsiteY2" fmla="*/ 0 h 484139"/>
                    <a:gd name="connsiteX3" fmla="*/ 1146253 w 1146253"/>
                    <a:gd name="connsiteY3" fmla="*/ 467658 h 484139"/>
                    <a:gd name="connsiteX0" fmla="*/ 0 w 1146253"/>
                    <a:gd name="connsiteY0" fmla="*/ 484139 h 484139"/>
                    <a:gd name="connsiteX1" fmla="*/ 175114 w 1146253"/>
                    <a:gd name="connsiteY1" fmla="*/ 289163 h 484139"/>
                    <a:gd name="connsiteX2" fmla="*/ 812956 w 1146253"/>
                    <a:gd name="connsiteY2" fmla="*/ 0 h 484139"/>
                    <a:gd name="connsiteX3" fmla="*/ 1146253 w 1146253"/>
                    <a:gd name="connsiteY3" fmla="*/ 467658 h 484139"/>
                    <a:gd name="connsiteX0" fmla="*/ 0 w 1146253"/>
                    <a:gd name="connsiteY0" fmla="*/ 484139 h 484139"/>
                    <a:gd name="connsiteX1" fmla="*/ 175114 w 1146253"/>
                    <a:gd name="connsiteY1" fmla="*/ 289163 h 484139"/>
                    <a:gd name="connsiteX2" fmla="*/ 812956 w 1146253"/>
                    <a:gd name="connsiteY2" fmla="*/ 0 h 484139"/>
                    <a:gd name="connsiteX3" fmla="*/ 1146253 w 1146253"/>
                    <a:gd name="connsiteY3" fmla="*/ 467658 h 484139"/>
                    <a:gd name="connsiteX0" fmla="*/ 0 w 1146253"/>
                    <a:gd name="connsiteY0" fmla="*/ 484139 h 484139"/>
                    <a:gd name="connsiteX1" fmla="*/ 158816 w 1146253"/>
                    <a:gd name="connsiteY1" fmla="*/ 239602 h 484139"/>
                    <a:gd name="connsiteX2" fmla="*/ 812956 w 1146253"/>
                    <a:gd name="connsiteY2" fmla="*/ 0 h 484139"/>
                    <a:gd name="connsiteX3" fmla="*/ 1146253 w 1146253"/>
                    <a:gd name="connsiteY3" fmla="*/ 467658 h 484139"/>
                    <a:gd name="connsiteX0" fmla="*/ 0 w 1146253"/>
                    <a:gd name="connsiteY0" fmla="*/ 484139 h 484139"/>
                    <a:gd name="connsiteX1" fmla="*/ 158816 w 1146253"/>
                    <a:gd name="connsiteY1" fmla="*/ 239602 h 484139"/>
                    <a:gd name="connsiteX2" fmla="*/ 812956 w 1146253"/>
                    <a:gd name="connsiteY2" fmla="*/ 0 h 484139"/>
                    <a:gd name="connsiteX3" fmla="*/ 1146253 w 1146253"/>
                    <a:gd name="connsiteY3" fmla="*/ 467658 h 484139"/>
                    <a:gd name="connsiteX0" fmla="*/ 0 w 1146253"/>
                    <a:gd name="connsiteY0" fmla="*/ 484139 h 484139"/>
                    <a:gd name="connsiteX1" fmla="*/ 158816 w 1146253"/>
                    <a:gd name="connsiteY1" fmla="*/ 239602 h 484139"/>
                    <a:gd name="connsiteX2" fmla="*/ 812956 w 1146253"/>
                    <a:gd name="connsiteY2" fmla="*/ 0 h 484139"/>
                    <a:gd name="connsiteX3" fmla="*/ 1146253 w 1146253"/>
                    <a:gd name="connsiteY3" fmla="*/ 467658 h 484139"/>
                    <a:gd name="connsiteX0" fmla="*/ 0 w 1146253"/>
                    <a:gd name="connsiteY0" fmla="*/ 484139 h 484139"/>
                    <a:gd name="connsiteX1" fmla="*/ 812956 w 1146253"/>
                    <a:gd name="connsiteY1" fmla="*/ 0 h 484139"/>
                    <a:gd name="connsiteX2" fmla="*/ 1146253 w 1146253"/>
                    <a:gd name="connsiteY2" fmla="*/ 467658 h 484139"/>
                    <a:gd name="connsiteX0" fmla="*/ 0 w 1146253"/>
                    <a:gd name="connsiteY0" fmla="*/ 592554 h 592554"/>
                    <a:gd name="connsiteX1" fmla="*/ 840118 w 1146253"/>
                    <a:gd name="connsiteY1" fmla="*/ 0 h 592554"/>
                    <a:gd name="connsiteX2" fmla="*/ 1146253 w 1146253"/>
                    <a:gd name="connsiteY2" fmla="*/ 576073 h 592554"/>
                    <a:gd name="connsiteX0" fmla="*/ 0 w 1146253"/>
                    <a:gd name="connsiteY0" fmla="*/ 394309 h 394309"/>
                    <a:gd name="connsiteX1" fmla="*/ 986797 w 1146253"/>
                    <a:gd name="connsiteY1" fmla="*/ 0 h 394309"/>
                    <a:gd name="connsiteX2" fmla="*/ 1146253 w 1146253"/>
                    <a:gd name="connsiteY2" fmla="*/ 377828 h 394309"/>
                    <a:gd name="connsiteX0" fmla="*/ 0 w 1146253"/>
                    <a:gd name="connsiteY0" fmla="*/ 396358 h 396358"/>
                    <a:gd name="connsiteX1" fmla="*/ 329457 w 1146253"/>
                    <a:gd name="connsiteY1" fmla="*/ 236225 h 396358"/>
                    <a:gd name="connsiteX2" fmla="*/ 986797 w 1146253"/>
                    <a:gd name="connsiteY2" fmla="*/ 2049 h 396358"/>
                    <a:gd name="connsiteX3" fmla="*/ 1146253 w 1146253"/>
                    <a:gd name="connsiteY3" fmla="*/ 379877 h 396358"/>
                    <a:gd name="connsiteX0" fmla="*/ 0 w 1146253"/>
                    <a:gd name="connsiteY0" fmla="*/ 397090 h 397090"/>
                    <a:gd name="connsiteX1" fmla="*/ 166480 w 1146253"/>
                    <a:gd name="connsiteY1" fmla="*/ 181200 h 397090"/>
                    <a:gd name="connsiteX2" fmla="*/ 986797 w 1146253"/>
                    <a:gd name="connsiteY2" fmla="*/ 2781 h 397090"/>
                    <a:gd name="connsiteX3" fmla="*/ 1146253 w 1146253"/>
                    <a:gd name="connsiteY3" fmla="*/ 380609 h 397090"/>
                    <a:gd name="connsiteX0" fmla="*/ 0 w 1146253"/>
                    <a:gd name="connsiteY0" fmla="*/ 395886 h 395886"/>
                    <a:gd name="connsiteX1" fmla="*/ 166480 w 1146253"/>
                    <a:gd name="connsiteY1" fmla="*/ 179996 h 395886"/>
                    <a:gd name="connsiteX2" fmla="*/ 986797 w 1146253"/>
                    <a:gd name="connsiteY2" fmla="*/ 1577 h 395886"/>
                    <a:gd name="connsiteX3" fmla="*/ 1146253 w 1146253"/>
                    <a:gd name="connsiteY3" fmla="*/ 379405 h 395886"/>
                    <a:gd name="connsiteX0" fmla="*/ 95212 w 1241465"/>
                    <a:gd name="connsiteY0" fmla="*/ 395886 h 395886"/>
                    <a:gd name="connsiteX1" fmla="*/ 261692 w 1241465"/>
                    <a:gd name="connsiteY1" fmla="*/ 179996 h 395886"/>
                    <a:gd name="connsiteX2" fmla="*/ 1082009 w 1241465"/>
                    <a:gd name="connsiteY2" fmla="*/ 1577 h 395886"/>
                    <a:gd name="connsiteX3" fmla="*/ 1241465 w 1241465"/>
                    <a:gd name="connsiteY3" fmla="*/ 379405 h 395886"/>
                    <a:gd name="connsiteX0" fmla="*/ 0 w 1146253"/>
                    <a:gd name="connsiteY0" fmla="*/ 396431 h 396431"/>
                    <a:gd name="connsiteX1" fmla="*/ 166480 w 1146253"/>
                    <a:gd name="connsiteY1" fmla="*/ 180541 h 396431"/>
                    <a:gd name="connsiteX2" fmla="*/ 986797 w 1146253"/>
                    <a:gd name="connsiteY2" fmla="*/ 2122 h 396431"/>
                    <a:gd name="connsiteX3" fmla="*/ 1146253 w 1146253"/>
                    <a:gd name="connsiteY3" fmla="*/ 379950 h 396431"/>
                    <a:gd name="connsiteX0" fmla="*/ 0 w 1146253"/>
                    <a:gd name="connsiteY0" fmla="*/ 395863 h 395863"/>
                    <a:gd name="connsiteX1" fmla="*/ 334889 w 1146253"/>
                    <a:gd name="connsiteY1" fmla="*/ 254315 h 395863"/>
                    <a:gd name="connsiteX2" fmla="*/ 986797 w 1146253"/>
                    <a:gd name="connsiteY2" fmla="*/ 1554 h 395863"/>
                    <a:gd name="connsiteX3" fmla="*/ 1146253 w 1146253"/>
                    <a:gd name="connsiteY3" fmla="*/ 379382 h 395863"/>
                    <a:gd name="connsiteX0" fmla="*/ 0 w 1146253"/>
                    <a:gd name="connsiteY0" fmla="*/ 395506 h 395506"/>
                    <a:gd name="connsiteX1" fmla="*/ 334889 w 1146253"/>
                    <a:gd name="connsiteY1" fmla="*/ 253958 h 395506"/>
                    <a:gd name="connsiteX2" fmla="*/ 986797 w 1146253"/>
                    <a:gd name="connsiteY2" fmla="*/ 1197 h 395506"/>
                    <a:gd name="connsiteX3" fmla="*/ 1146253 w 1146253"/>
                    <a:gd name="connsiteY3" fmla="*/ 379025 h 395506"/>
                    <a:gd name="connsiteX0" fmla="*/ 0 w 1146253"/>
                    <a:gd name="connsiteY0" fmla="*/ 395581 h 395581"/>
                    <a:gd name="connsiteX1" fmla="*/ 334889 w 1146253"/>
                    <a:gd name="connsiteY1" fmla="*/ 254033 h 395581"/>
                    <a:gd name="connsiteX2" fmla="*/ 986797 w 1146253"/>
                    <a:gd name="connsiteY2" fmla="*/ 1272 h 395581"/>
                    <a:gd name="connsiteX3" fmla="*/ 1146253 w 1146253"/>
                    <a:gd name="connsiteY3" fmla="*/ 379100 h 395581"/>
                    <a:gd name="connsiteX0" fmla="*/ 0 w 1146253"/>
                    <a:gd name="connsiteY0" fmla="*/ 395695 h 395695"/>
                    <a:gd name="connsiteX1" fmla="*/ 242536 w 1146253"/>
                    <a:gd name="connsiteY1" fmla="*/ 226269 h 395695"/>
                    <a:gd name="connsiteX2" fmla="*/ 986797 w 1146253"/>
                    <a:gd name="connsiteY2" fmla="*/ 1386 h 395695"/>
                    <a:gd name="connsiteX3" fmla="*/ 1146253 w 1146253"/>
                    <a:gd name="connsiteY3" fmla="*/ 379214 h 395695"/>
                    <a:gd name="connsiteX0" fmla="*/ 0 w 1146253"/>
                    <a:gd name="connsiteY0" fmla="*/ 399523 h 399523"/>
                    <a:gd name="connsiteX1" fmla="*/ 242536 w 1146253"/>
                    <a:gd name="connsiteY1" fmla="*/ 230097 h 399523"/>
                    <a:gd name="connsiteX2" fmla="*/ 899876 w 1146253"/>
                    <a:gd name="connsiteY2" fmla="*/ 2116 h 399523"/>
                    <a:gd name="connsiteX3" fmla="*/ 1146253 w 1146253"/>
                    <a:gd name="connsiteY3" fmla="*/ 383042 h 399523"/>
                    <a:gd name="connsiteX0" fmla="*/ 0 w 1146253"/>
                    <a:gd name="connsiteY0" fmla="*/ 398796 h 398796"/>
                    <a:gd name="connsiteX1" fmla="*/ 242536 w 1146253"/>
                    <a:gd name="connsiteY1" fmla="*/ 229370 h 398796"/>
                    <a:gd name="connsiteX2" fmla="*/ 899876 w 1146253"/>
                    <a:gd name="connsiteY2" fmla="*/ 1389 h 398796"/>
                    <a:gd name="connsiteX3" fmla="*/ 1146253 w 1146253"/>
                    <a:gd name="connsiteY3" fmla="*/ 382315 h 398796"/>
                    <a:gd name="connsiteX0" fmla="*/ 0 w 1146253"/>
                    <a:gd name="connsiteY0" fmla="*/ 398873 h 398873"/>
                    <a:gd name="connsiteX1" fmla="*/ 242536 w 1146253"/>
                    <a:gd name="connsiteY1" fmla="*/ 229447 h 398873"/>
                    <a:gd name="connsiteX2" fmla="*/ 899876 w 1146253"/>
                    <a:gd name="connsiteY2" fmla="*/ 1466 h 398873"/>
                    <a:gd name="connsiteX3" fmla="*/ 1146253 w 1146253"/>
                    <a:gd name="connsiteY3" fmla="*/ 382392 h 398873"/>
                    <a:gd name="connsiteX0" fmla="*/ 0 w 1146253"/>
                    <a:gd name="connsiteY0" fmla="*/ 398550 h 398550"/>
                    <a:gd name="connsiteX1" fmla="*/ 250788 w 1146253"/>
                    <a:gd name="connsiteY1" fmla="*/ 312156 h 398550"/>
                    <a:gd name="connsiteX2" fmla="*/ 899876 w 1146253"/>
                    <a:gd name="connsiteY2" fmla="*/ 1143 h 398550"/>
                    <a:gd name="connsiteX3" fmla="*/ 1146253 w 1146253"/>
                    <a:gd name="connsiteY3" fmla="*/ 382069 h 398550"/>
                    <a:gd name="connsiteX0" fmla="*/ 0 w 1146253"/>
                    <a:gd name="connsiteY0" fmla="*/ 397407 h 397407"/>
                    <a:gd name="connsiteX1" fmla="*/ 899876 w 1146253"/>
                    <a:gd name="connsiteY1" fmla="*/ 0 h 397407"/>
                    <a:gd name="connsiteX2" fmla="*/ 1146253 w 1146253"/>
                    <a:gd name="connsiteY2" fmla="*/ 380926 h 397407"/>
                    <a:gd name="connsiteX0" fmla="*/ 0 w 552167"/>
                    <a:gd name="connsiteY0" fmla="*/ 405710 h 405710"/>
                    <a:gd name="connsiteX1" fmla="*/ 305790 w 552167"/>
                    <a:gd name="connsiteY1" fmla="*/ 0 h 405710"/>
                    <a:gd name="connsiteX2" fmla="*/ 552167 w 552167"/>
                    <a:gd name="connsiteY2" fmla="*/ 380926 h 405710"/>
                    <a:gd name="connsiteX0" fmla="*/ 0 w 552167"/>
                    <a:gd name="connsiteY0" fmla="*/ 405710 h 405710"/>
                    <a:gd name="connsiteX1" fmla="*/ 305790 w 552167"/>
                    <a:gd name="connsiteY1" fmla="*/ 0 h 405710"/>
                    <a:gd name="connsiteX2" fmla="*/ 552167 w 552167"/>
                    <a:gd name="connsiteY2" fmla="*/ 404297 h 405710"/>
                    <a:gd name="connsiteX0" fmla="*/ 0 w 556530"/>
                    <a:gd name="connsiteY0" fmla="*/ 405710 h 414920"/>
                    <a:gd name="connsiteX1" fmla="*/ 305790 w 556530"/>
                    <a:gd name="connsiteY1" fmla="*/ 0 h 414920"/>
                    <a:gd name="connsiteX2" fmla="*/ 556530 w 556530"/>
                    <a:gd name="connsiteY2" fmla="*/ 414920 h 414920"/>
                    <a:gd name="connsiteX0" fmla="*/ 0 w 556530"/>
                    <a:gd name="connsiteY0" fmla="*/ 405710 h 414920"/>
                    <a:gd name="connsiteX1" fmla="*/ 305790 w 556530"/>
                    <a:gd name="connsiteY1" fmla="*/ 0 h 414920"/>
                    <a:gd name="connsiteX2" fmla="*/ 556530 w 556530"/>
                    <a:gd name="connsiteY2" fmla="*/ 414920 h 414920"/>
                    <a:gd name="connsiteX0" fmla="*/ 0 w 556530"/>
                    <a:gd name="connsiteY0" fmla="*/ 405710 h 414920"/>
                    <a:gd name="connsiteX1" fmla="*/ 292700 w 556530"/>
                    <a:gd name="connsiteY1" fmla="*/ 0 h 414920"/>
                    <a:gd name="connsiteX2" fmla="*/ 556530 w 556530"/>
                    <a:gd name="connsiteY2" fmla="*/ 414920 h 414920"/>
                    <a:gd name="connsiteX0" fmla="*/ 0 w 556530"/>
                    <a:gd name="connsiteY0" fmla="*/ 405710 h 414920"/>
                    <a:gd name="connsiteX1" fmla="*/ 292700 w 556530"/>
                    <a:gd name="connsiteY1" fmla="*/ 0 h 414920"/>
                    <a:gd name="connsiteX2" fmla="*/ 556530 w 556530"/>
                    <a:gd name="connsiteY2" fmla="*/ 414920 h 414920"/>
                    <a:gd name="connsiteX0" fmla="*/ 0 w 556530"/>
                    <a:gd name="connsiteY0" fmla="*/ 405710 h 414920"/>
                    <a:gd name="connsiteX1" fmla="*/ 292700 w 556530"/>
                    <a:gd name="connsiteY1" fmla="*/ 0 h 414920"/>
                    <a:gd name="connsiteX2" fmla="*/ 556530 w 556530"/>
                    <a:gd name="connsiteY2" fmla="*/ 414920 h 414920"/>
                    <a:gd name="connsiteX0" fmla="*/ 0 w 556530"/>
                    <a:gd name="connsiteY0" fmla="*/ 405710 h 405710"/>
                    <a:gd name="connsiteX1" fmla="*/ 292700 w 556530"/>
                    <a:gd name="connsiteY1" fmla="*/ 0 h 405710"/>
                    <a:gd name="connsiteX2" fmla="*/ 556530 w 556530"/>
                    <a:gd name="connsiteY2" fmla="*/ 402172 h 405710"/>
                    <a:gd name="connsiteX0" fmla="*/ 0 w 560893"/>
                    <a:gd name="connsiteY0" fmla="*/ 405710 h 414920"/>
                    <a:gd name="connsiteX1" fmla="*/ 292700 w 560893"/>
                    <a:gd name="connsiteY1" fmla="*/ 0 h 414920"/>
                    <a:gd name="connsiteX2" fmla="*/ 560893 w 560893"/>
                    <a:gd name="connsiteY2" fmla="*/ 414920 h 414920"/>
                    <a:gd name="connsiteX0" fmla="*/ 0 w 556530"/>
                    <a:gd name="connsiteY0" fmla="*/ 405710 h 405710"/>
                    <a:gd name="connsiteX1" fmla="*/ 292700 w 556530"/>
                    <a:gd name="connsiteY1" fmla="*/ 0 h 405710"/>
                    <a:gd name="connsiteX2" fmla="*/ 556530 w 556530"/>
                    <a:gd name="connsiteY2" fmla="*/ 404297 h 4057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556530" h="405710">
                      <a:moveTo>
                        <a:pt x="0" y="405710"/>
                      </a:moveTo>
                      <a:cubicBezTo>
                        <a:pt x="95840" y="293173"/>
                        <a:pt x="162747" y="623"/>
                        <a:pt x="292700" y="0"/>
                      </a:cubicBezTo>
                      <a:cubicBezTo>
                        <a:pt x="428711" y="6078"/>
                        <a:pt x="506998" y="325994"/>
                        <a:pt x="556530" y="404297"/>
                      </a:cubicBezTo>
                    </a:path>
                  </a:pathLst>
                </a:custGeom>
                <a:gradFill flip="none" rotWithShape="1">
                  <a:gsLst>
                    <a:gs pos="0">
                      <a:srgbClr val="DA4035"/>
                    </a:gs>
                    <a:gs pos="100000">
                      <a:srgbClr val="F7FCC9"/>
                    </a:gs>
                    <a:gs pos="61000">
                      <a:srgbClr val="FEEC9D"/>
                    </a:gs>
                  </a:gsLst>
                  <a:lin ang="10800000" scaled="1"/>
                  <a:tileRect/>
                </a:gradFill>
                <a:ln w="127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A" dirty="0"/>
                </a:p>
              </p:txBody>
            </p:sp>
            <p:sp>
              <p:nvSpPr>
                <p:cNvPr id="9" name="Freeform 8">
                  <a:extLst>
                    <a:ext uri="{FF2B5EF4-FFF2-40B4-BE49-F238E27FC236}">
                      <a16:creationId xmlns:a16="http://schemas.microsoft.com/office/drawing/2014/main" id="{627DC200-7AE5-A4F7-934B-CDFF2B5FCB42}"/>
                    </a:ext>
                  </a:extLst>
                </p:cNvPr>
                <p:cNvSpPr/>
                <p:nvPr/>
              </p:nvSpPr>
              <p:spPr>
                <a:xfrm flipH="1">
                  <a:off x="4982037" y="2257063"/>
                  <a:ext cx="670252" cy="1111202"/>
                </a:xfrm>
                <a:custGeom>
                  <a:avLst/>
                  <a:gdLst>
                    <a:gd name="connsiteX0" fmla="*/ 0 w 914400"/>
                    <a:gd name="connsiteY0" fmla="*/ 950271 h 968201"/>
                    <a:gd name="connsiteX1" fmla="*/ 376518 w 914400"/>
                    <a:gd name="connsiteY1" fmla="*/ 13 h 968201"/>
                    <a:gd name="connsiteX2" fmla="*/ 896470 w 914400"/>
                    <a:gd name="connsiteY2" fmla="*/ 968201 h 968201"/>
                    <a:gd name="connsiteX3" fmla="*/ 896470 w 914400"/>
                    <a:gd name="connsiteY3" fmla="*/ 968201 h 968201"/>
                    <a:gd name="connsiteX4" fmla="*/ 914400 w 914400"/>
                    <a:gd name="connsiteY4" fmla="*/ 968201 h 968201"/>
                    <a:gd name="connsiteX0" fmla="*/ 0 w 914400"/>
                    <a:gd name="connsiteY0" fmla="*/ 791293 h 809223"/>
                    <a:gd name="connsiteX1" fmla="*/ 439628 w 914400"/>
                    <a:gd name="connsiteY1" fmla="*/ 21 h 809223"/>
                    <a:gd name="connsiteX2" fmla="*/ 896470 w 914400"/>
                    <a:gd name="connsiteY2" fmla="*/ 809223 h 809223"/>
                    <a:gd name="connsiteX3" fmla="*/ 896470 w 914400"/>
                    <a:gd name="connsiteY3" fmla="*/ 809223 h 809223"/>
                    <a:gd name="connsiteX4" fmla="*/ 914400 w 914400"/>
                    <a:gd name="connsiteY4" fmla="*/ 809223 h 809223"/>
                    <a:gd name="connsiteX0" fmla="*/ 0 w 914400"/>
                    <a:gd name="connsiteY0" fmla="*/ 876926 h 894856"/>
                    <a:gd name="connsiteX1" fmla="*/ 439628 w 914400"/>
                    <a:gd name="connsiteY1" fmla="*/ 85654 h 894856"/>
                    <a:gd name="connsiteX2" fmla="*/ 896470 w 914400"/>
                    <a:gd name="connsiteY2" fmla="*/ 894856 h 894856"/>
                    <a:gd name="connsiteX3" fmla="*/ 896470 w 914400"/>
                    <a:gd name="connsiteY3" fmla="*/ 894856 h 894856"/>
                    <a:gd name="connsiteX4" fmla="*/ 914400 w 914400"/>
                    <a:gd name="connsiteY4" fmla="*/ 894856 h 894856"/>
                    <a:gd name="connsiteX0" fmla="*/ 0 w 914400"/>
                    <a:gd name="connsiteY0" fmla="*/ 918291 h 936221"/>
                    <a:gd name="connsiteX1" fmla="*/ 547770 w 914400"/>
                    <a:gd name="connsiteY1" fmla="*/ 83236 h 936221"/>
                    <a:gd name="connsiteX2" fmla="*/ 896470 w 914400"/>
                    <a:gd name="connsiteY2" fmla="*/ 936221 h 936221"/>
                    <a:gd name="connsiteX3" fmla="*/ 896470 w 914400"/>
                    <a:gd name="connsiteY3" fmla="*/ 936221 h 936221"/>
                    <a:gd name="connsiteX4" fmla="*/ 914400 w 914400"/>
                    <a:gd name="connsiteY4" fmla="*/ 936221 h 936221"/>
                    <a:gd name="connsiteX0" fmla="*/ 0 w 914400"/>
                    <a:gd name="connsiteY0" fmla="*/ 835213 h 853143"/>
                    <a:gd name="connsiteX1" fmla="*/ 547770 w 914400"/>
                    <a:gd name="connsiteY1" fmla="*/ 158 h 853143"/>
                    <a:gd name="connsiteX2" fmla="*/ 896470 w 914400"/>
                    <a:gd name="connsiteY2" fmla="*/ 853143 h 853143"/>
                    <a:gd name="connsiteX3" fmla="*/ 896470 w 914400"/>
                    <a:gd name="connsiteY3" fmla="*/ 853143 h 853143"/>
                    <a:gd name="connsiteX4" fmla="*/ 914400 w 914400"/>
                    <a:gd name="connsiteY4" fmla="*/ 853143 h 853143"/>
                    <a:gd name="connsiteX0" fmla="*/ 0 w 914400"/>
                    <a:gd name="connsiteY0" fmla="*/ 791451 h 809381"/>
                    <a:gd name="connsiteX1" fmla="*/ 640463 w 914400"/>
                    <a:gd name="connsiteY1" fmla="*/ 179 h 809381"/>
                    <a:gd name="connsiteX2" fmla="*/ 896470 w 914400"/>
                    <a:gd name="connsiteY2" fmla="*/ 809381 h 809381"/>
                    <a:gd name="connsiteX3" fmla="*/ 896470 w 914400"/>
                    <a:gd name="connsiteY3" fmla="*/ 809381 h 809381"/>
                    <a:gd name="connsiteX4" fmla="*/ 914400 w 914400"/>
                    <a:gd name="connsiteY4" fmla="*/ 809381 h 809381"/>
                    <a:gd name="connsiteX0" fmla="*/ 0 w 914400"/>
                    <a:gd name="connsiteY0" fmla="*/ 813339 h 831269"/>
                    <a:gd name="connsiteX1" fmla="*/ 640463 w 914400"/>
                    <a:gd name="connsiteY1" fmla="*/ 22067 h 831269"/>
                    <a:gd name="connsiteX2" fmla="*/ 896470 w 914400"/>
                    <a:gd name="connsiteY2" fmla="*/ 831269 h 831269"/>
                    <a:gd name="connsiteX3" fmla="*/ 896470 w 914400"/>
                    <a:gd name="connsiteY3" fmla="*/ 831269 h 831269"/>
                    <a:gd name="connsiteX4" fmla="*/ 914400 w 914400"/>
                    <a:gd name="connsiteY4" fmla="*/ 831269 h 831269"/>
                    <a:gd name="connsiteX0" fmla="*/ 0 w 914400"/>
                    <a:gd name="connsiteY0" fmla="*/ 827648 h 845578"/>
                    <a:gd name="connsiteX1" fmla="*/ 424180 w 914400"/>
                    <a:gd name="connsiteY1" fmla="*/ 21781 h 845578"/>
                    <a:gd name="connsiteX2" fmla="*/ 896470 w 914400"/>
                    <a:gd name="connsiteY2" fmla="*/ 845578 h 845578"/>
                    <a:gd name="connsiteX3" fmla="*/ 896470 w 914400"/>
                    <a:gd name="connsiteY3" fmla="*/ 845578 h 845578"/>
                    <a:gd name="connsiteX4" fmla="*/ 914400 w 914400"/>
                    <a:gd name="connsiteY4" fmla="*/ 845578 h 845578"/>
                    <a:gd name="connsiteX0" fmla="*/ 0 w 914400"/>
                    <a:gd name="connsiteY0" fmla="*/ 806228 h 824158"/>
                    <a:gd name="connsiteX1" fmla="*/ 424180 w 914400"/>
                    <a:gd name="connsiteY1" fmla="*/ 361 h 824158"/>
                    <a:gd name="connsiteX2" fmla="*/ 896470 w 914400"/>
                    <a:gd name="connsiteY2" fmla="*/ 824158 h 824158"/>
                    <a:gd name="connsiteX3" fmla="*/ 896470 w 914400"/>
                    <a:gd name="connsiteY3" fmla="*/ 824158 h 824158"/>
                    <a:gd name="connsiteX4" fmla="*/ 914400 w 914400"/>
                    <a:gd name="connsiteY4" fmla="*/ 824158 h 824158"/>
                    <a:gd name="connsiteX0" fmla="*/ 0 w 914400"/>
                    <a:gd name="connsiteY0" fmla="*/ 879172 h 897102"/>
                    <a:gd name="connsiteX1" fmla="*/ 455077 w 914400"/>
                    <a:gd name="connsiteY1" fmla="*/ 332 h 897102"/>
                    <a:gd name="connsiteX2" fmla="*/ 896470 w 914400"/>
                    <a:gd name="connsiteY2" fmla="*/ 897102 h 897102"/>
                    <a:gd name="connsiteX3" fmla="*/ 896470 w 914400"/>
                    <a:gd name="connsiteY3" fmla="*/ 897102 h 897102"/>
                    <a:gd name="connsiteX4" fmla="*/ 914400 w 914400"/>
                    <a:gd name="connsiteY4" fmla="*/ 897102 h 897102"/>
                    <a:gd name="connsiteX0" fmla="*/ 0 w 1115234"/>
                    <a:gd name="connsiteY0" fmla="*/ 879172 h 897102"/>
                    <a:gd name="connsiteX1" fmla="*/ 455077 w 1115234"/>
                    <a:gd name="connsiteY1" fmla="*/ 332 h 897102"/>
                    <a:gd name="connsiteX2" fmla="*/ 896470 w 1115234"/>
                    <a:gd name="connsiteY2" fmla="*/ 897102 h 897102"/>
                    <a:gd name="connsiteX3" fmla="*/ 896470 w 1115234"/>
                    <a:gd name="connsiteY3" fmla="*/ 897102 h 897102"/>
                    <a:gd name="connsiteX4" fmla="*/ 1115234 w 1115234"/>
                    <a:gd name="connsiteY4" fmla="*/ 882507 h 897102"/>
                    <a:gd name="connsiteX0" fmla="*/ 0 w 1115234"/>
                    <a:gd name="connsiteY0" fmla="*/ 879172 h 897102"/>
                    <a:gd name="connsiteX1" fmla="*/ 455077 w 1115234"/>
                    <a:gd name="connsiteY1" fmla="*/ 332 h 897102"/>
                    <a:gd name="connsiteX2" fmla="*/ 896470 w 1115234"/>
                    <a:gd name="connsiteY2" fmla="*/ 897102 h 897102"/>
                    <a:gd name="connsiteX3" fmla="*/ 1081855 w 1115234"/>
                    <a:gd name="connsiteY3" fmla="*/ 882508 h 897102"/>
                    <a:gd name="connsiteX4" fmla="*/ 1115234 w 1115234"/>
                    <a:gd name="connsiteY4" fmla="*/ 882507 h 897102"/>
                    <a:gd name="connsiteX0" fmla="*/ 0 w 1115234"/>
                    <a:gd name="connsiteY0" fmla="*/ 878948 h 882284"/>
                    <a:gd name="connsiteX1" fmla="*/ 455077 w 1115234"/>
                    <a:gd name="connsiteY1" fmla="*/ 108 h 882284"/>
                    <a:gd name="connsiteX2" fmla="*/ 1057788 w 1115234"/>
                    <a:gd name="connsiteY2" fmla="*/ 813307 h 882284"/>
                    <a:gd name="connsiteX3" fmla="*/ 1081855 w 1115234"/>
                    <a:gd name="connsiteY3" fmla="*/ 882284 h 882284"/>
                    <a:gd name="connsiteX4" fmla="*/ 1115234 w 1115234"/>
                    <a:gd name="connsiteY4" fmla="*/ 882283 h 882284"/>
                    <a:gd name="connsiteX0" fmla="*/ 0 w 1141253"/>
                    <a:gd name="connsiteY0" fmla="*/ 878948 h 882284"/>
                    <a:gd name="connsiteX1" fmla="*/ 455077 w 1141253"/>
                    <a:gd name="connsiteY1" fmla="*/ 108 h 882284"/>
                    <a:gd name="connsiteX2" fmla="*/ 1057788 w 1141253"/>
                    <a:gd name="connsiteY2" fmla="*/ 813307 h 882284"/>
                    <a:gd name="connsiteX3" fmla="*/ 1081855 w 1141253"/>
                    <a:gd name="connsiteY3" fmla="*/ 882284 h 882284"/>
                    <a:gd name="connsiteX4" fmla="*/ 1141253 w 1141253"/>
                    <a:gd name="connsiteY4" fmla="*/ 862619 h 882284"/>
                    <a:gd name="connsiteX0" fmla="*/ 0 w 1081855"/>
                    <a:gd name="connsiteY0" fmla="*/ 878948 h 882284"/>
                    <a:gd name="connsiteX1" fmla="*/ 455077 w 1081855"/>
                    <a:gd name="connsiteY1" fmla="*/ 108 h 882284"/>
                    <a:gd name="connsiteX2" fmla="*/ 1057788 w 1081855"/>
                    <a:gd name="connsiteY2" fmla="*/ 813307 h 882284"/>
                    <a:gd name="connsiteX3" fmla="*/ 1081855 w 1081855"/>
                    <a:gd name="connsiteY3" fmla="*/ 882284 h 882284"/>
                    <a:gd name="connsiteX0" fmla="*/ 0 w 1057788"/>
                    <a:gd name="connsiteY0" fmla="*/ 878948 h 878948"/>
                    <a:gd name="connsiteX1" fmla="*/ 455077 w 1057788"/>
                    <a:gd name="connsiteY1" fmla="*/ 108 h 878948"/>
                    <a:gd name="connsiteX2" fmla="*/ 1057788 w 1057788"/>
                    <a:gd name="connsiteY2" fmla="*/ 813307 h 878948"/>
                    <a:gd name="connsiteX0" fmla="*/ 0 w 1146253"/>
                    <a:gd name="connsiteY0" fmla="*/ 878847 h 878847"/>
                    <a:gd name="connsiteX1" fmla="*/ 455077 w 1146253"/>
                    <a:gd name="connsiteY1" fmla="*/ 7 h 878847"/>
                    <a:gd name="connsiteX2" fmla="*/ 1146253 w 1146253"/>
                    <a:gd name="connsiteY2" fmla="*/ 862366 h 878847"/>
                    <a:gd name="connsiteX0" fmla="*/ 0 w 1146253"/>
                    <a:gd name="connsiteY0" fmla="*/ 886730 h 886730"/>
                    <a:gd name="connsiteX1" fmla="*/ 455077 w 1146253"/>
                    <a:gd name="connsiteY1" fmla="*/ 7890 h 886730"/>
                    <a:gd name="connsiteX2" fmla="*/ 901419 w 1146253"/>
                    <a:gd name="connsiteY2" fmla="*/ 476918 h 886730"/>
                    <a:gd name="connsiteX3" fmla="*/ 1146253 w 1146253"/>
                    <a:gd name="connsiteY3" fmla="*/ 870249 h 886730"/>
                    <a:gd name="connsiteX0" fmla="*/ 0 w 1146253"/>
                    <a:gd name="connsiteY0" fmla="*/ 893192 h 893192"/>
                    <a:gd name="connsiteX1" fmla="*/ 455077 w 1146253"/>
                    <a:gd name="connsiteY1" fmla="*/ 14352 h 893192"/>
                    <a:gd name="connsiteX2" fmla="*/ 1005495 w 1146253"/>
                    <a:gd name="connsiteY2" fmla="*/ 385060 h 893192"/>
                    <a:gd name="connsiteX3" fmla="*/ 1146253 w 1146253"/>
                    <a:gd name="connsiteY3" fmla="*/ 876711 h 893192"/>
                    <a:gd name="connsiteX0" fmla="*/ 0 w 1146253"/>
                    <a:gd name="connsiteY0" fmla="*/ 888633 h 888633"/>
                    <a:gd name="connsiteX1" fmla="*/ 455077 w 1146253"/>
                    <a:gd name="connsiteY1" fmla="*/ 9793 h 888633"/>
                    <a:gd name="connsiteX2" fmla="*/ 1005495 w 1146253"/>
                    <a:gd name="connsiteY2" fmla="*/ 380501 h 888633"/>
                    <a:gd name="connsiteX3" fmla="*/ 1146253 w 1146253"/>
                    <a:gd name="connsiteY3" fmla="*/ 872152 h 888633"/>
                    <a:gd name="connsiteX0" fmla="*/ 0 w 1146253"/>
                    <a:gd name="connsiteY0" fmla="*/ 887498 h 887498"/>
                    <a:gd name="connsiteX1" fmla="*/ 455077 w 1146253"/>
                    <a:gd name="connsiteY1" fmla="*/ 8658 h 887498"/>
                    <a:gd name="connsiteX2" fmla="*/ 1005495 w 1146253"/>
                    <a:gd name="connsiteY2" fmla="*/ 379366 h 887498"/>
                    <a:gd name="connsiteX3" fmla="*/ 1146253 w 1146253"/>
                    <a:gd name="connsiteY3" fmla="*/ 871017 h 887498"/>
                    <a:gd name="connsiteX0" fmla="*/ 0 w 1146253"/>
                    <a:gd name="connsiteY0" fmla="*/ 887498 h 887498"/>
                    <a:gd name="connsiteX1" fmla="*/ 455077 w 1146253"/>
                    <a:gd name="connsiteY1" fmla="*/ 8658 h 887498"/>
                    <a:gd name="connsiteX2" fmla="*/ 1005495 w 1146253"/>
                    <a:gd name="connsiteY2" fmla="*/ 379366 h 887498"/>
                    <a:gd name="connsiteX3" fmla="*/ 1146253 w 1146253"/>
                    <a:gd name="connsiteY3" fmla="*/ 871017 h 887498"/>
                    <a:gd name="connsiteX0" fmla="*/ 0 w 1146253"/>
                    <a:gd name="connsiteY0" fmla="*/ 709220 h 709220"/>
                    <a:gd name="connsiteX1" fmla="*/ 335391 w 1146253"/>
                    <a:gd name="connsiteY1" fmla="*/ 12272 h 709220"/>
                    <a:gd name="connsiteX2" fmla="*/ 1005495 w 1146253"/>
                    <a:gd name="connsiteY2" fmla="*/ 201088 h 709220"/>
                    <a:gd name="connsiteX3" fmla="*/ 1146253 w 1146253"/>
                    <a:gd name="connsiteY3" fmla="*/ 692739 h 709220"/>
                    <a:gd name="connsiteX0" fmla="*/ 0 w 1146253"/>
                    <a:gd name="connsiteY0" fmla="*/ 709912 h 709912"/>
                    <a:gd name="connsiteX1" fmla="*/ 335391 w 1146253"/>
                    <a:gd name="connsiteY1" fmla="*/ 12964 h 709912"/>
                    <a:gd name="connsiteX2" fmla="*/ 911828 w 1146253"/>
                    <a:gd name="connsiteY2" fmla="*/ 191947 h 709912"/>
                    <a:gd name="connsiteX3" fmla="*/ 1146253 w 1146253"/>
                    <a:gd name="connsiteY3" fmla="*/ 693431 h 709912"/>
                    <a:gd name="connsiteX0" fmla="*/ 0 w 1146253"/>
                    <a:gd name="connsiteY0" fmla="*/ 709912 h 709912"/>
                    <a:gd name="connsiteX1" fmla="*/ 335391 w 1146253"/>
                    <a:gd name="connsiteY1" fmla="*/ 12964 h 709912"/>
                    <a:gd name="connsiteX2" fmla="*/ 911828 w 1146253"/>
                    <a:gd name="connsiteY2" fmla="*/ 191947 h 709912"/>
                    <a:gd name="connsiteX3" fmla="*/ 1146253 w 1146253"/>
                    <a:gd name="connsiteY3" fmla="*/ 693431 h 709912"/>
                    <a:gd name="connsiteX0" fmla="*/ 0 w 1146253"/>
                    <a:gd name="connsiteY0" fmla="*/ 717500 h 717500"/>
                    <a:gd name="connsiteX1" fmla="*/ 335391 w 1146253"/>
                    <a:gd name="connsiteY1" fmla="*/ 20552 h 717500"/>
                    <a:gd name="connsiteX2" fmla="*/ 911828 w 1146253"/>
                    <a:gd name="connsiteY2" fmla="*/ 199535 h 717500"/>
                    <a:gd name="connsiteX3" fmla="*/ 1146253 w 1146253"/>
                    <a:gd name="connsiteY3" fmla="*/ 701019 h 717500"/>
                    <a:gd name="connsiteX0" fmla="*/ 0 w 1146253"/>
                    <a:gd name="connsiteY0" fmla="*/ 530916 h 530916"/>
                    <a:gd name="connsiteX1" fmla="*/ 293761 w 1146253"/>
                    <a:gd name="connsiteY1" fmla="*/ 178088 h 530916"/>
                    <a:gd name="connsiteX2" fmla="*/ 911828 w 1146253"/>
                    <a:gd name="connsiteY2" fmla="*/ 12951 h 530916"/>
                    <a:gd name="connsiteX3" fmla="*/ 1146253 w 1146253"/>
                    <a:gd name="connsiteY3" fmla="*/ 514435 h 530916"/>
                    <a:gd name="connsiteX0" fmla="*/ 0 w 1146253"/>
                    <a:gd name="connsiteY0" fmla="*/ 533602 h 533602"/>
                    <a:gd name="connsiteX1" fmla="*/ 293761 w 1146253"/>
                    <a:gd name="connsiteY1" fmla="*/ 180774 h 533602"/>
                    <a:gd name="connsiteX2" fmla="*/ 911828 w 1146253"/>
                    <a:gd name="connsiteY2" fmla="*/ 15637 h 533602"/>
                    <a:gd name="connsiteX3" fmla="*/ 1146253 w 1146253"/>
                    <a:gd name="connsiteY3" fmla="*/ 517121 h 533602"/>
                    <a:gd name="connsiteX0" fmla="*/ 0 w 1146253"/>
                    <a:gd name="connsiteY0" fmla="*/ 527286 h 527286"/>
                    <a:gd name="connsiteX1" fmla="*/ 293761 w 1146253"/>
                    <a:gd name="connsiteY1" fmla="*/ 174458 h 527286"/>
                    <a:gd name="connsiteX2" fmla="*/ 911828 w 1146253"/>
                    <a:gd name="connsiteY2" fmla="*/ 9321 h 527286"/>
                    <a:gd name="connsiteX3" fmla="*/ 1146253 w 1146253"/>
                    <a:gd name="connsiteY3" fmla="*/ 510805 h 527286"/>
                    <a:gd name="connsiteX0" fmla="*/ 0 w 1146253"/>
                    <a:gd name="connsiteY0" fmla="*/ 530915 h 530915"/>
                    <a:gd name="connsiteX1" fmla="*/ 293761 w 1146253"/>
                    <a:gd name="connsiteY1" fmla="*/ 178087 h 530915"/>
                    <a:gd name="connsiteX2" fmla="*/ 911828 w 1146253"/>
                    <a:gd name="connsiteY2" fmla="*/ 12950 h 530915"/>
                    <a:gd name="connsiteX3" fmla="*/ 1146253 w 1146253"/>
                    <a:gd name="connsiteY3" fmla="*/ 514434 h 530915"/>
                    <a:gd name="connsiteX0" fmla="*/ 0 w 1146253"/>
                    <a:gd name="connsiteY0" fmla="*/ 535588 h 535588"/>
                    <a:gd name="connsiteX1" fmla="*/ 293761 w 1146253"/>
                    <a:gd name="connsiteY1" fmla="*/ 182760 h 535588"/>
                    <a:gd name="connsiteX2" fmla="*/ 911828 w 1146253"/>
                    <a:gd name="connsiteY2" fmla="*/ 17623 h 535588"/>
                    <a:gd name="connsiteX3" fmla="*/ 1146253 w 1146253"/>
                    <a:gd name="connsiteY3" fmla="*/ 519107 h 535588"/>
                    <a:gd name="connsiteX0" fmla="*/ 0 w 1146253"/>
                    <a:gd name="connsiteY0" fmla="*/ 529452 h 529452"/>
                    <a:gd name="connsiteX1" fmla="*/ 293761 w 1146253"/>
                    <a:gd name="connsiteY1" fmla="*/ 176624 h 529452"/>
                    <a:gd name="connsiteX2" fmla="*/ 911828 w 1146253"/>
                    <a:gd name="connsiteY2" fmla="*/ 11487 h 529452"/>
                    <a:gd name="connsiteX3" fmla="*/ 1146253 w 1146253"/>
                    <a:gd name="connsiteY3" fmla="*/ 512971 h 529452"/>
                    <a:gd name="connsiteX0" fmla="*/ 0 w 1146253"/>
                    <a:gd name="connsiteY0" fmla="*/ 529452 h 529452"/>
                    <a:gd name="connsiteX1" fmla="*/ 293761 w 1146253"/>
                    <a:gd name="connsiteY1" fmla="*/ 176624 h 529452"/>
                    <a:gd name="connsiteX2" fmla="*/ 911828 w 1146253"/>
                    <a:gd name="connsiteY2" fmla="*/ 11487 h 529452"/>
                    <a:gd name="connsiteX3" fmla="*/ 1146253 w 1146253"/>
                    <a:gd name="connsiteY3" fmla="*/ 512971 h 529452"/>
                    <a:gd name="connsiteX0" fmla="*/ 0 w 1146253"/>
                    <a:gd name="connsiteY0" fmla="*/ 524406 h 524406"/>
                    <a:gd name="connsiteX1" fmla="*/ 175114 w 1146253"/>
                    <a:gd name="connsiteY1" fmla="*/ 329430 h 524406"/>
                    <a:gd name="connsiteX2" fmla="*/ 911828 w 1146253"/>
                    <a:gd name="connsiteY2" fmla="*/ 6441 h 524406"/>
                    <a:gd name="connsiteX3" fmla="*/ 1146253 w 1146253"/>
                    <a:gd name="connsiteY3" fmla="*/ 507925 h 524406"/>
                    <a:gd name="connsiteX0" fmla="*/ 0 w 1146253"/>
                    <a:gd name="connsiteY0" fmla="*/ 425737 h 425737"/>
                    <a:gd name="connsiteX1" fmla="*/ 175114 w 1146253"/>
                    <a:gd name="connsiteY1" fmla="*/ 230761 h 425737"/>
                    <a:gd name="connsiteX2" fmla="*/ 971151 w 1146253"/>
                    <a:gd name="connsiteY2" fmla="*/ 9249 h 425737"/>
                    <a:gd name="connsiteX3" fmla="*/ 1146253 w 1146253"/>
                    <a:gd name="connsiteY3" fmla="*/ 409256 h 425737"/>
                    <a:gd name="connsiteX0" fmla="*/ 0 w 1146253"/>
                    <a:gd name="connsiteY0" fmla="*/ 425737 h 425737"/>
                    <a:gd name="connsiteX1" fmla="*/ 175114 w 1146253"/>
                    <a:gd name="connsiteY1" fmla="*/ 230761 h 425737"/>
                    <a:gd name="connsiteX2" fmla="*/ 971151 w 1146253"/>
                    <a:gd name="connsiteY2" fmla="*/ 9249 h 425737"/>
                    <a:gd name="connsiteX3" fmla="*/ 1146253 w 1146253"/>
                    <a:gd name="connsiteY3" fmla="*/ 409256 h 425737"/>
                    <a:gd name="connsiteX0" fmla="*/ 0 w 1146253"/>
                    <a:gd name="connsiteY0" fmla="*/ 491678 h 491678"/>
                    <a:gd name="connsiteX1" fmla="*/ 175114 w 1146253"/>
                    <a:gd name="connsiteY1" fmla="*/ 296702 h 491678"/>
                    <a:gd name="connsiteX2" fmla="*/ 812956 w 1146253"/>
                    <a:gd name="connsiteY2" fmla="*/ 7539 h 491678"/>
                    <a:gd name="connsiteX3" fmla="*/ 1146253 w 1146253"/>
                    <a:gd name="connsiteY3" fmla="*/ 475197 h 491678"/>
                    <a:gd name="connsiteX0" fmla="*/ 0 w 1146253"/>
                    <a:gd name="connsiteY0" fmla="*/ 484139 h 484139"/>
                    <a:gd name="connsiteX1" fmla="*/ 175114 w 1146253"/>
                    <a:gd name="connsiteY1" fmla="*/ 289163 h 484139"/>
                    <a:gd name="connsiteX2" fmla="*/ 812956 w 1146253"/>
                    <a:gd name="connsiteY2" fmla="*/ 0 h 484139"/>
                    <a:gd name="connsiteX3" fmla="*/ 1146253 w 1146253"/>
                    <a:gd name="connsiteY3" fmla="*/ 467658 h 484139"/>
                    <a:gd name="connsiteX0" fmla="*/ 0 w 1146253"/>
                    <a:gd name="connsiteY0" fmla="*/ 484139 h 484139"/>
                    <a:gd name="connsiteX1" fmla="*/ 175114 w 1146253"/>
                    <a:gd name="connsiteY1" fmla="*/ 289163 h 484139"/>
                    <a:gd name="connsiteX2" fmla="*/ 812956 w 1146253"/>
                    <a:gd name="connsiteY2" fmla="*/ 0 h 484139"/>
                    <a:gd name="connsiteX3" fmla="*/ 1146253 w 1146253"/>
                    <a:gd name="connsiteY3" fmla="*/ 467658 h 484139"/>
                    <a:gd name="connsiteX0" fmla="*/ 0 w 1146253"/>
                    <a:gd name="connsiteY0" fmla="*/ 484139 h 484139"/>
                    <a:gd name="connsiteX1" fmla="*/ 175114 w 1146253"/>
                    <a:gd name="connsiteY1" fmla="*/ 289163 h 484139"/>
                    <a:gd name="connsiteX2" fmla="*/ 812956 w 1146253"/>
                    <a:gd name="connsiteY2" fmla="*/ 0 h 484139"/>
                    <a:gd name="connsiteX3" fmla="*/ 1146253 w 1146253"/>
                    <a:gd name="connsiteY3" fmla="*/ 467658 h 484139"/>
                    <a:gd name="connsiteX0" fmla="*/ 0 w 1146253"/>
                    <a:gd name="connsiteY0" fmla="*/ 484139 h 484139"/>
                    <a:gd name="connsiteX1" fmla="*/ 175114 w 1146253"/>
                    <a:gd name="connsiteY1" fmla="*/ 289163 h 484139"/>
                    <a:gd name="connsiteX2" fmla="*/ 812956 w 1146253"/>
                    <a:gd name="connsiteY2" fmla="*/ 0 h 484139"/>
                    <a:gd name="connsiteX3" fmla="*/ 1146253 w 1146253"/>
                    <a:gd name="connsiteY3" fmla="*/ 467658 h 484139"/>
                    <a:gd name="connsiteX0" fmla="*/ 0 w 1146253"/>
                    <a:gd name="connsiteY0" fmla="*/ 484139 h 484139"/>
                    <a:gd name="connsiteX1" fmla="*/ 158816 w 1146253"/>
                    <a:gd name="connsiteY1" fmla="*/ 239602 h 484139"/>
                    <a:gd name="connsiteX2" fmla="*/ 812956 w 1146253"/>
                    <a:gd name="connsiteY2" fmla="*/ 0 h 484139"/>
                    <a:gd name="connsiteX3" fmla="*/ 1146253 w 1146253"/>
                    <a:gd name="connsiteY3" fmla="*/ 467658 h 484139"/>
                    <a:gd name="connsiteX0" fmla="*/ 0 w 1146253"/>
                    <a:gd name="connsiteY0" fmla="*/ 484139 h 484139"/>
                    <a:gd name="connsiteX1" fmla="*/ 158816 w 1146253"/>
                    <a:gd name="connsiteY1" fmla="*/ 239602 h 484139"/>
                    <a:gd name="connsiteX2" fmla="*/ 812956 w 1146253"/>
                    <a:gd name="connsiteY2" fmla="*/ 0 h 484139"/>
                    <a:gd name="connsiteX3" fmla="*/ 1146253 w 1146253"/>
                    <a:gd name="connsiteY3" fmla="*/ 467658 h 484139"/>
                    <a:gd name="connsiteX0" fmla="*/ 0 w 1146253"/>
                    <a:gd name="connsiteY0" fmla="*/ 484139 h 484139"/>
                    <a:gd name="connsiteX1" fmla="*/ 158816 w 1146253"/>
                    <a:gd name="connsiteY1" fmla="*/ 239602 h 484139"/>
                    <a:gd name="connsiteX2" fmla="*/ 812956 w 1146253"/>
                    <a:gd name="connsiteY2" fmla="*/ 0 h 484139"/>
                    <a:gd name="connsiteX3" fmla="*/ 1146253 w 1146253"/>
                    <a:gd name="connsiteY3" fmla="*/ 467658 h 484139"/>
                    <a:gd name="connsiteX0" fmla="*/ 0 w 1146253"/>
                    <a:gd name="connsiteY0" fmla="*/ 484139 h 484139"/>
                    <a:gd name="connsiteX1" fmla="*/ 812956 w 1146253"/>
                    <a:gd name="connsiteY1" fmla="*/ 0 h 484139"/>
                    <a:gd name="connsiteX2" fmla="*/ 1146253 w 1146253"/>
                    <a:gd name="connsiteY2" fmla="*/ 467658 h 484139"/>
                    <a:gd name="connsiteX0" fmla="*/ 0 w 1146253"/>
                    <a:gd name="connsiteY0" fmla="*/ 592554 h 592554"/>
                    <a:gd name="connsiteX1" fmla="*/ 840118 w 1146253"/>
                    <a:gd name="connsiteY1" fmla="*/ 0 h 592554"/>
                    <a:gd name="connsiteX2" fmla="*/ 1146253 w 1146253"/>
                    <a:gd name="connsiteY2" fmla="*/ 576073 h 592554"/>
                    <a:gd name="connsiteX0" fmla="*/ 0 w 1146253"/>
                    <a:gd name="connsiteY0" fmla="*/ 394309 h 394309"/>
                    <a:gd name="connsiteX1" fmla="*/ 986797 w 1146253"/>
                    <a:gd name="connsiteY1" fmla="*/ 0 h 394309"/>
                    <a:gd name="connsiteX2" fmla="*/ 1146253 w 1146253"/>
                    <a:gd name="connsiteY2" fmla="*/ 377828 h 394309"/>
                    <a:gd name="connsiteX0" fmla="*/ 0 w 1146253"/>
                    <a:gd name="connsiteY0" fmla="*/ 396358 h 396358"/>
                    <a:gd name="connsiteX1" fmla="*/ 329457 w 1146253"/>
                    <a:gd name="connsiteY1" fmla="*/ 236225 h 396358"/>
                    <a:gd name="connsiteX2" fmla="*/ 986797 w 1146253"/>
                    <a:gd name="connsiteY2" fmla="*/ 2049 h 396358"/>
                    <a:gd name="connsiteX3" fmla="*/ 1146253 w 1146253"/>
                    <a:gd name="connsiteY3" fmla="*/ 379877 h 396358"/>
                    <a:gd name="connsiteX0" fmla="*/ 0 w 1146253"/>
                    <a:gd name="connsiteY0" fmla="*/ 397090 h 397090"/>
                    <a:gd name="connsiteX1" fmla="*/ 166480 w 1146253"/>
                    <a:gd name="connsiteY1" fmla="*/ 181200 h 397090"/>
                    <a:gd name="connsiteX2" fmla="*/ 986797 w 1146253"/>
                    <a:gd name="connsiteY2" fmla="*/ 2781 h 397090"/>
                    <a:gd name="connsiteX3" fmla="*/ 1146253 w 1146253"/>
                    <a:gd name="connsiteY3" fmla="*/ 380609 h 397090"/>
                    <a:gd name="connsiteX0" fmla="*/ 0 w 1146253"/>
                    <a:gd name="connsiteY0" fmla="*/ 395886 h 395886"/>
                    <a:gd name="connsiteX1" fmla="*/ 166480 w 1146253"/>
                    <a:gd name="connsiteY1" fmla="*/ 179996 h 395886"/>
                    <a:gd name="connsiteX2" fmla="*/ 986797 w 1146253"/>
                    <a:gd name="connsiteY2" fmla="*/ 1577 h 395886"/>
                    <a:gd name="connsiteX3" fmla="*/ 1146253 w 1146253"/>
                    <a:gd name="connsiteY3" fmla="*/ 379405 h 395886"/>
                    <a:gd name="connsiteX0" fmla="*/ 95212 w 1241465"/>
                    <a:gd name="connsiteY0" fmla="*/ 395886 h 395886"/>
                    <a:gd name="connsiteX1" fmla="*/ 261692 w 1241465"/>
                    <a:gd name="connsiteY1" fmla="*/ 179996 h 395886"/>
                    <a:gd name="connsiteX2" fmla="*/ 1082009 w 1241465"/>
                    <a:gd name="connsiteY2" fmla="*/ 1577 h 395886"/>
                    <a:gd name="connsiteX3" fmla="*/ 1241465 w 1241465"/>
                    <a:gd name="connsiteY3" fmla="*/ 379405 h 395886"/>
                    <a:gd name="connsiteX0" fmla="*/ 0 w 1146253"/>
                    <a:gd name="connsiteY0" fmla="*/ 396431 h 396431"/>
                    <a:gd name="connsiteX1" fmla="*/ 166480 w 1146253"/>
                    <a:gd name="connsiteY1" fmla="*/ 180541 h 396431"/>
                    <a:gd name="connsiteX2" fmla="*/ 986797 w 1146253"/>
                    <a:gd name="connsiteY2" fmla="*/ 2122 h 396431"/>
                    <a:gd name="connsiteX3" fmla="*/ 1146253 w 1146253"/>
                    <a:gd name="connsiteY3" fmla="*/ 379950 h 396431"/>
                    <a:gd name="connsiteX0" fmla="*/ 0 w 1146253"/>
                    <a:gd name="connsiteY0" fmla="*/ 395863 h 395863"/>
                    <a:gd name="connsiteX1" fmla="*/ 334889 w 1146253"/>
                    <a:gd name="connsiteY1" fmla="*/ 254315 h 395863"/>
                    <a:gd name="connsiteX2" fmla="*/ 986797 w 1146253"/>
                    <a:gd name="connsiteY2" fmla="*/ 1554 h 395863"/>
                    <a:gd name="connsiteX3" fmla="*/ 1146253 w 1146253"/>
                    <a:gd name="connsiteY3" fmla="*/ 379382 h 395863"/>
                    <a:gd name="connsiteX0" fmla="*/ 0 w 1146253"/>
                    <a:gd name="connsiteY0" fmla="*/ 395506 h 395506"/>
                    <a:gd name="connsiteX1" fmla="*/ 334889 w 1146253"/>
                    <a:gd name="connsiteY1" fmla="*/ 253958 h 395506"/>
                    <a:gd name="connsiteX2" fmla="*/ 986797 w 1146253"/>
                    <a:gd name="connsiteY2" fmla="*/ 1197 h 395506"/>
                    <a:gd name="connsiteX3" fmla="*/ 1146253 w 1146253"/>
                    <a:gd name="connsiteY3" fmla="*/ 379025 h 395506"/>
                    <a:gd name="connsiteX0" fmla="*/ 0 w 1146253"/>
                    <a:gd name="connsiteY0" fmla="*/ 395581 h 395581"/>
                    <a:gd name="connsiteX1" fmla="*/ 334889 w 1146253"/>
                    <a:gd name="connsiteY1" fmla="*/ 254033 h 395581"/>
                    <a:gd name="connsiteX2" fmla="*/ 986797 w 1146253"/>
                    <a:gd name="connsiteY2" fmla="*/ 1272 h 395581"/>
                    <a:gd name="connsiteX3" fmla="*/ 1146253 w 1146253"/>
                    <a:gd name="connsiteY3" fmla="*/ 379100 h 395581"/>
                    <a:gd name="connsiteX0" fmla="*/ 0 w 1146253"/>
                    <a:gd name="connsiteY0" fmla="*/ 395695 h 395695"/>
                    <a:gd name="connsiteX1" fmla="*/ 242536 w 1146253"/>
                    <a:gd name="connsiteY1" fmla="*/ 226269 h 395695"/>
                    <a:gd name="connsiteX2" fmla="*/ 986797 w 1146253"/>
                    <a:gd name="connsiteY2" fmla="*/ 1386 h 395695"/>
                    <a:gd name="connsiteX3" fmla="*/ 1146253 w 1146253"/>
                    <a:gd name="connsiteY3" fmla="*/ 379214 h 395695"/>
                    <a:gd name="connsiteX0" fmla="*/ 0 w 1146253"/>
                    <a:gd name="connsiteY0" fmla="*/ 399523 h 399523"/>
                    <a:gd name="connsiteX1" fmla="*/ 242536 w 1146253"/>
                    <a:gd name="connsiteY1" fmla="*/ 230097 h 399523"/>
                    <a:gd name="connsiteX2" fmla="*/ 899876 w 1146253"/>
                    <a:gd name="connsiteY2" fmla="*/ 2116 h 399523"/>
                    <a:gd name="connsiteX3" fmla="*/ 1146253 w 1146253"/>
                    <a:gd name="connsiteY3" fmla="*/ 383042 h 399523"/>
                    <a:gd name="connsiteX0" fmla="*/ 0 w 1146253"/>
                    <a:gd name="connsiteY0" fmla="*/ 398796 h 398796"/>
                    <a:gd name="connsiteX1" fmla="*/ 242536 w 1146253"/>
                    <a:gd name="connsiteY1" fmla="*/ 229370 h 398796"/>
                    <a:gd name="connsiteX2" fmla="*/ 899876 w 1146253"/>
                    <a:gd name="connsiteY2" fmla="*/ 1389 h 398796"/>
                    <a:gd name="connsiteX3" fmla="*/ 1146253 w 1146253"/>
                    <a:gd name="connsiteY3" fmla="*/ 382315 h 398796"/>
                    <a:gd name="connsiteX0" fmla="*/ 0 w 1146253"/>
                    <a:gd name="connsiteY0" fmla="*/ 398873 h 398873"/>
                    <a:gd name="connsiteX1" fmla="*/ 242536 w 1146253"/>
                    <a:gd name="connsiteY1" fmla="*/ 229447 h 398873"/>
                    <a:gd name="connsiteX2" fmla="*/ 899876 w 1146253"/>
                    <a:gd name="connsiteY2" fmla="*/ 1466 h 398873"/>
                    <a:gd name="connsiteX3" fmla="*/ 1146253 w 1146253"/>
                    <a:gd name="connsiteY3" fmla="*/ 382392 h 398873"/>
                    <a:gd name="connsiteX0" fmla="*/ 0 w 1146253"/>
                    <a:gd name="connsiteY0" fmla="*/ 398550 h 398550"/>
                    <a:gd name="connsiteX1" fmla="*/ 250788 w 1146253"/>
                    <a:gd name="connsiteY1" fmla="*/ 312156 h 398550"/>
                    <a:gd name="connsiteX2" fmla="*/ 899876 w 1146253"/>
                    <a:gd name="connsiteY2" fmla="*/ 1143 h 398550"/>
                    <a:gd name="connsiteX3" fmla="*/ 1146253 w 1146253"/>
                    <a:gd name="connsiteY3" fmla="*/ 382069 h 398550"/>
                    <a:gd name="connsiteX0" fmla="*/ 0 w 1146253"/>
                    <a:gd name="connsiteY0" fmla="*/ 397407 h 397407"/>
                    <a:gd name="connsiteX1" fmla="*/ 899876 w 1146253"/>
                    <a:gd name="connsiteY1" fmla="*/ 0 h 397407"/>
                    <a:gd name="connsiteX2" fmla="*/ 1146253 w 1146253"/>
                    <a:gd name="connsiteY2" fmla="*/ 380926 h 397407"/>
                    <a:gd name="connsiteX0" fmla="*/ 0 w 552167"/>
                    <a:gd name="connsiteY0" fmla="*/ 405710 h 405710"/>
                    <a:gd name="connsiteX1" fmla="*/ 305790 w 552167"/>
                    <a:gd name="connsiteY1" fmla="*/ 0 h 405710"/>
                    <a:gd name="connsiteX2" fmla="*/ 552167 w 552167"/>
                    <a:gd name="connsiteY2" fmla="*/ 380926 h 405710"/>
                    <a:gd name="connsiteX0" fmla="*/ 0 w 552167"/>
                    <a:gd name="connsiteY0" fmla="*/ 405710 h 405710"/>
                    <a:gd name="connsiteX1" fmla="*/ 305790 w 552167"/>
                    <a:gd name="connsiteY1" fmla="*/ 0 h 405710"/>
                    <a:gd name="connsiteX2" fmla="*/ 552167 w 552167"/>
                    <a:gd name="connsiteY2" fmla="*/ 404297 h 405710"/>
                    <a:gd name="connsiteX0" fmla="*/ 0 w 556530"/>
                    <a:gd name="connsiteY0" fmla="*/ 405710 h 414920"/>
                    <a:gd name="connsiteX1" fmla="*/ 305790 w 556530"/>
                    <a:gd name="connsiteY1" fmla="*/ 0 h 414920"/>
                    <a:gd name="connsiteX2" fmla="*/ 556530 w 556530"/>
                    <a:gd name="connsiteY2" fmla="*/ 414920 h 414920"/>
                    <a:gd name="connsiteX0" fmla="*/ 0 w 556530"/>
                    <a:gd name="connsiteY0" fmla="*/ 405710 h 414920"/>
                    <a:gd name="connsiteX1" fmla="*/ 305790 w 556530"/>
                    <a:gd name="connsiteY1" fmla="*/ 0 h 414920"/>
                    <a:gd name="connsiteX2" fmla="*/ 556530 w 556530"/>
                    <a:gd name="connsiteY2" fmla="*/ 414920 h 414920"/>
                    <a:gd name="connsiteX0" fmla="*/ 0 w 556530"/>
                    <a:gd name="connsiteY0" fmla="*/ 405710 h 414920"/>
                    <a:gd name="connsiteX1" fmla="*/ 292700 w 556530"/>
                    <a:gd name="connsiteY1" fmla="*/ 0 h 414920"/>
                    <a:gd name="connsiteX2" fmla="*/ 556530 w 556530"/>
                    <a:gd name="connsiteY2" fmla="*/ 414920 h 414920"/>
                    <a:gd name="connsiteX0" fmla="*/ 0 w 556530"/>
                    <a:gd name="connsiteY0" fmla="*/ 405710 h 414920"/>
                    <a:gd name="connsiteX1" fmla="*/ 292700 w 556530"/>
                    <a:gd name="connsiteY1" fmla="*/ 0 h 414920"/>
                    <a:gd name="connsiteX2" fmla="*/ 556530 w 556530"/>
                    <a:gd name="connsiteY2" fmla="*/ 414920 h 414920"/>
                    <a:gd name="connsiteX0" fmla="*/ 0 w 556530"/>
                    <a:gd name="connsiteY0" fmla="*/ 405710 h 414920"/>
                    <a:gd name="connsiteX1" fmla="*/ 292700 w 556530"/>
                    <a:gd name="connsiteY1" fmla="*/ 0 h 414920"/>
                    <a:gd name="connsiteX2" fmla="*/ 556530 w 556530"/>
                    <a:gd name="connsiteY2" fmla="*/ 414920 h 414920"/>
                    <a:gd name="connsiteX0" fmla="*/ 0 w 556530"/>
                    <a:gd name="connsiteY0" fmla="*/ 405710 h 405710"/>
                    <a:gd name="connsiteX1" fmla="*/ 292700 w 556530"/>
                    <a:gd name="connsiteY1" fmla="*/ 0 h 405710"/>
                    <a:gd name="connsiteX2" fmla="*/ 556530 w 556530"/>
                    <a:gd name="connsiteY2" fmla="*/ 402172 h 405710"/>
                    <a:gd name="connsiteX0" fmla="*/ 0 w 560893"/>
                    <a:gd name="connsiteY0" fmla="*/ 405710 h 414920"/>
                    <a:gd name="connsiteX1" fmla="*/ 292700 w 560893"/>
                    <a:gd name="connsiteY1" fmla="*/ 0 h 414920"/>
                    <a:gd name="connsiteX2" fmla="*/ 560893 w 560893"/>
                    <a:gd name="connsiteY2" fmla="*/ 414920 h 414920"/>
                    <a:gd name="connsiteX0" fmla="*/ 0 w 556530"/>
                    <a:gd name="connsiteY0" fmla="*/ 405710 h 405710"/>
                    <a:gd name="connsiteX1" fmla="*/ 292700 w 556530"/>
                    <a:gd name="connsiteY1" fmla="*/ 0 h 405710"/>
                    <a:gd name="connsiteX2" fmla="*/ 556530 w 556530"/>
                    <a:gd name="connsiteY2" fmla="*/ 404297 h 4057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556530" h="405710">
                      <a:moveTo>
                        <a:pt x="0" y="405710"/>
                      </a:moveTo>
                      <a:cubicBezTo>
                        <a:pt x="95840" y="293173"/>
                        <a:pt x="162747" y="623"/>
                        <a:pt x="292700" y="0"/>
                      </a:cubicBezTo>
                      <a:cubicBezTo>
                        <a:pt x="428711" y="6078"/>
                        <a:pt x="506998" y="325994"/>
                        <a:pt x="556530" y="404297"/>
                      </a:cubicBezTo>
                    </a:path>
                  </a:pathLst>
                </a:custGeom>
                <a:gradFill flip="none" rotWithShape="1">
                  <a:gsLst>
                    <a:gs pos="100000">
                      <a:srgbClr val="5AB359"/>
                    </a:gs>
                    <a:gs pos="81000">
                      <a:srgbClr val="9FD276"/>
                    </a:gs>
                    <a:gs pos="2000">
                      <a:srgbClr val="F8FBC7"/>
                    </a:gs>
                  </a:gsLst>
                  <a:lin ang="10800000" scaled="1"/>
                  <a:tileRect/>
                </a:gradFill>
                <a:ln w="127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A" dirty="0"/>
                </a:p>
              </p:txBody>
            </p:sp>
            <p:cxnSp>
              <p:nvCxnSpPr>
                <p:cNvPr id="32" name="Straight Connector 31">
                  <a:extLst>
                    <a:ext uri="{FF2B5EF4-FFF2-40B4-BE49-F238E27FC236}">
                      <a16:creationId xmlns:a16="http://schemas.microsoft.com/office/drawing/2014/main" id="{0E77C867-241B-383A-82C3-B9C5DDC7E69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996023" y="5860190"/>
                  <a:ext cx="1764280" cy="1989"/>
                </a:xfrm>
                <a:prstGeom prst="line">
                  <a:avLst/>
                </a:prstGeom>
                <a:ln w="12700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>
                  <a:extLst>
                    <a:ext uri="{FF2B5EF4-FFF2-40B4-BE49-F238E27FC236}">
                      <a16:creationId xmlns:a16="http://schemas.microsoft.com/office/drawing/2014/main" id="{40BBAA39-8732-A874-2E86-FA61DAA2FF1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996023" y="3368265"/>
                  <a:ext cx="1764280" cy="0"/>
                </a:xfrm>
                <a:prstGeom prst="line">
                  <a:avLst/>
                </a:prstGeom>
                <a:ln w="12700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43" name="Freeform 42">
                  <a:extLst>
                    <a:ext uri="{FF2B5EF4-FFF2-40B4-BE49-F238E27FC236}">
                      <a16:creationId xmlns:a16="http://schemas.microsoft.com/office/drawing/2014/main" id="{E87B22A5-81FF-C610-CB6D-9E67F53EA7B6}"/>
                    </a:ext>
                  </a:extLst>
                </p:cNvPr>
                <p:cNvSpPr/>
                <p:nvPr/>
              </p:nvSpPr>
              <p:spPr>
                <a:xfrm flipH="1">
                  <a:off x="1341148" y="5227664"/>
                  <a:ext cx="1764280" cy="637340"/>
                </a:xfrm>
                <a:custGeom>
                  <a:avLst/>
                  <a:gdLst>
                    <a:gd name="connsiteX0" fmla="*/ 0 w 914400"/>
                    <a:gd name="connsiteY0" fmla="*/ 950271 h 968201"/>
                    <a:gd name="connsiteX1" fmla="*/ 376518 w 914400"/>
                    <a:gd name="connsiteY1" fmla="*/ 13 h 968201"/>
                    <a:gd name="connsiteX2" fmla="*/ 896470 w 914400"/>
                    <a:gd name="connsiteY2" fmla="*/ 968201 h 968201"/>
                    <a:gd name="connsiteX3" fmla="*/ 896470 w 914400"/>
                    <a:gd name="connsiteY3" fmla="*/ 968201 h 968201"/>
                    <a:gd name="connsiteX4" fmla="*/ 914400 w 914400"/>
                    <a:gd name="connsiteY4" fmla="*/ 968201 h 968201"/>
                    <a:gd name="connsiteX0" fmla="*/ 0 w 914400"/>
                    <a:gd name="connsiteY0" fmla="*/ 791293 h 809223"/>
                    <a:gd name="connsiteX1" fmla="*/ 439628 w 914400"/>
                    <a:gd name="connsiteY1" fmla="*/ 21 h 809223"/>
                    <a:gd name="connsiteX2" fmla="*/ 896470 w 914400"/>
                    <a:gd name="connsiteY2" fmla="*/ 809223 h 809223"/>
                    <a:gd name="connsiteX3" fmla="*/ 896470 w 914400"/>
                    <a:gd name="connsiteY3" fmla="*/ 809223 h 809223"/>
                    <a:gd name="connsiteX4" fmla="*/ 914400 w 914400"/>
                    <a:gd name="connsiteY4" fmla="*/ 809223 h 809223"/>
                    <a:gd name="connsiteX0" fmla="*/ 0 w 914400"/>
                    <a:gd name="connsiteY0" fmla="*/ 876926 h 894856"/>
                    <a:gd name="connsiteX1" fmla="*/ 439628 w 914400"/>
                    <a:gd name="connsiteY1" fmla="*/ 85654 h 894856"/>
                    <a:gd name="connsiteX2" fmla="*/ 896470 w 914400"/>
                    <a:gd name="connsiteY2" fmla="*/ 894856 h 894856"/>
                    <a:gd name="connsiteX3" fmla="*/ 896470 w 914400"/>
                    <a:gd name="connsiteY3" fmla="*/ 894856 h 894856"/>
                    <a:gd name="connsiteX4" fmla="*/ 914400 w 914400"/>
                    <a:gd name="connsiteY4" fmla="*/ 894856 h 894856"/>
                    <a:gd name="connsiteX0" fmla="*/ 0 w 914400"/>
                    <a:gd name="connsiteY0" fmla="*/ 918291 h 936221"/>
                    <a:gd name="connsiteX1" fmla="*/ 547770 w 914400"/>
                    <a:gd name="connsiteY1" fmla="*/ 83236 h 936221"/>
                    <a:gd name="connsiteX2" fmla="*/ 896470 w 914400"/>
                    <a:gd name="connsiteY2" fmla="*/ 936221 h 936221"/>
                    <a:gd name="connsiteX3" fmla="*/ 896470 w 914400"/>
                    <a:gd name="connsiteY3" fmla="*/ 936221 h 936221"/>
                    <a:gd name="connsiteX4" fmla="*/ 914400 w 914400"/>
                    <a:gd name="connsiteY4" fmla="*/ 936221 h 936221"/>
                    <a:gd name="connsiteX0" fmla="*/ 0 w 914400"/>
                    <a:gd name="connsiteY0" fmla="*/ 835213 h 853143"/>
                    <a:gd name="connsiteX1" fmla="*/ 547770 w 914400"/>
                    <a:gd name="connsiteY1" fmla="*/ 158 h 853143"/>
                    <a:gd name="connsiteX2" fmla="*/ 896470 w 914400"/>
                    <a:gd name="connsiteY2" fmla="*/ 853143 h 853143"/>
                    <a:gd name="connsiteX3" fmla="*/ 896470 w 914400"/>
                    <a:gd name="connsiteY3" fmla="*/ 853143 h 853143"/>
                    <a:gd name="connsiteX4" fmla="*/ 914400 w 914400"/>
                    <a:gd name="connsiteY4" fmla="*/ 853143 h 853143"/>
                    <a:gd name="connsiteX0" fmla="*/ 0 w 914400"/>
                    <a:gd name="connsiteY0" fmla="*/ 791451 h 809381"/>
                    <a:gd name="connsiteX1" fmla="*/ 640463 w 914400"/>
                    <a:gd name="connsiteY1" fmla="*/ 179 h 809381"/>
                    <a:gd name="connsiteX2" fmla="*/ 896470 w 914400"/>
                    <a:gd name="connsiteY2" fmla="*/ 809381 h 809381"/>
                    <a:gd name="connsiteX3" fmla="*/ 896470 w 914400"/>
                    <a:gd name="connsiteY3" fmla="*/ 809381 h 809381"/>
                    <a:gd name="connsiteX4" fmla="*/ 914400 w 914400"/>
                    <a:gd name="connsiteY4" fmla="*/ 809381 h 809381"/>
                    <a:gd name="connsiteX0" fmla="*/ 0 w 914400"/>
                    <a:gd name="connsiteY0" fmla="*/ 813339 h 831269"/>
                    <a:gd name="connsiteX1" fmla="*/ 640463 w 914400"/>
                    <a:gd name="connsiteY1" fmla="*/ 22067 h 831269"/>
                    <a:gd name="connsiteX2" fmla="*/ 896470 w 914400"/>
                    <a:gd name="connsiteY2" fmla="*/ 831269 h 831269"/>
                    <a:gd name="connsiteX3" fmla="*/ 896470 w 914400"/>
                    <a:gd name="connsiteY3" fmla="*/ 831269 h 831269"/>
                    <a:gd name="connsiteX4" fmla="*/ 914400 w 914400"/>
                    <a:gd name="connsiteY4" fmla="*/ 831269 h 831269"/>
                    <a:gd name="connsiteX0" fmla="*/ 0 w 914400"/>
                    <a:gd name="connsiteY0" fmla="*/ 827648 h 845578"/>
                    <a:gd name="connsiteX1" fmla="*/ 424180 w 914400"/>
                    <a:gd name="connsiteY1" fmla="*/ 21781 h 845578"/>
                    <a:gd name="connsiteX2" fmla="*/ 896470 w 914400"/>
                    <a:gd name="connsiteY2" fmla="*/ 845578 h 845578"/>
                    <a:gd name="connsiteX3" fmla="*/ 896470 w 914400"/>
                    <a:gd name="connsiteY3" fmla="*/ 845578 h 845578"/>
                    <a:gd name="connsiteX4" fmla="*/ 914400 w 914400"/>
                    <a:gd name="connsiteY4" fmla="*/ 845578 h 845578"/>
                    <a:gd name="connsiteX0" fmla="*/ 0 w 914400"/>
                    <a:gd name="connsiteY0" fmla="*/ 806228 h 824158"/>
                    <a:gd name="connsiteX1" fmla="*/ 424180 w 914400"/>
                    <a:gd name="connsiteY1" fmla="*/ 361 h 824158"/>
                    <a:gd name="connsiteX2" fmla="*/ 896470 w 914400"/>
                    <a:gd name="connsiteY2" fmla="*/ 824158 h 824158"/>
                    <a:gd name="connsiteX3" fmla="*/ 896470 w 914400"/>
                    <a:gd name="connsiteY3" fmla="*/ 824158 h 824158"/>
                    <a:gd name="connsiteX4" fmla="*/ 914400 w 914400"/>
                    <a:gd name="connsiteY4" fmla="*/ 824158 h 824158"/>
                    <a:gd name="connsiteX0" fmla="*/ 0 w 914400"/>
                    <a:gd name="connsiteY0" fmla="*/ 879172 h 897102"/>
                    <a:gd name="connsiteX1" fmla="*/ 455077 w 914400"/>
                    <a:gd name="connsiteY1" fmla="*/ 332 h 897102"/>
                    <a:gd name="connsiteX2" fmla="*/ 896470 w 914400"/>
                    <a:gd name="connsiteY2" fmla="*/ 897102 h 897102"/>
                    <a:gd name="connsiteX3" fmla="*/ 896470 w 914400"/>
                    <a:gd name="connsiteY3" fmla="*/ 897102 h 897102"/>
                    <a:gd name="connsiteX4" fmla="*/ 914400 w 914400"/>
                    <a:gd name="connsiteY4" fmla="*/ 897102 h 897102"/>
                    <a:gd name="connsiteX0" fmla="*/ 0 w 1115234"/>
                    <a:gd name="connsiteY0" fmla="*/ 879172 h 897102"/>
                    <a:gd name="connsiteX1" fmla="*/ 455077 w 1115234"/>
                    <a:gd name="connsiteY1" fmla="*/ 332 h 897102"/>
                    <a:gd name="connsiteX2" fmla="*/ 896470 w 1115234"/>
                    <a:gd name="connsiteY2" fmla="*/ 897102 h 897102"/>
                    <a:gd name="connsiteX3" fmla="*/ 896470 w 1115234"/>
                    <a:gd name="connsiteY3" fmla="*/ 897102 h 897102"/>
                    <a:gd name="connsiteX4" fmla="*/ 1115234 w 1115234"/>
                    <a:gd name="connsiteY4" fmla="*/ 882507 h 897102"/>
                    <a:gd name="connsiteX0" fmla="*/ 0 w 1115234"/>
                    <a:gd name="connsiteY0" fmla="*/ 879172 h 897102"/>
                    <a:gd name="connsiteX1" fmla="*/ 455077 w 1115234"/>
                    <a:gd name="connsiteY1" fmla="*/ 332 h 897102"/>
                    <a:gd name="connsiteX2" fmla="*/ 896470 w 1115234"/>
                    <a:gd name="connsiteY2" fmla="*/ 897102 h 897102"/>
                    <a:gd name="connsiteX3" fmla="*/ 1081855 w 1115234"/>
                    <a:gd name="connsiteY3" fmla="*/ 882508 h 897102"/>
                    <a:gd name="connsiteX4" fmla="*/ 1115234 w 1115234"/>
                    <a:gd name="connsiteY4" fmla="*/ 882507 h 897102"/>
                    <a:gd name="connsiteX0" fmla="*/ 0 w 1115234"/>
                    <a:gd name="connsiteY0" fmla="*/ 878948 h 882284"/>
                    <a:gd name="connsiteX1" fmla="*/ 455077 w 1115234"/>
                    <a:gd name="connsiteY1" fmla="*/ 108 h 882284"/>
                    <a:gd name="connsiteX2" fmla="*/ 1057788 w 1115234"/>
                    <a:gd name="connsiteY2" fmla="*/ 813307 h 882284"/>
                    <a:gd name="connsiteX3" fmla="*/ 1081855 w 1115234"/>
                    <a:gd name="connsiteY3" fmla="*/ 882284 h 882284"/>
                    <a:gd name="connsiteX4" fmla="*/ 1115234 w 1115234"/>
                    <a:gd name="connsiteY4" fmla="*/ 882283 h 882284"/>
                    <a:gd name="connsiteX0" fmla="*/ 0 w 1141253"/>
                    <a:gd name="connsiteY0" fmla="*/ 878948 h 882284"/>
                    <a:gd name="connsiteX1" fmla="*/ 455077 w 1141253"/>
                    <a:gd name="connsiteY1" fmla="*/ 108 h 882284"/>
                    <a:gd name="connsiteX2" fmla="*/ 1057788 w 1141253"/>
                    <a:gd name="connsiteY2" fmla="*/ 813307 h 882284"/>
                    <a:gd name="connsiteX3" fmla="*/ 1081855 w 1141253"/>
                    <a:gd name="connsiteY3" fmla="*/ 882284 h 882284"/>
                    <a:gd name="connsiteX4" fmla="*/ 1141253 w 1141253"/>
                    <a:gd name="connsiteY4" fmla="*/ 862619 h 882284"/>
                    <a:gd name="connsiteX0" fmla="*/ 0 w 1081855"/>
                    <a:gd name="connsiteY0" fmla="*/ 878948 h 882284"/>
                    <a:gd name="connsiteX1" fmla="*/ 455077 w 1081855"/>
                    <a:gd name="connsiteY1" fmla="*/ 108 h 882284"/>
                    <a:gd name="connsiteX2" fmla="*/ 1057788 w 1081855"/>
                    <a:gd name="connsiteY2" fmla="*/ 813307 h 882284"/>
                    <a:gd name="connsiteX3" fmla="*/ 1081855 w 1081855"/>
                    <a:gd name="connsiteY3" fmla="*/ 882284 h 882284"/>
                    <a:gd name="connsiteX0" fmla="*/ 0 w 1057788"/>
                    <a:gd name="connsiteY0" fmla="*/ 878948 h 878948"/>
                    <a:gd name="connsiteX1" fmla="*/ 455077 w 1057788"/>
                    <a:gd name="connsiteY1" fmla="*/ 108 h 878948"/>
                    <a:gd name="connsiteX2" fmla="*/ 1057788 w 1057788"/>
                    <a:gd name="connsiteY2" fmla="*/ 813307 h 878948"/>
                    <a:gd name="connsiteX0" fmla="*/ 0 w 1146253"/>
                    <a:gd name="connsiteY0" fmla="*/ 878847 h 878847"/>
                    <a:gd name="connsiteX1" fmla="*/ 455077 w 1146253"/>
                    <a:gd name="connsiteY1" fmla="*/ 7 h 878847"/>
                    <a:gd name="connsiteX2" fmla="*/ 1146253 w 1146253"/>
                    <a:gd name="connsiteY2" fmla="*/ 862366 h 878847"/>
                    <a:gd name="connsiteX0" fmla="*/ 0 w 1146253"/>
                    <a:gd name="connsiteY0" fmla="*/ 886730 h 886730"/>
                    <a:gd name="connsiteX1" fmla="*/ 455077 w 1146253"/>
                    <a:gd name="connsiteY1" fmla="*/ 7890 h 886730"/>
                    <a:gd name="connsiteX2" fmla="*/ 901419 w 1146253"/>
                    <a:gd name="connsiteY2" fmla="*/ 476918 h 886730"/>
                    <a:gd name="connsiteX3" fmla="*/ 1146253 w 1146253"/>
                    <a:gd name="connsiteY3" fmla="*/ 870249 h 886730"/>
                    <a:gd name="connsiteX0" fmla="*/ 0 w 1146253"/>
                    <a:gd name="connsiteY0" fmla="*/ 893192 h 893192"/>
                    <a:gd name="connsiteX1" fmla="*/ 455077 w 1146253"/>
                    <a:gd name="connsiteY1" fmla="*/ 14352 h 893192"/>
                    <a:gd name="connsiteX2" fmla="*/ 1005495 w 1146253"/>
                    <a:gd name="connsiteY2" fmla="*/ 385060 h 893192"/>
                    <a:gd name="connsiteX3" fmla="*/ 1146253 w 1146253"/>
                    <a:gd name="connsiteY3" fmla="*/ 876711 h 893192"/>
                    <a:gd name="connsiteX0" fmla="*/ 0 w 1146253"/>
                    <a:gd name="connsiteY0" fmla="*/ 888633 h 888633"/>
                    <a:gd name="connsiteX1" fmla="*/ 455077 w 1146253"/>
                    <a:gd name="connsiteY1" fmla="*/ 9793 h 888633"/>
                    <a:gd name="connsiteX2" fmla="*/ 1005495 w 1146253"/>
                    <a:gd name="connsiteY2" fmla="*/ 380501 h 888633"/>
                    <a:gd name="connsiteX3" fmla="*/ 1146253 w 1146253"/>
                    <a:gd name="connsiteY3" fmla="*/ 872152 h 888633"/>
                    <a:gd name="connsiteX0" fmla="*/ 0 w 1146253"/>
                    <a:gd name="connsiteY0" fmla="*/ 887498 h 887498"/>
                    <a:gd name="connsiteX1" fmla="*/ 455077 w 1146253"/>
                    <a:gd name="connsiteY1" fmla="*/ 8658 h 887498"/>
                    <a:gd name="connsiteX2" fmla="*/ 1005495 w 1146253"/>
                    <a:gd name="connsiteY2" fmla="*/ 379366 h 887498"/>
                    <a:gd name="connsiteX3" fmla="*/ 1146253 w 1146253"/>
                    <a:gd name="connsiteY3" fmla="*/ 871017 h 887498"/>
                    <a:gd name="connsiteX0" fmla="*/ 0 w 1146253"/>
                    <a:gd name="connsiteY0" fmla="*/ 887498 h 887498"/>
                    <a:gd name="connsiteX1" fmla="*/ 455077 w 1146253"/>
                    <a:gd name="connsiteY1" fmla="*/ 8658 h 887498"/>
                    <a:gd name="connsiteX2" fmla="*/ 1005495 w 1146253"/>
                    <a:gd name="connsiteY2" fmla="*/ 379366 h 887498"/>
                    <a:gd name="connsiteX3" fmla="*/ 1146253 w 1146253"/>
                    <a:gd name="connsiteY3" fmla="*/ 871017 h 887498"/>
                    <a:gd name="connsiteX0" fmla="*/ 0 w 1146253"/>
                    <a:gd name="connsiteY0" fmla="*/ 709220 h 709220"/>
                    <a:gd name="connsiteX1" fmla="*/ 335391 w 1146253"/>
                    <a:gd name="connsiteY1" fmla="*/ 12272 h 709220"/>
                    <a:gd name="connsiteX2" fmla="*/ 1005495 w 1146253"/>
                    <a:gd name="connsiteY2" fmla="*/ 201088 h 709220"/>
                    <a:gd name="connsiteX3" fmla="*/ 1146253 w 1146253"/>
                    <a:gd name="connsiteY3" fmla="*/ 692739 h 709220"/>
                    <a:gd name="connsiteX0" fmla="*/ 0 w 1146253"/>
                    <a:gd name="connsiteY0" fmla="*/ 709912 h 709912"/>
                    <a:gd name="connsiteX1" fmla="*/ 335391 w 1146253"/>
                    <a:gd name="connsiteY1" fmla="*/ 12964 h 709912"/>
                    <a:gd name="connsiteX2" fmla="*/ 911828 w 1146253"/>
                    <a:gd name="connsiteY2" fmla="*/ 191947 h 709912"/>
                    <a:gd name="connsiteX3" fmla="*/ 1146253 w 1146253"/>
                    <a:gd name="connsiteY3" fmla="*/ 693431 h 709912"/>
                    <a:gd name="connsiteX0" fmla="*/ 0 w 1146253"/>
                    <a:gd name="connsiteY0" fmla="*/ 709912 h 709912"/>
                    <a:gd name="connsiteX1" fmla="*/ 335391 w 1146253"/>
                    <a:gd name="connsiteY1" fmla="*/ 12964 h 709912"/>
                    <a:gd name="connsiteX2" fmla="*/ 911828 w 1146253"/>
                    <a:gd name="connsiteY2" fmla="*/ 191947 h 709912"/>
                    <a:gd name="connsiteX3" fmla="*/ 1146253 w 1146253"/>
                    <a:gd name="connsiteY3" fmla="*/ 693431 h 709912"/>
                    <a:gd name="connsiteX0" fmla="*/ 0 w 1146253"/>
                    <a:gd name="connsiteY0" fmla="*/ 717500 h 717500"/>
                    <a:gd name="connsiteX1" fmla="*/ 335391 w 1146253"/>
                    <a:gd name="connsiteY1" fmla="*/ 20552 h 717500"/>
                    <a:gd name="connsiteX2" fmla="*/ 911828 w 1146253"/>
                    <a:gd name="connsiteY2" fmla="*/ 199535 h 717500"/>
                    <a:gd name="connsiteX3" fmla="*/ 1146253 w 1146253"/>
                    <a:gd name="connsiteY3" fmla="*/ 701019 h 717500"/>
                    <a:gd name="connsiteX0" fmla="*/ 0 w 1146253"/>
                    <a:gd name="connsiteY0" fmla="*/ 530916 h 530916"/>
                    <a:gd name="connsiteX1" fmla="*/ 293761 w 1146253"/>
                    <a:gd name="connsiteY1" fmla="*/ 178088 h 530916"/>
                    <a:gd name="connsiteX2" fmla="*/ 911828 w 1146253"/>
                    <a:gd name="connsiteY2" fmla="*/ 12951 h 530916"/>
                    <a:gd name="connsiteX3" fmla="*/ 1146253 w 1146253"/>
                    <a:gd name="connsiteY3" fmla="*/ 514435 h 530916"/>
                    <a:gd name="connsiteX0" fmla="*/ 0 w 1146253"/>
                    <a:gd name="connsiteY0" fmla="*/ 533602 h 533602"/>
                    <a:gd name="connsiteX1" fmla="*/ 293761 w 1146253"/>
                    <a:gd name="connsiteY1" fmla="*/ 180774 h 533602"/>
                    <a:gd name="connsiteX2" fmla="*/ 911828 w 1146253"/>
                    <a:gd name="connsiteY2" fmla="*/ 15637 h 533602"/>
                    <a:gd name="connsiteX3" fmla="*/ 1146253 w 1146253"/>
                    <a:gd name="connsiteY3" fmla="*/ 517121 h 533602"/>
                    <a:gd name="connsiteX0" fmla="*/ 0 w 1146253"/>
                    <a:gd name="connsiteY0" fmla="*/ 527286 h 527286"/>
                    <a:gd name="connsiteX1" fmla="*/ 293761 w 1146253"/>
                    <a:gd name="connsiteY1" fmla="*/ 174458 h 527286"/>
                    <a:gd name="connsiteX2" fmla="*/ 911828 w 1146253"/>
                    <a:gd name="connsiteY2" fmla="*/ 9321 h 527286"/>
                    <a:gd name="connsiteX3" fmla="*/ 1146253 w 1146253"/>
                    <a:gd name="connsiteY3" fmla="*/ 510805 h 527286"/>
                    <a:gd name="connsiteX0" fmla="*/ 0 w 1146253"/>
                    <a:gd name="connsiteY0" fmla="*/ 530915 h 530915"/>
                    <a:gd name="connsiteX1" fmla="*/ 293761 w 1146253"/>
                    <a:gd name="connsiteY1" fmla="*/ 178087 h 530915"/>
                    <a:gd name="connsiteX2" fmla="*/ 911828 w 1146253"/>
                    <a:gd name="connsiteY2" fmla="*/ 12950 h 530915"/>
                    <a:gd name="connsiteX3" fmla="*/ 1146253 w 1146253"/>
                    <a:gd name="connsiteY3" fmla="*/ 514434 h 530915"/>
                    <a:gd name="connsiteX0" fmla="*/ 0 w 1146253"/>
                    <a:gd name="connsiteY0" fmla="*/ 535588 h 535588"/>
                    <a:gd name="connsiteX1" fmla="*/ 293761 w 1146253"/>
                    <a:gd name="connsiteY1" fmla="*/ 182760 h 535588"/>
                    <a:gd name="connsiteX2" fmla="*/ 911828 w 1146253"/>
                    <a:gd name="connsiteY2" fmla="*/ 17623 h 535588"/>
                    <a:gd name="connsiteX3" fmla="*/ 1146253 w 1146253"/>
                    <a:gd name="connsiteY3" fmla="*/ 519107 h 535588"/>
                    <a:gd name="connsiteX0" fmla="*/ 0 w 1146253"/>
                    <a:gd name="connsiteY0" fmla="*/ 529452 h 529452"/>
                    <a:gd name="connsiteX1" fmla="*/ 293761 w 1146253"/>
                    <a:gd name="connsiteY1" fmla="*/ 176624 h 529452"/>
                    <a:gd name="connsiteX2" fmla="*/ 911828 w 1146253"/>
                    <a:gd name="connsiteY2" fmla="*/ 11487 h 529452"/>
                    <a:gd name="connsiteX3" fmla="*/ 1146253 w 1146253"/>
                    <a:gd name="connsiteY3" fmla="*/ 512971 h 529452"/>
                    <a:gd name="connsiteX0" fmla="*/ 0 w 1146253"/>
                    <a:gd name="connsiteY0" fmla="*/ 529452 h 529452"/>
                    <a:gd name="connsiteX1" fmla="*/ 293761 w 1146253"/>
                    <a:gd name="connsiteY1" fmla="*/ 176624 h 529452"/>
                    <a:gd name="connsiteX2" fmla="*/ 911828 w 1146253"/>
                    <a:gd name="connsiteY2" fmla="*/ 11487 h 529452"/>
                    <a:gd name="connsiteX3" fmla="*/ 1146253 w 1146253"/>
                    <a:gd name="connsiteY3" fmla="*/ 512971 h 529452"/>
                    <a:gd name="connsiteX0" fmla="*/ 0 w 1146253"/>
                    <a:gd name="connsiteY0" fmla="*/ 524406 h 524406"/>
                    <a:gd name="connsiteX1" fmla="*/ 175114 w 1146253"/>
                    <a:gd name="connsiteY1" fmla="*/ 329430 h 524406"/>
                    <a:gd name="connsiteX2" fmla="*/ 911828 w 1146253"/>
                    <a:gd name="connsiteY2" fmla="*/ 6441 h 524406"/>
                    <a:gd name="connsiteX3" fmla="*/ 1146253 w 1146253"/>
                    <a:gd name="connsiteY3" fmla="*/ 507925 h 524406"/>
                    <a:gd name="connsiteX0" fmla="*/ 0 w 1146253"/>
                    <a:gd name="connsiteY0" fmla="*/ 425737 h 425737"/>
                    <a:gd name="connsiteX1" fmla="*/ 175114 w 1146253"/>
                    <a:gd name="connsiteY1" fmla="*/ 230761 h 425737"/>
                    <a:gd name="connsiteX2" fmla="*/ 971151 w 1146253"/>
                    <a:gd name="connsiteY2" fmla="*/ 9249 h 425737"/>
                    <a:gd name="connsiteX3" fmla="*/ 1146253 w 1146253"/>
                    <a:gd name="connsiteY3" fmla="*/ 409256 h 425737"/>
                    <a:gd name="connsiteX0" fmla="*/ 0 w 1146253"/>
                    <a:gd name="connsiteY0" fmla="*/ 425737 h 425737"/>
                    <a:gd name="connsiteX1" fmla="*/ 175114 w 1146253"/>
                    <a:gd name="connsiteY1" fmla="*/ 230761 h 425737"/>
                    <a:gd name="connsiteX2" fmla="*/ 971151 w 1146253"/>
                    <a:gd name="connsiteY2" fmla="*/ 9249 h 425737"/>
                    <a:gd name="connsiteX3" fmla="*/ 1146253 w 1146253"/>
                    <a:gd name="connsiteY3" fmla="*/ 409256 h 425737"/>
                    <a:gd name="connsiteX0" fmla="*/ 0 w 1146253"/>
                    <a:gd name="connsiteY0" fmla="*/ 491678 h 491678"/>
                    <a:gd name="connsiteX1" fmla="*/ 175114 w 1146253"/>
                    <a:gd name="connsiteY1" fmla="*/ 296702 h 491678"/>
                    <a:gd name="connsiteX2" fmla="*/ 812956 w 1146253"/>
                    <a:gd name="connsiteY2" fmla="*/ 7539 h 491678"/>
                    <a:gd name="connsiteX3" fmla="*/ 1146253 w 1146253"/>
                    <a:gd name="connsiteY3" fmla="*/ 475197 h 491678"/>
                    <a:gd name="connsiteX0" fmla="*/ 0 w 1146253"/>
                    <a:gd name="connsiteY0" fmla="*/ 484139 h 484139"/>
                    <a:gd name="connsiteX1" fmla="*/ 175114 w 1146253"/>
                    <a:gd name="connsiteY1" fmla="*/ 289163 h 484139"/>
                    <a:gd name="connsiteX2" fmla="*/ 812956 w 1146253"/>
                    <a:gd name="connsiteY2" fmla="*/ 0 h 484139"/>
                    <a:gd name="connsiteX3" fmla="*/ 1146253 w 1146253"/>
                    <a:gd name="connsiteY3" fmla="*/ 467658 h 484139"/>
                    <a:gd name="connsiteX0" fmla="*/ 0 w 1146253"/>
                    <a:gd name="connsiteY0" fmla="*/ 484139 h 484139"/>
                    <a:gd name="connsiteX1" fmla="*/ 175114 w 1146253"/>
                    <a:gd name="connsiteY1" fmla="*/ 289163 h 484139"/>
                    <a:gd name="connsiteX2" fmla="*/ 812956 w 1146253"/>
                    <a:gd name="connsiteY2" fmla="*/ 0 h 484139"/>
                    <a:gd name="connsiteX3" fmla="*/ 1146253 w 1146253"/>
                    <a:gd name="connsiteY3" fmla="*/ 467658 h 484139"/>
                    <a:gd name="connsiteX0" fmla="*/ 0 w 1146253"/>
                    <a:gd name="connsiteY0" fmla="*/ 484139 h 484139"/>
                    <a:gd name="connsiteX1" fmla="*/ 175114 w 1146253"/>
                    <a:gd name="connsiteY1" fmla="*/ 289163 h 484139"/>
                    <a:gd name="connsiteX2" fmla="*/ 812956 w 1146253"/>
                    <a:gd name="connsiteY2" fmla="*/ 0 h 484139"/>
                    <a:gd name="connsiteX3" fmla="*/ 1146253 w 1146253"/>
                    <a:gd name="connsiteY3" fmla="*/ 467658 h 484139"/>
                    <a:gd name="connsiteX0" fmla="*/ 0 w 1146253"/>
                    <a:gd name="connsiteY0" fmla="*/ 484139 h 484139"/>
                    <a:gd name="connsiteX1" fmla="*/ 175114 w 1146253"/>
                    <a:gd name="connsiteY1" fmla="*/ 289163 h 484139"/>
                    <a:gd name="connsiteX2" fmla="*/ 812956 w 1146253"/>
                    <a:gd name="connsiteY2" fmla="*/ 0 h 484139"/>
                    <a:gd name="connsiteX3" fmla="*/ 1146253 w 1146253"/>
                    <a:gd name="connsiteY3" fmla="*/ 467658 h 484139"/>
                    <a:gd name="connsiteX0" fmla="*/ 0 w 1146253"/>
                    <a:gd name="connsiteY0" fmla="*/ 484139 h 484139"/>
                    <a:gd name="connsiteX1" fmla="*/ 158816 w 1146253"/>
                    <a:gd name="connsiteY1" fmla="*/ 239602 h 484139"/>
                    <a:gd name="connsiteX2" fmla="*/ 812956 w 1146253"/>
                    <a:gd name="connsiteY2" fmla="*/ 0 h 484139"/>
                    <a:gd name="connsiteX3" fmla="*/ 1146253 w 1146253"/>
                    <a:gd name="connsiteY3" fmla="*/ 467658 h 484139"/>
                    <a:gd name="connsiteX0" fmla="*/ 0 w 1146253"/>
                    <a:gd name="connsiteY0" fmla="*/ 484139 h 484139"/>
                    <a:gd name="connsiteX1" fmla="*/ 158816 w 1146253"/>
                    <a:gd name="connsiteY1" fmla="*/ 239602 h 484139"/>
                    <a:gd name="connsiteX2" fmla="*/ 812956 w 1146253"/>
                    <a:gd name="connsiteY2" fmla="*/ 0 h 484139"/>
                    <a:gd name="connsiteX3" fmla="*/ 1146253 w 1146253"/>
                    <a:gd name="connsiteY3" fmla="*/ 467658 h 484139"/>
                    <a:gd name="connsiteX0" fmla="*/ 0 w 1146253"/>
                    <a:gd name="connsiteY0" fmla="*/ 484139 h 484139"/>
                    <a:gd name="connsiteX1" fmla="*/ 158816 w 1146253"/>
                    <a:gd name="connsiteY1" fmla="*/ 239602 h 484139"/>
                    <a:gd name="connsiteX2" fmla="*/ 812956 w 1146253"/>
                    <a:gd name="connsiteY2" fmla="*/ 0 h 484139"/>
                    <a:gd name="connsiteX3" fmla="*/ 1146253 w 1146253"/>
                    <a:gd name="connsiteY3" fmla="*/ 467658 h 484139"/>
                    <a:gd name="connsiteX0" fmla="*/ 0 w 1146253"/>
                    <a:gd name="connsiteY0" fmla="*/ 484139 h 484139"/>
                    <a:gd name="connsiteX1" fmla="*/ 812956 w 1146253"/>
                    <a:gd name="connsiteY1" fmla="*/ 0 h 484139"/>
                    <a:gd name="connsiteX2" fmla="*/ 1146253 w 1146253"/>
                    <a:gd name="connsiteY2" fmla="*/ 467658 h 484139"/>
                    <a:gd name="connsiteX0" fmla="*/ 0 w 1146253"/>
                    <a:gd name="connsiteY0" fmla="*/ 592554 h 592554"/>
                    <a:gd name="connsiteX1" fmla="*/ 840118 w 1146253"/>
                    <a:gd name="connsiteY1" fmla="*/ 0 h 592554"/>
                    <a:gd name="connsiteX2" fmla="*/ 1146253 w 1146253"/>
                    <a:gd name="connsiteY2" fmla="*/ 576073 h 592554"/>
                    <a:gd name="connsiteX0" fmla="*/ 0 w 1146253"/>
                    <a:gd name="connsiteY0" fmla="*/ 394309 h 394309"/>
                    <a:gd name="connsiteX1" fmla="*/ 986797 w 1146253"/>
                    <a:gd name="connsiteY1" fmla="*/ 0 h 394309"/>
                    <a:gd name="connsiteX2" fmla="*/ 1146253 w 1146253"/>
                    <a:gd name="connsiteY2" fmla="*/ 377828 h 394309"/>
                    <a:gd name="connsiteX0" fmla="*/ 0 w 1146253"/>
                    <a:gd name="connsiteY0" fmla="*/ 396358 h 396358"/>
                    <a:gd name="connsiteX1" fmla="*/ 329457 w 1146253"/>
                    <a:gd name="connsiteY1" fmla="*/ 236225 h 396358"/>
                    <a:gd name="connsiteX2" fmla="*/ 986797 w 1146253"/>
                    <a:gd name="connsiteY2" fmla="*/ 2049 h 396358"/>
                    <a:gd name="connsiteX3" fmla="*/ 1146253 w 1146253"/>
                    <a:gd name="connsiteY3" fmla="*/ 379877 h 396358"/>
                    <a:gd name="connsiteX0" fmla="*/ 0 w 1146253"/>
                    <a:gd name="connsiteY0" fmla="*/ 397090 h 397090"/>
                    <a:gd name="connsiteX1" fmla="*/ 166480 w 1146253"/>
                    <a:gd name="connsiteY1" fmla="*/ 181200 h 397090"/>
                    <a:gd name="connsiteX2" fmla="*/ 986797 w 1146253"/>
                    <a:gd name="connsiteY2" fmla="*/ 2781 h 397090"/>
                    <a:gd name="connsiteX3" fmla="*/ 1146253 w 1146253"/>
                    <a:gd name="connsiteY3" fmla="*/ 380609 h 397090"/>
                    <a:gd name="connsiteX0" fmla="*/ 0 w 1146253"/>
                    <a:gd name="connsiteY0" fmla="*/ 395886 h 395886"/>
                    <a:gd name="connsiteX1" fmla="*/ 166480 w 1146253"/>
                    <a:gd name="connsiteY1" fmla="*/ 179996 h 395886"/>
                    <a:gd name="connsiteX2" fmla="*/ 986797 w 1146253"/>
                    <a:gd name="connsiteY2" fmla="*/ 1577 h 395886"/>
                    <a:gd name="connsiteX3" fmla="*/ 1146253 w 1146253"/>
                    <a:gd name="connsiteY3" fmla="*/ 379405 h 395886"/>
                    <a:gd name="connsiteX0" fmla="*/ 95212 w 1241465"/>
                    <a:gd name="connsiteY0" fmla="*/ 395886 h 395886"/>
                    <a:gd name="connsiteX1" fmla="*/ 261692 w 1241465"/>
                    <a:gd name="connsiteY1" fmla="*/ 179996 h 395886"/>
                    <a:gd name="connsiteX2" fmla="*/ 1082009 w 1241465"/>
                    <a:gd name="connsiteY2" fmla="*/ 1577 h 395886"/>
                    <a:gd name="connsiteX3" fmla="*/ 1241465 w 1241465"/>
                    <a:gd name="connsiteY3" fmla="*/ 379405 h 395886"/>
                    <a:gd name="connsiteX0" fmla="*/ 0 w 1146253"/>
                    <a:gd name="connsiteY0" fmla="*/ 396431 h 396431"/>
                    <a:gd name="connsiteX1" fmla="*/ 166480 w 1146253"/>
                    <a:gd name="connsiteY1" fmla="*/ 180541 h 396431"/>
                    <a:gd name="connsiteX2" fmla="*/ 986797 w 1146253"/>
                    <a:gd name="connsiteY2" fmla="*/ 2122 h 396431"/>
                    <a:gd name="connsiteX3" fmla="*/ 1146253 w 1146253"/>
                    <a:gd name="connsiteY3" fmla="*/ 379950 h 396431"/>
                    <a:gd name="connsiteX0" fmla="*/ 0 w 1146253"/>
                    <a:gd name="connsiteY0" fmla="*/ 395863 h 395863"/>
                    <a:gd name="connsiteX1" fmla="*/ 334889 w 1146253"/>
                    <a:gd name="connsiteY1" fmla="*/ 254315 h 395863"/>
                    <a:gd name="connsiteX2" fmla="*/ 986797 w 1146253"/>
                    <a:gd name="connsiteY2" fmla="*/ 1554 h 395863"/>
                    <a:gd name="connsiteX3" fmla="*/ 1146253 w 1146253"/>
                    <a:gd name="connsiteY3" fmla="*/ 379382 h 395863"/>
                    <a:gd name="connsiteX0" fmla="*/ 0 w 1146253"/>
                    <a:gd name="connsiteY0" fmla="*/ 395506 h 395506"/>
                    <a:gd name="connsiteX1" fmla="*/ 334889 w 1146253"/>
                    <a:gd name="connsiteY1" fmla="*/ 253958 h 395506"/>
                    <a:gd name="connsiteX2" fmla="*/ 986797 w 1146253"/>
                    <a:gd name="connsiteY2" fmla="*/ 1197 h 395506"/>
                    <a:gd name="connsiteX3" fmla="*/ 1146253 w 1146253"/>
                    <a:gd name="connsiteY3" fmla="*/ 379025 h 395506"/>
                    <a:gd name="connsiteX0" fmla="*/ 0 w 1146253"/>
                    <a:gd name="connsiteY0" fmla="*/ 395581 h 395581"/>
                    <a:gd name="connsiteX1" fmla="*/ 334889 w 1146253"/>
                    <a:gd name="connsiteY1" fmla="*/ 254033 h 395581"/>
                    <a:gd name="connsiteX2" fmla="*/ 986797 w 1146253"/>
                    <a:gd name="connsiteY2" fmla="*/ 1272 h 395581"/>
                    <a:gd name="connsiteX3" fmla="*/ 1146253 w 1146253"/>
                    <a:gd name="connsiteY3" fmla="*/ 379100 h 395581"/>
                    <a:gd name="connsiteX0" fmla="*/ 0 w 1146253"/>
                    <a:gd name="connsiteY0" fmla="*/ 395695 h 395695"/>
                    <a:gd name="connsiteX1" fmla="*/ 242536 w 1146253"/>
                    <a:gd name="connsiteY1" fmla="*/ 226269 h 395695"/>
                    <a:gd name="connsiteX2" fmla="*/ 986797 w 1146253"/>
                    <a:gd name="connsiteY2" fmla="*/ 1386 h 395695"/>
                    <a:gd name="connsiteX3" fmla="*/ 1146253 w 1146253"/>
                    <a:gd name="connsiteY3" fmla="*/ 379214 h 395695"/>
                    <a:gd name="connsiteX0" fmla="*/ 0 w 1146253"/>
                    <a:gd name="connsiteY0" fmla="*/ 399523 h 399523"/>
                    <a:gd name="connsiteX1" fmla="*/ 242536 w 1146253"/>
                    <a:gd name="connsiteY1" fmla="*/ 230097 h 399523"/>
                    <a:gd name="connsiteX2" fmla="*/ 899876 w 1146253"/>
                    <a:gd name="connsiteY2" fmla="*/ 2116 h 399523"/>
                    <a:gd name="connsiteX3" fmla="*/ 1146253 w 1146253"/>
                    <a:gd name="connsiteY3" fmla="*/ 383042 h 399523"/>
                    <a:gd name="connsiteX0" fmla="*/ 0 w 1146253"/>
                    <a:gd name="connsiteY0" fmla="*/ 398796 h 398796"/>
                    <a:gd name="connsiteX1" fmla="*/ 242536 w 1146253"/>
                    <a:gd name="connsiteY1" fmla="*/ 229370 h 398796"/>
                    <a:gd name="connsiteX2" fmla="*/ 899876 w 1146253"/>
                    <a:gd name="connsiteY2" fmla="*/ 1389 h 398796"/>
                    <a:gd name="connsiteX3" fmla="*/ 1146253 w 1146253"/>
                    <a:gd name="connsiteY3" fmla="*/ 382315 h 398796"/>
                    <a:gd name="connsiteX0" fmla="*/ 0 w 1146253"/>
                    <a:gd name="connsiteY0" fmla="*/ 398873 h 398873"/>
                    <a:gd name="connsiteX1" fmla="*/ 242536 w 1146253"/>
                    <a:gd name="connsiteY1" fmla="*/ 229447 h 398873"/>
                    <a:gd name="connsiteX2" fmla="*/ 899876 w 1146253"/>
                    <a:gd name="connsiteY2" fmla="*/ 1466 h 398873"/>
                    <a:gd name="connsiteX3" fmla="*/ 1146253 w 1146253"/>
                    <a:gd name="connsiteY3" fmla="*/ 382392 h 398873"/>
                    <a:gd name="connsiteX0" fmla="*/ 0 w 1146253"/>
                    <a:gd name="connsiteY0" fmla="*/ 398550 h 398550"/>
                    <a:gd name="connsiteX1" fmla="*/ 250788 w 1146253"/>
                    <a:gd name="connsiteY1" fmla="*/ 312156 h 398550"/>
                    <a:gd name="connsiteX2" fmla="*/ 899876 w 1146253"/>
                    <a:gd name="connsiteY2" fmla="*/ 1143 h 398550"/>
                    <a:gd name="connsiteX3" fmla="*/ 1146253 w 1146253"/>
                    <a:gd name="connsiteY3" fmla="*/ 382069 h 398550"/>
                    <a:gd name="connsiteX0" fmla="*/ 0 w 1146253"/>
                    <a:gd name="connsiteY0" fmla="*/ 392033 h 392033"/>
                    <a:gd name="connsiteX1" fmla="*/ 250788 w 1146253"/>
                    <a:gd name="connsiteY1" fmla="*/ 312511 h 392033"/>
                    <a:gd name="connsiteX2" fmla="*/ 899876 w 1146253"/>
                    <a:gd name="connsiteY2" fmla="*/ 1498 h 392033"/>
                    <a:gd name="connsiteX3" fmla="*/ 1146253 w 1146253"/>
                    <a:gd name="connsiteY3" fmla="*/ 382424 h 392033"/>
                    <a:gd name="connsiteX0" fmla="*/ 0 w 1146253"/>
                    <a:gd name="connsiteY0" fmla="*/ 397947 h 397947"/>
                    <a:gd name="connsiteX1" fmla="*/ 206402 w 1146253"/>
                    <a:gd name="connsiteY1" fmla="*/ 84790 h 397947"/>
                    <a:gd name="connsiteX2" fmla="*/ 899876 w 1146253"/>
                    <a:gd name="connsiteY2" fmla="*/ 7412 h 397947"/>
                    <a:gd name="connsiteX3" fmla="*/ 1146253 w 1146253"/>
                    <a:gd name="connsiteY3" fmla="*/ 388338 h 397947"/>
                    <a:gd name="connsiteX0" fmla="*/ 0 w 1146253"/>
                    <a:gd name="connsiteY0" fmla="*/ 392533 h 392533"/>
                    <a:gd name="connsiteX1" fmla="*/ 206402 w 1146253"/>
                    <a:gd name="connsiteY1" fmla="*/ 79376 h 392533"/>
                    <a:gd name="connsiteX2" fmla="*/ 899876 w 1146253"/>
                    <a:gd name="connsiteY2" fmla="*/ 1998 h 392533"/>
                    <a:gd name="connsiteX3" fmla="*/ 1146253 w 1146253"/>
                    <a:gd name="connsiteY3" fmla="*/ 382924 h 392533"/>
                    <a:gd name="connsiteX0" fmla="*/ 0 w 1146253"/>
                    <a:gd name="connsiteY0" fmla="*/ 391706 h 391706"/>
                    <a:gd name="connsiteX1" fmla="*/ 226888 w 1146253"/>
                    <a:gd name="connsiteY1" fmla="*/ 229724 h 391706"/>
                    <a:gd name="connsiteX2" fmla="*/ 899876 w 1146253"/>
                    <a:gd name="connsiteY2" fmla="*/ 1171 h 391706"/>
                    <a:gd name="connsiteX3" fmla="*/ 1146253 w 1146253"/>
                    <a:gd name="connsiteY3" fmla="*/ 382097 h 391706"/>
                    <a:gd name="connsiteX0" fmla="*/ 0 w 1146253"/>
                    <a:gd name="connsiteY0" fmla="*/ 419909 h 419909"/>
                    <a:gd name="connsiteX1" fmla="*/ 226888 w 1146253"/>
                    <a:gd name="connsiteY1" fmla="*/ 257927 h 419909"/>
                    <a:gd name="connsiteX2" fmla="*/ 882805 w 1146253"/>
                    <a:gd name="connsiteY2" fmla="*/ 1888 h 419909"/>
                    <a:gd name="connsiteX3" fmla="*/ 1146253 w 1146253"/>
                    <a:gd name="connsiteY3" fmla="*/ 410300 h 419909"/>
                    <a:gd name="connsiteX0" fmla="*/ 0 w 1146253"/>
                    <a:gd name="connsiteY0" fmla="*/ 418021 h 418021"/>
                    <a:gd name="connsiteX1" fmla="*/ 226888 w 1146253"/>
                    <a:gd name="connsiteY1" fmla="*/ 256039 h 418021"/>
                    <a:gd name="connsiteX2" fmla="*/ 882805 w 1146253"/>
                    <a:gd name="connsiteY2" fmla="*/ 0 h 418021"/>
                    <a:gd name="connsiteX3" fmla="*/ 1146253 w 1146253"/>
                    <a:gd name="connsiteY3" fmla="*/ 408412 h 418021"/>
                    <a:gd name="connsiteX0" fmla="*/ 0 w 1146253"/>
                    <a:gd name="connsiteY0" fmla="*/ 418021 h 418021"/>
                    <a:gd name="connsiteX1" fmla="*/ 226888 w 1146253"/>
                    <a:gd name="connsiteY1" fmla="*/ 256039 h 418021"/>
                    <a:gd name="connsiteX2" fmla="*/ 882805 w 1146253"/>
                    <a:gd name="connsiteY2" fmla="*/ 0 h 418021"/>
                    <a:gd name="connsiteX3" fmla="*/ 1146253 w 1146253"/>
                    <a:gd name="connsiteY3" fmla="*/ 408412 h 4180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146253" h="418021">
                      <a:moveTo>
                        <a:pt x="0" y="418021"/>
                      </a:moveTo>
                      <a:cubicBezTo>
                        <a:pt x="54909" y="391332"/>
                        <a:pt x="35368" y="136740"/>
                        <a:pt x="226888" y="256039"/>
                      </a:cubicBezTo>
                      <a:cubicBezTo>
                        <a:pt x="418408" y="375338"/>
                        <a:pt x="647658" y="27596"/>
                        <a:pt x="882805" y="0"/>
                      </a:cubicBezTo>
                      <a:cubicBezTo>
                        <a:pt x="1018816" y="6078"/>
                        <a:pt x="1105447" y="342857"/>
                        <a:pt x="1146253" y="408412"/>
                      </a:cubicBezTo>
                    </a:path>
                  </a:pathLst>
                </a:custGeom>
                <a:gradFill flip="none" rotWithShape="1">
                  <a:gsLst>
                    <a:gs pos="0">
                      <a:srgbClr val="DA4035"/>
                    </a:gs>
                    <a:gs pos="50000">
                      <a:srgbClr val="F7FCC9"/>
                    </a:gs>
                    <a:gs pos="37000">
                      <a:srgbClr val="FEEC9D"/>
                    </a:gs>
                    <a:gs pos="90000">
                      <a:srgbClr val="8DCB65"/>
                    </a:gs>
                    <a:gs pos="100000">
                      <a:srgbClr val="2D9C52"/>
                    </a:gs>
                  </a:gsLst>
                  <a:lin ang="10800000" scaled="0"/>
                  <a:tileRect/>
                </a:gradFill>
                <a:ln w="127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A" dirty="0"/>
                </a:p>
              </p:txBody>
            </p:sp>
            <p:cxnSp>
              <p:nvCxnSpPr>
                <p:cNvPr id="44" name="Straight Connector 43">
                  <a:extLst>
                    <a:ext uri="{FF2B5EF4-FFF2-40B4-BE49-F238E27FC236}">
                      <a16:creationId xmlns:a16="http://schemas.microsoft.com/office/drawing/2014/main" id="{CE236C2A-8DEC-781E-1060-3D8F86D64329}"/>
                    </a:ext>
                  </a:extLst>
                </p:cNvPr>
                <p:cNvCxnSpPr>
                  <a:cxnSpLocks/>
                  <a:stCxn id="43" idx="3"/>
                </p:cNvCxnSpPr>
                <p:nvPr/>
              </p:nvCxnSpPr>
              <p:spPr>
                <a:xfrm>
                  <a:off x="1341148" y="5850354"/>
                  <a:ext cx="1749875" cy="9836"/>
                </a:xfrm>
                <a:prstGeom prst="line">
                  <a:avLst/>
                </a:prstGeom>
                <a:ln w="12700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0" name="Straight Connector 49">
                  <a:extLst>
                    <a:ext uri="{FF2B5EF4-FFF2-40B4-BE49-F238E27FC236}">
                      <a16:creationId xmlns:a16="http://schemas.microsoft.com/office/drawing/2014/main" id="{65F4FCF8-CF87-CD31-AD08-AB8FB558CE6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341148" y="3368265"/>
                  <a:ext cx="1764280" cy="0"/>
                </a:xfrm>
                <a:prstGeom prst="line">
                  <a:avLst/>
                </a:prstGeom>
                <a:ln w="12700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6" name="TextBox 55">
                      <a:extLst>
                        <a:ext uri="{FF2B5EF4-FFF2-40B4-BE49-F238E27FC236}">
                          <a16:creationId xmlns:a16="http://schemas.microsoft.com/office/drawing/2014/main" id="{35B7FA7D-FFBF-BD75-10E3-13EF3E769A7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609342" y="1758598"/>
                      <a:ext cx="432000" cy="288000"/>
                    </a:xfrm>
                    <a:prstGeom prst="roundRect">
                      <a:avLst/>
                    </a:prstGeom>
                    <a:solidFill>
                      <a:srgbClr val="DE5441"/>
                    </a:solidFill>
                    <a:ln w="6350">
                      <a:solidFill>
                        <a:schemeClr val="tx1"/>
                      </a:solidFill>
                    </a:ln>
                  </p:spPr>
                  <p:txBody>
                    <a:bodyPr wrap="square" lIns="0" tIns="0" rIns="0" bIns="108000" anchor="ctr" anchorCtr="0">
                      <a:no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CA" sz="200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CA" sz="2000" b="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CA" sz="2000" b="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sub>
                            </m:sSub>
                          </m:oMath>
                        </m:oMathPara>
                      </a14:m>
                      <a:endParaRPr lang="en-CA" sz="2000" dirty="0">
                        <a:solidFill>
                          <a:schemeClr val="bg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56" name="TextBox 55">
                      <a:extLst>
                        <a:ext uri="{FF2B5EF4-FFF2-40B4-BE49-F238E27FC236}">
                          <a16:creationId xmlns:a16="http://schemas.microsoft.com/office/drawing/2014/main" id="{35B7FA7D-FFBF-BD75-10E3-13EF3E769A79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609342" y="1758598"/>
                      <a:ext cx="432000" cy="288000"/>
                    </a:xfrm>
                    <a:prstGeom prst="roundRect">
                      <a:avLst/>
                    </a:prstGeom>
                    <a:blipFill>
                      <a:blip r:embed="rId5"/>
                      <a:stretch>
                        <a:fillRect b="-8333"/>
                      </a:stretch>
                    </a:blipFill>
                    <a:ln w="6350">
                      <a:solidFill>
                        <a:schemeClr val="tx1"/>
                      </a:solidFill>
                    </a:ln>
                  </p:spPr>
                  <p:txBody>
                    <a:bodyPr/>
                    <a:lstStyle/>
                    <a:p>
                      <a:r>
                        <a:rPr lang="en-CA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9" name="TextBox 58">
                      <a:extLst>
                        <a:ext uri="{FF2B5EF4-FFF2-40B4-BE49-F238E27FC236}">
                          <a16:creationId xmlns:a16="http://schemas.microsoft.com/office/drawing/2014/main" id="{62D64148-CABE-AC76-0664-88DFBBC4146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104805" y="1765871"/>
                      <a:ext cx="432000" cy="288000"/>
                    </a:xfrm>
                    <a:prstGeom prst="roundRect">
                      <a:avLst/>
                    </a:prstGeom>
                    <a:solidFill>
                      <a:srgbClr val="5AB359"/>
                    </a:solidFill>
                    <a:ln w="6350">
                      <a:solidFill>
                        <a:schemeClr val="tx1"/>
                      </a:solidFill>
                    </a:ln>
                  </p:spPr>
                  <p:txBody>
                    <a:bodyPr wrap="square" lIns="0" tIns="0" rIns="0" bIns="108000" anchor="ctr" anchorCtr="0">
                      <a:no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CA" sz="200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CA" sz="2000" b="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CA" sz="2000" b="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sub>
                            </m:sSub>
                          </m:oMath>
                        </m:oMathPara>
                      </a14:m>
                      <a:endParaRPr lang="en-CA" sz="2000" dirty="0">
                        <a:solidFill>
                          <a:schemeClr val="bg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59" name="TextBox 58">
                      <a:extLst>
                        <a:ext uri="{FF2B5EF4-FFF2-40B4-BE49-F238E27FC236}">
                          <a16:creationId xmlns:a16="http://schemas.microsoft.com/office/drawing/2014/main" id="{62D64148-CABE-AC76-0664-88DFBBC41462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104805" y="1765871"/>
                      <a:ext cx="432000" cy="288000"/>
                    </a:xfrm>
                    <a:prstGeom prst="roundRect">
                      <a:avLst/>
                    </a:prstGeom>
                    <a:blipFill>
                      <a:blip r:embed="rId6"/>
                      <a:stretch>
                        <a:fillRect l="-2857" b="-8333"/>
                      </a:stretch>
                    </a:blipFill>
                    <a:ln w="6350">
                      <a:solidFill>
                        <a:schemeClr val="tx1"/>
                      </a:solidFill>
                    </a:ln>
                  </p:spPr>
                  <p:txBody>
                    <a:bodyPr/>
                    <a:lstStyle/>
                    <a:p>
                      <a:r>
                        <a:rPr lang="en-CA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1" name="TextBox 60">
                      <a:extLst>
                        <a:ext uri="{FF2B5EF4-FFF2-40B4-BE49-F238E27FC236}">
                          <a16:creationId xmlns:a16="http://schemas.microsoft.com/office/drawing/2014/main" id="{91A4C978-CC7C-C44B-8D5F-EAB9E067A4E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837964" y="4588037"/>
                      <a:ext cx="432000" cy="288000"/>
                    </a:xfrm>
                    <a:prstGeom prst="roundRect">
                      <a:avLst/>
                    </a:prstGeom>
                    <a:solidFill>
                      <a:srgbClr val="F3B37A"/>
                    </a:solidFill>
                    <a:ln w="3175">
                      <a:solidFill>
                        <a:schemeClr val="tx1"/>
                      </a:solidFill>
                    </a:ln>
                  </p:spPr>
                  <p:txBody>
                    <a:bodyPr wrap="square" lIns="0" tIns="0" rIns="0" bIns="108000" anchor="ctr" anchorCtr="0">
                      <a:no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CA" sz="200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CA" sz="2000" b="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CA" sz="2000" b="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sub>
                            </m:sSub>
                          </m:oMath>
                        </m:oMathPara>
                      </a14:m>
                      <a:endParaRPr lang="en-CA" sz="2000" dirty="0">
                        <a:solidFill>
                          <a:schemeClr val="bg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61" name="TextBox 60">
                      <a:extLst>
                        <a:ext uri="{FF2B5EF4-FFF2-40B4-BE49-F238E27FC236}">
                          <a16:creationId xmlns:a16="http://schemas.microsoft.com/office/drawing/2014/main" id="{91A4C978-CC7C-C44B-8D5F-EAB9E067A4EC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837964" y="4588037"/>
                      <a:ext cx="432000" cy="288000"/>
                    </a:xfrm>
                    <a:prstGeom prst="roundRect">
                      <a:avLst/>
                    </a:prstGeom>
                    <a:blipFill>
                      <a:blip r:embed="rId7"/>
                      <a:stretch>
                        <a:fillRect l="-2857" b="-4167"/>
                      </a:stretch>
                    </a:blipFill>
                    <a:ln w="3175">
                      <a:solidFill>
                        <a:schemeClr val="tx1"/>
                      </a:solidFill>
                    </a:ln>
                  </p:spPr>
                  <p:txBody>
                    <a:bodyPr/>
                    <a:lstStyle/>
                    <a:p>
                      <a:r>
                        <a:rPr lang="en-CA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4" name="TextBox 63">
                      <a:extLst>
                        <a:ext uri="{FF2B5EF4-FFF2-40B4-BE49-F238E27FC236}">
                          <a16:creationId xmlns:a16="http://schemas.microsoft.com/office/drawing/2014/main" id="{FB1E9647-14A8-7B06-8ED0-521388F9D1B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875954" y="4567250"/>
                      <a:ext cx="432000" cy="288000"/>
                    </a:xfrm>
                    <a:prstGeom prst="roundRect">
                      <a:avLst/>
                    </a:prstGeom>
                    <a:solidFill>
                      <a:srgbClr val="9FD276"/>
                    </a:solidFill>
                    <a:ln w="6350">
                      <a:solidFill>
                        <a:schemeClr val="tx1"/>
                      </a:solidFill>
                    </a:ln>
                  </p:spPr>
                  <p:txBody>
                    <a:bodyPr wrap="square" lIns="0" tIns="0" rIns="0" bIns="108000" anchor="ctr" anchorCtr="0">
                      <a:no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CA" sz="200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CA" sz="2000" b="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CA" sz="2000" b="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sub>
                            </m:sSub>
                          </m:oMath>
                        </m:oMathPara>
                      </a14:m>
                      <a:endParaRPr lang="en-CA" sz="2000" dirty="0">
                        <a:solidFill>
                          <a:schemeClr val="bg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64" name="TextBox 63">
                      <a:extLst>
                        <a:ext uri="{FF2B5EF4-FFF2-40B4-BE49-F238E27FC236}">
                          <a16:creationId xmlns:a16="http://schemas.microsoft.com/office/drawing/2014/main" id="{FB1E9647-14A8-7B06-8ED0-521388F9D1BE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875954" y="4567250"/>
                      <a:ext cx="432000" cy="288000"/>
                    </a:xfrm>
                    <a:prstGeom prst="roundRect">
                      <a:avLst/>
                    </a:prstGeom>
                    <a:blipFill>
                      <a:blip r:embed="rId8"/>
                      <a:stretch>
                        <a:fillRect l="-2857" b="-8333"/>
                      </a:stretch>
                    </a:blipFill>
                    <a:ln w="6350">
                      <a:solidFill>
                        <a:schemeClr val="tx1"/>
                      </a:solidFill>
                    </a:ln>
                  </p:spPr>
                  <p:txBody>
                    <a:bodyPr/>
                    <a:lstStyle/>
                    <a:p>
                      <a:r>
                        <a:rPr lang="en-CA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67" name="Straight Connector 66">
                  <a:extLst>
                    <a:ext uri="{FF2B5EF4-FFF2-40B4-BE49-F238E27FC236}">
                      <a16:creationId xmlns:a16="http://schemas.microsoft.com/office/drawing/2014/main" id="{59B812CE-5B67-EBC9-B52D-469BD0918983}"/>
                    </a:ext>
                  </a:extLst>
                </p:cNvPr>
                <p:cNvCxnSpPr>
                  <a:cxnSpLocks/>
                  <a:stCxn id="61" idx="2"/>
                </p:cNvCxnSpPr>
                <p:nvPr/>
              </p:nvCxnSpPr>
              <p:spPr>
                <a:xfrm>
                  <a:off x="2053964" y="4876037"/>
                  <a:ext cx="0" cy="984153"/>
                </a:xfrm>
                <a:prstGeom prst="line">
                  <a:avLst/>
                </a:prstGeom>
                <a:ln w="635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1" name="Straight Connector 70">
                  <a:extLst>
                    <a:ext uri="{FF2B5EF4-FFF2-40B4-BE49-F238E27FC236}">
                      <a16:creationId xmlns:a16="http://schemas.microsoft.com/office/drawing/2014/main" id="{AACB0942-652C-82C5-0517-A392327CEF5D}"/>
                    </a:ext>
                  </a:extLst>
                </p:cNvPr>
                <p:cNvCxnSpPr>
                  <a:cxnSpLocks/>
                  <a:stCxn id="56" idx="2"/>
                </p:cNvCxnSpPr>
                <p:nvPr/>
              </p:nvCxnSpPr>
              <p:spPr>
                <a:xfrm flipH="1">
                  <a:off x="1823832" y="2046598"/>
                  <a:ext cx="1510" cy="1321667"/>
                </a:xfrm>
                <a:prstGeom prst="line">
                  <a:avLst/>
                </a:prstGeom>
                <a:ln w="635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6" name="Straight Connector 75">
                  <a:extLst>
                    <a:ext uri="{FF2B5EF4-FFF2-40B4-BE49-F238E27FC236}">
                      <a16:creationId xmlns:a16="http://schemas.microsoft.com/office/drawing/2014/main" id="{664E5AE7-2CB5-16F5-D037-BEEAEDE85A7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315653" y="2044508"/>
                  <a:ext cx="1510" cy="1321667"/>
                </a:xfrm>
                <a:prstGeom prst="line">
                  <a:avLst/>
                </a:prstGeom>
                <a:ln w="635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7" name="Straight Connector 76">
                  <a:extLst>
                    <a:ext uri="{FF2B5EF4-FFF2-40B4-BE49-F238E27FC236}">
                      <a16:creationId xmlns:a16="http://schemas.microsoft.com/office/drawing/2014/main" id="{958BAFE7-CF1D-D59E-15D2-4796446CF913}"/>
                    </a:ext>
                  </a:extLst>
                </p:cNvPr>
                <p:cNvCxnSpPr>
                  <a:cxnSpLocks/>
                  <a:stCxn id="64" idx="2"/>
                </p:cNvCxnSpPr>
                <p:nvPr/>
              </p:nvCxnSpPr>
              <p:spPr>
                <a:xfrm flipH="1">
                  <a:off x="5090444" y="4855250"/>
                  <a:ext cx="1510" cy="1004940"/>
                </a:xfrm>
                <a:prstGeom prst="line">
                  <a:avLst/>
                </a:prstGeom>
                <a:ln w="635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" name="TextBox 1">
                      <a:extLst>
                        <a:ext uri="{FF2B5EF4-FFF2-40B4-BE49-F238E27FC236}">
                          <a16:creationId xmlns:a16="http://schemas.microsoft.com/office/drawing/2014/main" id="{EFC8F941-A045-4889-BC4E-C280C42769B8}"/>
                        </a:ext>
                      </a:extLst>
                    </p:cNvPr>
                    <p:cNvSpPr txBox="1"/>
                    <p:nvPr/>
                  </p:nvSpPr>
                  <p:spPr>
                    <a:xfrm rot="16200000">
                      <a:off x="-1124026" y="3752547"/>
                      <a:ext cx="2254026" cy="742063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CA" sz="2000" b="1" dirty="0"/>
                        <a:t>VARIANCE  </a:t>
                      </a:r>
                      <a:r>
                        <a:rPr lang="en-CA" sz="2000" dirty="0"/>
                        <a:t>(</a:t>
                      </a:r>
                      <a14:m>
                        <m:oMath xmlns:m="http://schemas.openxmlformats.org/officeDocument/2006/math">
                          <m:sSubSup>
                            <m:sSubSupPr>
                              <m:ctrlPr>
                                <a:rPr lang="en-CA" sz="2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CA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CA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A" sz="2000" b="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  <m:sub>
                                  <m:r>
                                    <a:rPr lang="en-CA" sz="2000" b="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sub>
                              </m:sSub>
                            </m:sub>
                            <m:sup>
                              <m:r>
                                <a:rPr lang="en-CA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oMath>
                      </a14:m>
                      <a:r>
                        <a:rPr lang="en-CA" sz="2000" dirty="0"/>
                        <a:t>) </a:t>
                      </a:r>
                    </a:p>
                    <a:p>
                      <a:endParaRPr lang="en-CA" sz="2000" b="1" dirty="0"/>
                    </a:p>
                  </p:txBody>
                </p:sp>
              </mc:Choice>
              <mc:Fallback xmlns="">
                <p:sp>
                  <p:nvSpPr>
                    <p:cNvPr id="2" name="TextBox 1">
                      <a:extLst>
                        <a:ext uri="{FF2B5EF4-FFF2-40B4-BE49-F238E27FC236}">
                          <a16:creationId xmlns:a16="http://schemas.microsoft.com/office/drawing/2014/main" id="{EFC8F941-A045-4889-BC4E-C280C42769B8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 rot="16200000">
                      <a:off x="-1124026" y="3752547"/>
                      <a:ext cx="2254026" cy="742063"/>
                    </a:xfrm>
                    <a:prstGeom prst="rect">
                      <a:avLst/>
                    </a:prstGeom>
                    <a:blipFill>
                      <a:blip r:embed="rId9"/>
                      <a:stretch>
                        <a:fillRect l="-3390" b="-2793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CA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26" name="Right Triangle 25">
                  <a:extLst>
                    <a:ext uri="{FF2B5EF4-FFF2-40B4-BE49-F238E27FC236}">
                      <a16:creationId xmlns:a16="http://schemas.microsoft.com/office/drawing/2014/main" id="{4F372A82-4A2E-8BF6-E6DF-A1369966B32A}"/>
                    </a:ext>
                  </a:extLst>
                </p:cNvPr>
                <p:cNvSpPr/>
                <p:nvPr/>
              </p:nvSpPr>
              <p:spPr>
                <a:xfrm rot="16200000">
                  <a:off x="-2398868" y="3969950"/>
                  <a:ext cx="5145437" cy="465826"/>
                </a:xfrm>
                <a:prstGeom prst="rtTriangle">
                  <a:avLst/>
                </a:prstGeom>
                <a:gradFill>
                  <a:gsLst>
                    <a:gs pos="58000">
                      <a:srgbClr val="B6EACD"/>
                    </a:gs>
                    <a:gs pos="83000">
                      <a:srgbClr val="63B3DD"/>
                    </a:gs>
                    <a:gs pos="71000">
                      <a:srgbClr val="9DDDD8"/>
                    </a:gs>
                    <a:gs pos="0">
                      <a:srgbClr val="F8FBC7"/>
                    </a:gs>
                    <a:gs pos="100000">
                      <a:srgbClr val="164495"/>
                    </a:gs>
                  </a:gsLst>
                  <a:lin ang="10800000" scaled="1"/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A"/>
                </a:p>
              </p:txBody>
            </p:sp>
            <p:pic>
              <p:nvPicPr>
                <p:cNvPr id="30" name="Graphic 29" descr="Badge 1 with solid fill">
                  <a:extLst>
                    <a:ext uri="{FF2B5EF4-FFF2-40B4-BE49-F238E27FC236}">
                      <a16:creationId xmlns:a16="http://schemas.microsoft.com/office/drawing/2014/main" id="{D5547926-3BC7-D94B-8768-C5B26FDE46E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0">
                  <a:extLst>
                    <a:ext uri="{96DAC541-7B7A-43D3-8B79-37D633B846F1}">
                      <asvg:svgBlip xmlns:asvg="http://schemas.microsoft.com/office/drawing/2016/SVG/main" r:embed="rId11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091023" y="1711500"/>
                  <a:ext cx="457196" cy="457196"/>
                </a:xfrm>
                <a:prstGeom prst="rect">
                  <a:avLst/>
                </a:prstGeom>
              </p:spPr>
            </p:pic>
            <p:pic>
              <p:nvPicPr>
                <p:cNvPr id="33" name="Graphic 32" descr="Badge with solid fill">
                  <a:extLst>
                    <a:ext uri="{FF2B5EF4-FFF2-40B4-BE49-F238E27FC236}">
                      <a16:creationId xmlns:a16="http://schemas.microsoft.com/office/drawing/2014/main" id="{28EB8B24-C2F5-D7DD-F168-FC801CB8C40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2">
                  <a:extLst>
                    <a:ext uri="{96DAC541-7B7A-43D3-8B79-37D633B846F1}">
                      <asvg:svgBlip xmlns:asvg="http://schemas.microsoft.com/office/drawing/2016/SVG/main" r:embed="rId1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714262" y="1702627"/>
                  <a:ext cx="457199" cy="457199"/>
                </a:xfrm>
                <a:prstGeom prst="rect">
                  <a:avLst/>
                </a:prstGeom>
              </p:spPr>
            </p:pic>
            <p:pic>
              <p:nvPicPr>
                <p:cNvPr id="35" name="Graphic 34" descr="Badge 3 with solid fill">
                  <a:extLst>
                    <a:ext uri="{FF2B5EF4-FFF2-40B4-BE49-F238E27FC236}">
                      <a16:creationId xmlns:a16="http://schemas.microsoft.com/office/drawing/2014/main" id="{E7C5C26B-990E-AF55-66A0-1FB1003F10B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4">
                  <a:extLst>
                    <a:ext uri="{96DAC541-7B7A-43D3-8B79-37D633B846F1}">
                      <asvg:svgBlip xmlns:asvg="http://schemas.microsoft.com/office/drawing/2016/SVG/main" r:embed="rId1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105428" y="4276388"/>
                  <a:ext cx="457196" cy="457196"/>
                </a:xfrm>
                <a:prstGeom prst="rect">
                  <a:avLst/>
                </a:prstGeom>
              </p:spPr>
            </p:pic>
            <p:pic>
              <p:nvPicPr>
                <p:cNvPr id="37" name="Graphic 36" descr="Badge 4 with solid fill">
                  <a:extLst>
                    <a:ext uri="{FF2B5EF4-FFF2-40B4-BE49-F238E27FC236}">
                      <a16:creationId xmlns:a16="http://schemas.microsoft.com/office/drawing/2014/main" id="{3E8178BE-872F-FE87-8AB1-AA52355DC04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6">
                  <a:extLst>
                    <a:ext uri="{96DAC541-7B7A-43D3-8B79-37D633B846F1}">
                      <asvg:svgBlip xmlns:asvg="http://schemas.microsoft.com/office/drawing/2016/SVG/main" r:embed="rId17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695601" y="4279589"/>
                  <a:ext cx="452448" cy="452448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173" name="Group 172">
              <a:extLst>
                <a:ext uri="{FF2B5EF4-FFF2-40B4-BE49-F238E27FC236}">
                  <a16:creationId xmlns:a16="http://schemas.microsoft.com/office/drawing/2014/main" id="{857F223E-A670-4ADA-C21E-7CA6482EA12F}"/>
                </a:ext>
              </a:extLst>
            </p:cNvPr>
            <p:cNvGrpSpPr/>
            <p:nvPr/>
          </p:nvGrpSpPr>
          <p:grpSpPr>
            <a:xfrm>
              <a:off x="7523296" y="1882535"/>
              <a:ext cx="1259772" cy="1693741"/>
              <a:chOff x="7930980" y="1951082"/>
              <a:chExt cx="1259772" cy="1693741"/>
            </a:xfrm>
          </p:grpSpPr>
          <p:pic>
            <p:nvPicPr>
              <p:cNvPr id="129" name="Graphic 128" descr="Harvey Balls 100% with solid fill">
                <a:extLst>
                  <a:ext uri="{FF2B5EF4-FFF2-40B4-BE49-F238E27FC236}">
                    <a16:creationId xmlns:a16="http://schemas.microsoft.com/office/drawing/2014/main" id="{7BA68379-2A8A-8507-B7ED-6FDC1C437C2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/>
              </a:stretch>
            </p:blipFill>
            <p:spPr>
              <a:xfrm>
                <a:off x="7932974" y="2390127"/>
                <a:ext cx="432000" cy="432000"/>
              </a:xfrm>
              <a:prstGeom prst="rect">
                <a:avLst/>
              </a:prstGeom>
            </p:spPr>
          </p:pic>
          <p:pic>
            <p:nvPicPr>
              <p:cNvPr id="130" name="Graphic 129" descr="Harvey Balls 100% with solid fill">
                <a:extLst>
                  <a:ext uri="{FF2B5EF4-FFF2-40B4-BE49-F238E27FC236}">
                    <a16:creationId xmlns:a16="http://schemas.microsoft.com/office/drawing/2014/main" id="{314364CF-F50A-6923-4A4D-34AC4D206A5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/>
              </a:stretch>
            </p:blipFill>
            <p:spPr>
              <a:xfrm>
                <a:off x="7932974" y="2807464"/>
                <a:ext cx="432000" cy="432000"/>
              </a:xfrm>
              <a:prstGeom prst="rect">
                <a:avLst/>
              </a:prstGeom>
            </p:spPr>
          </p:pic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384AD499-8C18-00C2-FFC9-86DA13879AC8}"/>
                  </a:ext>
                </a:extLst>
              </p:cNvPr>
              <p:cNvSpPr txBox="1"/>
              <p:nvPr/>
            </p:nvSpPr>
            <p:spPr>
              <a:xfrm>
                <a:off x="7988513" y="2416768"/>
                <a:ext cx="32092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A" dirty="0">
                    <a:solidFill>
                      <a:schemeClr val="bg1"/>
                    </a:solidFill>
                  </a:rPr>
                  <a:t>B</a:t>
                </a:r>
              </a:p>
            </p:txBody>
          </p:sp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64224EBF-D758-62DB-67F8-16634CEF3DE7}"/>
                  </a:ext>
                </a:extLst>
              </p:cNvPr>
              <p:cNvSpPr txBox="1"/>
              <p:nvPr/>
            </p:nvSpPr>
            <p:spPr>
              <a:xfrm>
                <a:off x="7988513" y="2834840"/>
                <a:ext cx="34496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dirty="0">
                    <a:solidFill>
                      <a:schemeClr val="bg1"/>
                    </a:solidFill>
                  </a:rPr>
                  <a:t>C</a:t>
                </a:r>
              </a:p>
            </p:txBody>
          </p:sp>
          <p:pic>
            <p:nvPicPr>
              <p:cNvPr id="133" name="Graphic 132" descr="Harvey Balls 100% with solid fill">
                <a:extLst>
                  <a:ext uri="{FF2B5EF4-FFF2-40B4-BE49-F238E27FC236}">
                    <a16:creationId xmlns:a16="http://schemas.microsoft.com/office/drawing/2014/main" id="{F3C341DC-B713-E75E-ED36-1399C878C40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/>
              </a:stretch>
            </p:blipFill>
            <p:spPr>
              <a:xfrm>
                <a:off x="7932974" y="3212823"/>
                <a:ext cx="432000" cy="432000"/>
              </a:xfrm>
              <a:prstGeom prst="rect">
                <a:avLst/>
              </a:prstGeom>
            </p:spPr>
          </p:pic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9E0498C6-2C96-DD2D-890B-6D2F57FF5790}"/>
                  </a:ext>
                </a:extLst>
              </p:cNvPr>
              <p:cNvSpPr txBox="1"/>
              <p:nvPr/>
            </p:nvSpPr>
            <p:spPr>
              <a:xfrm>
                <a:off x="7988513" y="3239464"/>
                <a:ext cx="34336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dirty="0">
                    <a:solidFill>
                      <a:schemeClr val="bg1"/>
                    </a:solidFill>
                  </a:rPr>
                  <a:t>D</a:t>
                </a:r>
              </a:p>
            </p:txBody>
          </p:sp>
          <p:pic>
            <p:nvPicPr>
              <p:cNvPr id="135" name="Graphic 134" descr="Harvey Balls 100% with solid fill">
                <a:extLst>
                  <a:ext uri="{FF2B5EF4-FFF2-40B4-BE49-F238E27FC236}">
                    <a16:creationId xmlns:a16="http://schemas.microsoft.com/office/drawing/2014/main" id="{6FB00A97-B5E0-AC7E-10B2-DBBB6D86BAB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/>
              </a:stretch>
            </p:blipFill>
            <p:spPr>
              <a:xfrm>
                <a:off x="7930980" y="1956464"/>
                <a:ext cx="432000" cy="432000"/>
              </a:xfrm>
              <a:prstGeom prst="rect">
                <a:avLst/>
              </a:prstGeom>
            </p:spPr>
          </p:pic>
          <p:sp>
            <p:nvSpPr>
              <p:cNvPr id="136" name="TextBox 135">
                <a:extLst>
                  <a:ext uri="{FF2B5EF4-FFF2-40B4-BE49-F238E27FC236}">
                    <a16:creationId xmlns:a16="http://schemas.microsoft.com/office/drawing/2014/main" id="{30AB0285-25E0-AA10-E772-C53705F1B85D}"/>
                  </a:ext>
                </a:extLst>
              </p:cNvPr>
              <p:cNvSpPr txBox="1"/>
              <p:nvPr/>
            </p:nvSpPr>
            <p:spPr>
              <a:xfrm>
                <a:off x="7986519" y="1983105"/>
                <a:ext cx="32092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A" dirty="0">
                    <a:solidFill>
                      <a:schemeClr val="bg1"/>
                    </a:solidFill>
                  </a:rPr>
                  <a:t>A</a:t>
                </a:r>
              </a:p>
            </p:txBody>
          </p:sp>
          <p:pic>
            <p:nvPicPr>
              <p:cNvPr id="137" name="Graphic 136" descr="Harvey Balls 100% with solid fill">
                <a:extLst>
                  <a:ext uri="{FF2B5EF4-FFF2-40B4-BE49-F238E27FC236}">
                    <a16:creationId xmlns:a16="http://schemas.microsoft.com/office/drawing/2014/main" id="{AA9CCFEF-63A9-9703-A962-363A16BDE36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/>
              </a:stretch>
            </p:blipFill>
            <p:spPr>
              <a:xfrm>
                <a:off x="8758752" y="2384745"/>
                <a:ext cx="432000" cy="432000"/>
              </a:xfrm>
              <a:prstGeom prst="rect">
                <a:avLst/>
              </a:prstGeom>
            </p:spPr>
          </p:pic>
          <p:pic>
            <p:nvPicPr>
              <p:cNvPr id="138" name="Graphic 137" descr="Harvey Balls 100% with solid fill">
                <a:extLst>
                  <a:ext uri="{FF2B5EF4-FFF2-40B4-BE49-F238E27FC236}">
                    <a16:creationId xmlns:a16="http://schemas.microsoft.com/office/drawing/2014/main" id="{8DFC242D-CE80-07E3-1297-01B5C079FF1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/>
              </a:stretch>
            </p:blipFill>
            <p:spPr>
              <a:xfrm>
                <a:off x="8758752" y="2802082"/>
                <a:ext cx="432000" cy="432000"/>
              </a:xfrm>
              <a:prstGeom prst="rect">
                <a:avLst/>
              </a:prstGeom>
            </p:spPr>
          </p:pic>
          <p:sp>
            <p:nvSpPr>
              <p:cNvPr id="139" name="TextBox 138">
                <a:extLst>
                  <a:ext uri="{FF2B5EF4-FFF2-40B4-BE49-F238E27FC236}">
                    <a16:creationId xmlns:a16="http://schemas.microsoft.com/office/drawing/2014/main" id="{6922B75D-25CB-8D00-AC2F-695B0DE2A38B}"/>
                  </a:ext>
                </a:extLst>
              </p:cNvPr>
              <p:cNvSpPr txBox="1"/>
              <p:nvPr/>
            </p:nvSpPr>
            <p:spPr>
              <a:xfrm>
                <a:off x="8814291" y="2411386"/>
                <a:ext cx="32092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A" dirty="0">
                    <a:solidFill>
                      <a:schemeClr val="bg1"/>
                    </a:solidFill>
                  </a:rPr>
                  <a:t>B</a:t>
                </a:r>
              </a:p>
            </p:txBody>
          </p:sp>
          <p:sp>
            <p:nvSpPr>
              <p:cNvPr id="140" name="TextBox 139">
                <a:extLst>
                  <a:ext uri="{FF2B5EF4-FFF2-40B4-BE49-F238E27FC236}">
                    <a16:creationId xmlns:a16="http://schemas.microsoft.com/office/drawing/2014/main" id="{B235F117-862B-7C17-2D38-D991986E9FB0}"/>
                  </a:ext>
                </a:extLst>
              </p:cNvPr>
              <p:cNvSpPr txBox="1"/>
              <p:nvPr/>
            </p:nvSpPr>
            <p:spPr>
              <a:xfrm>
                <a:off x="8814291" y="2829458"/>
                <a:ext cx="34496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dirty="0">
                    <a:solidFill>
                      <a:schemeClr val="bg1"/>
                    </a:solidFill>
                  </a:rPr>
                  <a:t>C</a:t>
                </a:r>
              </a:p>
            </p:txBody>
          </p:sp>
          <p:pic>
            <p:nvPicPr>
              <p:cNvPr id="141" name="Graphic 140" descr="Harvey Balls 100% with solid fill">
                <a:extLst>
                  <a:ext uri="{FF2B5EF4-FFF2-40B4-BE49-F238E27FC236}">
                    <a16:creationId xmlns:a16="http://schemas.microsoft.com/office/drawing/2014/main" id="{42ADB140-1CB6-C641-2A74-1FCEE701B22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/>
              </a:stretch>
            </p:blipFill>
            <p:spPr>
              <a:xfrm>
                <a:off x="8758752" y="3207441"/>
                <a:ext cx="432000" cy="432000"/>
              </a:xfrm>
              <a:prstGeom prst="rect">
                <a:avLst/>
              </a:prstGeom>
            </p:spPr>
          </p:pic>
          <p:sp>
            <p:nvSpPr>
              <p:cNvPr id="142" name="TextBox 141">
                <a:extLst>
                  <a:ext uri="{FF2B5EF4-FFF2-40B4-BE49-F238E27FC236}">
                    <a16:creationId xmlns:a16="http://schemas.microsoft.com/office/drawing/2014/main" id="{7928B41D-FB20-7234-D3A3-9647F5EC045D}"/>
                  </a:ext>
                </a:extLst>
              </p:cNvPr>
              <p:cNvSpPr txBox="1"/>
              <p:nvPr/>
            </p:nvSpPr>
            <p:spPr>
              <a:xfrm>
                <a:off x="8814291" y="3234082"/>
                <a:ext cx="34336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dirty="0">
                    <a:solidFill>
                      <a:schemeClr val="bg1"/>
                    </a:solidFill>
                  </a:rPr>
                  <a:t>D</a:t>
                </a:r>
              </a:p>
            </p:txBody>
          </p:sp>
          <p:pic>
            <p:nvPicPr>
              <p:cNvPr id="143" name="Graphic 142" descr="Harvey Balls 100% with solid fill">
                <a:extLst>
                  <a:ext uri="{FF2B5EF4-FFF2-40B4-BE49-F238E27FC236}">
                    <a16:creationId xmlns:a16="http://schemas.microsoft.com/office/drawing/2014/main" id="{04300E89-0AE5-B621-80FA-BC87E30785D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/>
              </a:stretch>
            </p:blipFill>
            <p:spPr>
              <a:xfrm>
                <a:off x="8756758" y="1951082"/>
                <a:ext cx="432000" cy="432000"/>
              </a:xfrm>
              <a:prstGeom prst="rect">
                <a:avLst/>
              </a:prstGeom>
            </p:spPr>
          </p:pic>
          <p:sp>
            <p:nvSpPr>
              <p:cNvPr id="144" name="TextBox 143">
                <a:extLst>
                  <a:ext uri="{FF2B5EF4-FFF2-40B4-BE49-F238E27FC236}">
                    <a16:creationId xmlns:a16="http://schemas.microsoft.com/office/drawing/2014/main" id="{EFEAF23A-0153-373A-7CBD-52C24179D243}"/>
                  </a:ext>
                </a:extLst>
              </p:cNvPr>
              <p:cNvSpPr txBox="1"/>
              <p:nvPr/>
            </p:nvSpPr>
            <p:spPr>
              <a:xfrm>
                <a:off x="8812297" y="1977723"/>
                <a:ext cx="32092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A" dirty="0">
                    <a:solidFill>
                      <a:schemeClr val="bg1"/>
                    </a:solidFill>
                  </a:rPr>
                  <a:t>A</a:t>
                </a:r>
              </a:p>
            </p:txBody>
          </p:sp>
          <p:cxnSp>
            <p:nvCxnSpPr>
              <p:cNvPr id="145" name="Straight Arrow Connector 144">
                <a:extLst>
                  <a:ext uri="{FF2B5EF4-FFF2-40B4-BE49-F238E27FC236}">
                    <a16:creationId xmlns:a16="http://schemas.microsoft.com/office/drawing/2014/main" id="{32E75ECC-6715-E383-D753-36CDCCF250BC}"/>
                  </a:ext>
                </a:extLst>
              </p:cNvPr>
              <p:cNvCxnSpPr>
                <a:cxnSpLocks/>
                <a:stCxn id="136" idx="3"/>
                <a:endCxn id="144" idx="1"/>
              </p:cNvCxnSpPr>
              <p:nvPr/>
            </p:nvCxnSpPr>
            <p:spPr>
              <a:xfrm flipV="1">
                <a:off x="8307441" y="2162389"/>
                <a:ext cx="504856" cy="5382"/>
              </a:xfrm>
              <a:prstGeom prst="straightConnector1">
                <a:avLst/>
              </a:prstGeom>
              <a:ln w="6350"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6" name="Straight Arrow Connector 145">
                <a:extLst>
                  <a:ext uri="{FF2B5EF4-FFF2-40B4-BE49-F238E27FC236}">
                    <a16:creationId xmlns:a16="http://schemas.microsoft.com/office/drawing/2014/main" id="{08B4A82B-7BB4-7AC4-923C-C3BDC38FADD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312583" y="2610820"/>
                <a:ext cx="504856" cy="5382"/>
              </a:xfrm>
              <a:prstGeom prst="straightConnector1">
                <a:avLst/>
              </a:prstGeom>
              <a:ln w="6350"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7" name="Straight Arrow Connector 146">
                <a:extLst>
                  <a:ext uri="{FF2B5EF4-FFF2-40B4-BE49-F238E27FC236}">
                    <a16:creationId xmlns:a16="http://schemas.microsoft.com/office/drawing/2014/main" id="{A6BE180C-9952-BDF9-168B-6F6864A14FD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311405" y="3017321"/>
                <a:ext cx="504856" cy="5382"/>
              </a:xfrm>
              <a:prstGeom prst="straightConnector1">
                <a:avLst/>
              </a:prstGeom>
              <a:ln w="6350"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8" name="Straight Arrow Connector 147">
                <a:extLst>
                  <a:ext uri="{FF2B5EF4-FFF2-40B4-BE49-F238E27FC236}">
                    <a16:creationId xmlns:a16="http://schemas.microsoft.com/office/drawing/2014/main" id="{80FDE4BF-BB42-DFEE-247D-77764E8770C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309435" y="3435439"/>
                <a:ext cx="504856" cy="5382"/>
              </a:xfrm>
              <a:prstGeom prst="straightConnector1">
                <a:avLst/>
              </a:prstGeom>
              <a:ln w="6350"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72" name="Group 171">
              <a:extLst>
                <a:ext uri="{FF2B5EF4-FFF2-40B4-BE49-F238E27FC236}">
                  <a16:creationId xmlns:a16="http://schemas.microsoft.com/office/drawing/2014/main" id="{F999ED62-984A-6EB9-B761-ACDA6743A1C5}"/>
                </a:ext>
              </a:extLst>
            </p:cNvPr>
            <p:cNvGrpSpPr/>
            <p:nvPr/>
          </p:nvGrpSpPr>
          <p:grpSpPr>
            <a:xfrm>
              <a:off x="7449229" y="4625398"/>
              <a:ext cx="1271495" cy="1682837"/>
              <a:chOff x="7930980" y="4687610"/>
              <a:chExt cx="1271495" cy="1682837"/>
            </a:xfrm>
          </p:grpSpPr>
          <p:pic>
            <p:nvPicPr>
              <p:cNvPr id="149" name="Graphic 148" descr="Harvey Balls 100% with solid fill">
                <a:extLst>
                  <a:ext uri="{FF2B5EF4-FFF2-40B4-BE49-F238E27FC236}">
                    <a16:creationId xmlns:a16="http://schemas.microsoft.com/office/drawing/2014/main" id="{7EE71A3A-C25A-2816-6917-F6F672C2718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/>
              </a:stretch>
            </p:blipFill>
            <p:spPr>
              <a:xfrm>
                <a:off x="7944697" y="5115751"/>
                <a:ext cx="432000" cy="432000"/>
              </a:xfrm>
              <a:prstGeom prst="rect">
                <a:avLst/>
              </a:prstGeom>
            </p:spPr>
          </p:pic>
          <p:pic>
            <p:nvPicPr>
              <p:cNvPr id="150" name="Graphic 149" descr="Harvey Balls 100% with solid fill">
                <a:extLst>
                  <a:ext uri="{FF2B5EF4-FFF2-40B4-BE49-F238E27FC236}">
                    <a16:creationId xmlns:a16="http://schemas.microsoft.com/office/drawing/2014/main" id="{F12193D1-D823-397F-B3A9-85ACA498D6F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/>
              </a:stretch>
            </p:blipFill>
            <p:spPr>
              <a:xfrm>
                <a:off x="7944697" y="5533088"/>
                <a:ext cx="432000" cy="432000"/>
              </a:xfrm>
              <a:prstGeom prst="rect">
                <a:avLst/>
              </a:prstGeom>
            </p:spPr>
          </p:pic>
          <p:sp>
            <p:nvSpPr>
              <p:cNvPr id="151" name="TextBox 150">
                <a:extLst>
                  <a:ext uri="{FF2B5EF4-FFF2-40B4-BE49-F238E27FC236}">
                    <a16:creationId xmlns:a16="http://schemas.microsoft.com/office/drawing/2014/main" id="{BA93538C-91FF-AB88-24ED-0E3A5E3CEFCD}"/>
                  </a:ext>
                </a:extLst>
              </p:cNvPr>
              <p:cNvSpPr txBox="1"/>
              <p:nvPr/>
            </p:nvSpPr>
            <p:spPr>
              <a:xfrm>
                <a:off x="8000236" y="5142392"/>
                <a:ext cx="32092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A" dirty="0">
                    <a:solidFill>
                      <a:schemeClr val="bg1"/>
                    </a:solidFill>
                  </a:rPr>
                  <a:t>B</a:t>
                </a:r>
              </a:p>
            </p:txBody>
          </p:sp>
          <p:sp>
            <p:nvSpPr>
              <p:cNvPr id="152" name="TextBox 151">
                <a:extLst>
                  <a:ext uri="{FF2B5EF4-FFF2-40B4-BE49-F238E27FC236}">
                    <a16:creationId xmlns:a16="http://schemas.microsoft.com/office/drawing/2014/main" id="{4BBCDF08-D78A-2E6A-A0B9-A1D2318352F3}"/>
                  </a:ext>
                </a:extLst>
              </p:cNvPr>
              <p:cNvSpPr txBox="1"/>
              <p:nvPr/>
            </p:nvSpPr>
            <p:spPr>
              <a:xfrm>
                <a:off x="8000236" y="5560464"/>
                <a:ext cx="34496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dirty="0">
                    <a:solidFill>
                      <a:schemeClr val="bg1"/>
                    </a:solidFill>
                  </a:rPr>
                  <a:t>C</a:t>
                </a:r>
              </a:p>
            </p:txBody>
          </p:sp>
          <p:pic>
            <p:nvPicPr>
              <p:cNvPr id="153" name="Graphic 152" descr="Harvey Balls 100% with solid fill">
                <a:extLst>
                  <a:ext uri="{FF2B5EF4-FFF2-40B4-BE49-F238E27FC236}">
                    <a16:creationId xmlns:a16="http://schemas.microsoft.com/office/drawing/2014/main" id="{A44A2D77-77DA-82D2-C4D6-33F48A3A9E4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/>
              </a:stretch>
            </p:blipFill>
            <p:spPr>
              <a:xfrm>
                <a:off x="7944697" y="5938447"/>
                <a:ext cx="432000" cy="432000"/>
              </a:xfrm>
              <a:prstGeom prst="rect">
                <a:avLst/>
              </a:prstGeom>
            </p:spPr>
          </p:pic>
          <p:sp>
            <p:nvSpPr>
              <p:cNvPr id="154" name="TextBox 153">
                <a:extLst>
                  <a:ext uri="{FF2B5EF4-FFF2-40B4-BE49-F238E27FC236}">
                    <a16:creationId xmlns:a16="http://schemas.microsoft.com/office/drawing/2014/main" id="{15F84AFC-DE2B-1A48-5279-BD41A02B9624}"/>
                  </a:ext>
                </a:extLst>
              </p:cNvPr>
              <p:cNvSpPr txBox="1"/>
              <p:nvPr/>
            </p:nvSpPr>
            <p:spPr>
              <a:xfrm>
                <a:off x="8000236" y="5965088"/>
                <a:ext cx="34336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dirty="0">
                    <a:solidFill>
                      <a:schemeClr val="bg1"/>
                    </a:solidFill>
                  </a:rPr>
                  <a:t>D</a:t>
                </a:r>
              </a:p>
            </p:txBody>
          </p:sp>
          <p:sp>
            <p:nvSpPr>
              <p:cNvPr id="155" name="TextBox 154">
                <a:extLst>
                  <a:ext uri="{FF2B5EF4-FFF2-40B4-BE49-F238E27FC236}">
                    <a16:creationId xmlns:a16="http://schemas.microsoft.com/office/drawing/2014/main" id="{61FB97AB-109C-9728-9211-CD720C91C2BC}"/>
                  </a:ext>
                </a:extLst>
              </p:cNvPr>
              <p:cNvSpPr txBox="1"/>
              <p:nvPr/>
            </p:nvSpPr>
            <p:spPr>
              <a:xfrm>
                <a:off x="7998242" y="4708729"/>
                <a:ext cx="32092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A" dirty="0">
                    <a:solidFill>
                      <a:schemeClr val="bg1"/>
                    </a:solidFill>
                  </a:rPr>
                  <a:t>A</a:t>
                </a:r>
              </a:p>
            </p:txBody>
          </p:sp>
          <p:pic>
            <p:nvPicPr>
              <p:cNvPr id="156" name="Graphic 155" descr="Harvey Balls 100% with solid fill">
                <a:extLst>
                  <a:ext uri="{FF2B5EF4-FFF2-40B4-BE49-F238E27FC236}">
                    <a16:creationId xmlns:a16="http://schemas.microsoft.com/office/drawing/2014/main" id="{40FDC0C0-092C-4D24-2E51-437C10865CC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/>
              </a:stretch>
            </p:blipFill>
            <p:spPr>
              <a:xfrm>
                <a:off x="8770475" y="5110369"/>
                <a:ext cx="432000" cy="432000"/>
              </a:xfrm>
              <a:prstGeom prst="rect">
                <a:avLst/>
              </a:prstGeom>
            </p:spPr>
          </p:pic>
          <p:pic>
            <p:nvPicPr>
              <p:cNvPr id="157" name="Graphic 156" descr="Harvey Balls 100% with solid fill">
                <a:extLst>
                  <a:ext uri="{FF2B5EF4-FFF2-40B4-BE49-F238E27FC236}">
                    <a16:creationId xmlns:a16="http://schemas.microsoft.com/office/drawing/2014/main" id="{70D56390-1A83-756D-14D1-4BF2827093E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/>
              </a:stretch>
            </p:blipFill>
            <p:spPr>
              <a:xfrm>
                <a:off x="8770475" y="5527706"/>
                <a:ext cx="432000" cy="432000"/>
              </a:xfrm>
              <a:prstGeom prst="rect">
                <a:avLst/>
              </a:prstGeom>
            </p:spPr>
          </p:pic>
          <p:sp>
            <p:nvSpPr>
              <p:cNvPr id="158" name="TextBox 157">
                <a:extLst>
                  <a:ext uri="{FF2B5EF4-FFF2-40B4-BE49-F238E27FC236}">
                    <a16:creationId xmlns:a16="http://schemas.microsoft.com/office/drawing/2014/main" id="{CEDD5E14-E768-2601-C4ED-FCDF14B23792}"/>
                  </a:ext>
                </a:extLst>
              </p:cNvPr>
              <p:cNvSpPr txBox="1"/>
              <p:nvPr/>
            </p:nvSpPr>
            <p:spPr>
              <a:xfrm>
                <a:off x="8826014" y="5137010"/>
                <a:ext cx="32092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A" dirty="0">
                    <a:solidFill>
                      <a:schemeClr val="bg1"/>
                    </a:solidFill>
                  </a:rPr>
                  <a:t>C</a:t>
                </a:r>
              </a:p>
            </p:txBody>
          </p:sp>
          <p:sp>
            <p:nvSpPr>
              <p:cNvPr id="159" name="TextBox 158">
                <a:extLst>
                  <a:ext uri="{FF2B5EF4-FFF2-40B4-BE49-F238E27FC236}">
                    <a16:creationId xmlns:a16="http://schemas.microsoft.com/office/drawing/2014/main" id="{43EBBD54-ADC4-21BE-A204-5D73FB59497F}"/>
                  </a:ext>
                </a:extLst>
              </p:cNvPr>
              <p:cNvSpPr txBox="1"/>
              <p:nvPr/>
            </p:nvSpPr>
            <p:spPr>
              <a:xfrm>
                <a:off x="8826014" y="5555082"/>
                <a:ext cx="32092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dirty="0">
                    <a:solidFill>
                      <a:schemeClr val="bg1"/>
                    </a:solidFill>
                  </a:rPr>
                  <a:t>A</a:t>
                </a:r>
              </a:p>
            </p:txBody>
          </p:sp>
          <p:pic>
            <p:nvPicPr>
              <p:cNvPr id="160" name="Graphic 159" descr="Harvey Balls 100% with solid fill">
                <a:extLst>
                  <a:ext uri="{FF2B5EF4-FFF2-40B4-BE49-F238E27FC236}">
                    <a16:creationId xmlns:a16="http://schemas.microsoft.com/office/drawing/2014/main" id="{AB475FA0-651F-AEBA-2042-0AAE10F1462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/>
              </a:stretch>
            </p:blipFill>
            <p:spPr>
              <a:xfrm>
                <a:off x="8770475" y="5933065"/>
                <a:ext cx="432000" cy="432000"/>
              </a:xfrm>
              <a:prstGeom prst="rect">
                <a:avLst/>
              </a:prstGeom>
            </p:spPr>
          </p:pic>
          <p:sp>
            <p:nvSpPr>
              <p:cNvPr id="161" name="TextBox 160">
                <a:extLst>
                  <a:ext uri="{FF2B5EF4-FFF2-40B4-BE49-F238E27FC236}">
                    <a16:creationId xmlns:a16="http://schemas.microsoft.com/office/drawing/2014/main" id="{3E1C8ACA-B4A8-9721-0EEC-60F6A77260C8}"/>
                  </a:ext>
                </a:extLst>
              </p:cNvPr>
              <p:cNvSpPr txBox="1"/>
              <p:nvPr/>
            </p:nvSpPr>
            <p:spPr>
              <a:xfrm>
                <a:off x="8826014" y="5959706"/>
                <a:ext cx="3241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dirty="0">
                    <a:solidFill>
                      <a:schemeClr val="bg1"/>
                    </a:solidFill>
                  </a:rPr>
                  <a:t>B</a:t>
                </a:r>
              </a:p>
            </p:txBody>
          </p:sp>
          <p:sp>
            <p:nvSpPr>
              <p:cNvPr id="162" name="TextBox 161">
                <a:extLst>
                  <a:ext uri="{FF2B5EF4-FFF2-40B4-BE49-F238E27FC236}">
                    <a16:creationId xmlns:a16="http://schemas.microsoft.com/office/drawing/2014/main" id="{6C38515D-6BF6-0BE7-A7D3-F93662699399}"/>
                  </a:ext>
                </a:extLst>
              </p:cNvPr>
              <p:cNvSpPr txBox="1"/>
              <p:nvPr/>
            </p:nvSpPr>
            <p:spPr>
              <a:xfrm>
                <a:off x="8824020" y="4703347"/>
                <a:ext cx="32092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A" dirty="0">
                    <a:solidFill>
                      <a:schemeClr val="bg1"/>
                    </a:solidFill>
                  </a:rPr>
                  <a:t>A</a:t>
                </a:r>
              </a:p>
            </p:txBody>
          </p:sp>
          <p:pic>
            <p:nvPicPr>
              <p:cNvPr id="163" name="Graphic 162" descr="Harvey Balls 100% with solid fill">
                <a:extLst>
                  <a:ext uri="{FF2B5EF4-FFF2-40B4-BE49-F238E27FC236}">
                    <a16:creationId xmlns:a16="http://schemas.microsoft.com/office/drawing/2014/main" id="{E8C501E5-B11D-47FE-96C1-ADFCB820C99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/>
              </a:stretch>
            </p:blipFill>
            <p:spPr>
              <a:xfrm>
                <a:off x="7930980" y="4692992"/>
                <a:ext cx="432000" cy="432000"/>
              </a:xfrm>
              <a:prstGeom prst="rect">
                <a:avLst/>
              </a:prstGeom>
            </p:spPr>
          </p:pic>
          <p:sp>
            <p:nvSpPr>
              <p:cNvPr id="164" name="TextBox 163">
                <a:extLst>
                  <a:ext uri="{FF2B5EF4-FFF2-40B4-BE49-F238E27FC236}">
                    <a16:creationId xmlns:a16="http://schemas.microsoft.com/office/drawing/2014/main" id="{A45F3F5A-00B7-CAAC-2862-58C4D80F54E6}"/>
                  </a:ext>
                </a:extLst>
              </p:cNvPr>
              <p:cNvSpPr txBox="1"/>
              <p:nvPr/>
            </p:nvSpPr>
            <p:spPr>
              <a:xfrm>
                <a:off x="7984926" y="4724005"/>
                <a:ext cx="32092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A" dirty="0">
                    <a:solidFill>
                      <a:schemeClr val="bg1"/>
                    </a:solidFill>
                  </a:rPr>
                  <a:t>A</a:t>
                </a:r>
              </a:p>
            </p:txBody>
          </p:sp>
          <p:pic>
            <p:nvPicPr>
              <p:cNvPr id="165" name="Graphic 164" descr="Harvey Balls 100% with solid fill">
                <a:extLst>
                  <a:ext uri="{FF2B5EF4-FFF2-40B4-BE49-F238E27FC236}">
                    <a16:creationId xmlns:a16="http://schemas.microsoft.com/office/drawing/2014/main" id="{3829FF23-A4B2-41EE-C036-76FFB9063FF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/>
              </a:stretch>
            </p:blipFill>
            <p:spPr>
              <a:xfrm>
                <a:off x="8756758" y="4687610"/>
                <a:ext cx="432000" cy="432000"/>
              </a:xfrm>
              <a:prstGeom prst="rect">
                <a:avLst/>
              </a:prstGeom>
            </p:spPr>
          </p:pic>
          <p:sp>
            <p:nvSpPr>
              <p:cNvPr id="166" name="TextBox 165">
                <a:extLst>
                  <a:ext uri="{FF2B5EF4-FFF2-40B4-BE49-F238E27FC236}">
                    <a16:creationId xmlns:a16="http://schemas.microsoft.com/office/drawing/2014/main" id="{F5192639-6C67-DDA7-6D74-B9BB6437D756}"/>
                  </a:ext>
                </a:extLst>
              </p:cNvPr>
              <p:cNvSpPr txBox="1"/>
              <p:nvPr/>
            </p:nvSpPr>
            <p:spPr>
              <a:xfrm>
                <a:off x="8812297" y="4714251"/>
                <a:ext cx="32092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A" dirty="0">
                    <a:solidFill>
                      <a:schemeClr val="bg1"/>
                    </a:solidFill>
                  </a:rPr>
                  <a:t>D</a:t>
                </a:r>
              </a:p>
            </p:txBody>
          </p:sp>
          <p:cxnSp>
            <p:nvCxnSpPr>
              <p:cNvPr id="167" name="Straight Arrow Connector 166">
                <a:extLst>
                  <a:ext uri="{FF2B5EF4-FFF2-40B4-BE49-F238E27FC236}">
                    <a16:creationId xmlns:a16="http://schemas.microsoft.com/office/drawing/2014/main" id="{BBB03A96-6078-ADB5-9C2E-1E82EE69A3CF}"/>
                  </a:ext>
                </a:extLst>
              </p:cNvPr>
              <p:cNvCxnSpPr>
                <a:cxnSpLocks/>
                <a:stCxn id="164" idx="3"/>
                <a:endCxn id="159" idx="1"/>
              </p:cNvCxnSpPr>
              <p:nvPr/>
            </p:nvCxnSpPr>
            <p:spPr>
              <a:xfrm>
                <a:off x="8305848" y="4908671"/>
                <a:ext cx="520166" cy="831077"/>
              </a:xfrm>
              <a:prstGeom prst="straightConnector1">
                <a:avLst/>
              </a:prstGeom>
              <a:ln w="6350"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8" name="Straight Arrow Connector 167">
                <a:extLst>
                  <a:ext uri="{FF2B5EF4-FFF2-40B4-BE49-F238E27FC236}">
                    <a16:creationId xmlns:a16="http://schemas.microsoft.com/office/drawing/2014/main" id="{5A52FEFD-0FD8-793D-7B13-29992C1A044A}"/>
                  </a:ext>
                </a:extLst>
              </p:cNvPr>
              <p:cNvCxnSpPr>
                <a:cxnSpLocks/>
                <a:stCxn id="151" idx="3"/>
                <a:endCxn id="161" idx="1"/>
              </p:cNvCxnSpPr>
              <p:nvPr/>
            </p:nvCxnSpPr>
            <p:spPr>
              <a:xfrm>
                <a:off x="8321158" y="5327058"/>
                <a:ext cx="504856" cy="817314"/>
              </a:xfrm>
              <a:prstGeom prst="straightConnector1">
                <a:avLst/>
              </a:prstGeom>
              <a:ln w="6350"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9" name="Straight Arrow Connector 168">
                <a:extLst>
                  <a:ext uri="{FF2B5EF4-FFF2-40B4-BE49-F238E27FC236}">
                    <a16:creationId xmlns:a16="http://schemas.microsoft.com/office/drawing/2014/main" id="{5B75703C-A6A1-FABA-61DF-D7EB81E5385B}"/>
                  </a:ext>
                </a:extLst>
              </p:cNvPr>
              <p:cNvCxnSpPr>
                <a:cxnSpLocks/>
                <a:endCxn id="158" idx="1"/>
              </p:cNvCxnSpPr>
              <p:nvPr/>
            </p:nvCxnSpPr>
            <p:spPr>
              <a:xfrm flipV="1">
                <a:off x="8234355" y="5321676"/>
                <a:ext cx="591659" cy="453364"/>
              </a:xfrm>
              <a:prstGeom prst="straightConnector1">
                <a:avLst/>
              </a:prstGeom>
              <a:ln w="6350"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0" name="Straight Arrow Connector 169">
                <a:extLst>
                  <a:ext uri="{FF2B5EF4-FFF2-40B4-BE49-F238E27FC236}">
                    <a16:creationId xmlns:a16="http://schemas.microsoft.com/office/drawing/2014/main" id="{74DA6132-3357-BFAE-7DAB-44A7EEB8A752}"/>
                  </a:ext>
                </a:extLst>
              </p:cNvPr>
              <p:cNvCxnSpPr>
                <a:cxnSpLocks/>
                <a:endCxn id="166" idx="1"/>
              </p:cNvCxnSpPr>
              <p:nvPr/>
            </p:nvCxnSpPr>
            <p:spPr>
              <a:xfrm flipV="1">
                <a:off x="8240412" y="4898917"/>
                <a:ext cx="571885" cy="1178929"/>
              </a:xfrm>
              <a:prstGeom prst="straightConnector1">
                <a:avLst/>
              </a:prstGeom>
              <a:ln w="6350"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4968519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189450-4C2B-AA15-83DF-91BED9883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64A56F7E-4A7F-9B53-7C16-3C23A27E0FCF}"/>
              </a:ext>
            </a:extLst>
          </p:cNvPr>
          <p:cNvSpPr/>
          <p:nvPr/>
        </p:nvSpPr>
        <p:spPr>
          <a:xfrm>
            <a:off x="-1667435" y="663388"/>
            <a:ext cx="10650070" cy="69367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0843898-6AAA-6514-E3D1-CE6210F1D0B2}"/>
              </a:ext>
            </a:extLst>
          </p:cNvPr>
          <p:cNvSpPr/>
          <p:nvPr/>
        </p:nvSpPr>
        <p:spPr>
          <a:xfrm rot="10800000">
            <a:off x="-615281" y="1534987"/>
            <a:ext cx="400110" cy="5145437"/>
          </a:xfrm>
          <a:prstGeom prst="rect">
            <a:avLst/>
          </a:prstGeom>
          <a:gradFill>
            <a:gsLst>
              <a:gs pos="50000">
                <a:schemeClr val="accent1">
                  <a:lumMod val="5000"/>
                  <a:lumOff val="95000"/>
                </a:schemeClr>
              </a:gs>
              <a:gs pos="16995">
                <a:srgbClr val="8CBAE6"/>
              </a:gs>
              <a:gs pos="33000">
                <a:srgbClr val="CAE8FE"/>
              </a:gs>
              <a:gs pos="75991">
                <a:srgbClr val="F5B0B2"/>
              </a:gs>
              <a:gs pos="0">
                <a:srgbClr val="2C77A6"/>
              </a:gs>
              <a:gs pos="100000">
                <a:srgbClr val="BC2726"/>
              </a:gs>
            </a:gsLst>
            <a:lin ang="5400000" scaled="1"/>
          </a:gra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03BEC1D-323C-E5A9-D9D6-2170D5EBC617}"/>
              </a:ext>
            </a:extLst>
          </p:cNvPr>
          <p:cNvSpPr/>
          <p:nvPr/>
        </p:nvSpPr>
        <p:spPr>
          <a:xfrm rot="16200000">
            <a:off x="2338010" y="4411390"/>
            <a:ext cx="400111" cy="5145437"/>
          </a:xfrm>
          <a:prstGeom prst="rect">
            <a:avLst/>
          </a:prstGeom>
          <a:gradFill>
            <a:gsLst>
              <a:gs pos="72000">
                <a:srgbClr val="C8E69D"/>
              </a:gs>
              <a:gs pos="14000">
                <a:srgbClr val="F3B37A"/>
              </a:gs>
              <a:gs pos="48000">
                <a:srgbClr val="F8FBC7"/>
              </a:gs>
              <a:gs pos="84000">
                <a:srgbClr val="9FD276"/>
              </a:gs>
              <a:gs pos="0">
                <a:srgbClr val="DE5441"/>
              </a:gs>
              <a:gs pos="100000">
                <a:srgbClr val="5AB359"/>
              </a:gs>
            </a:gsLst>
            <a:lin ang="5400000" scaled="1"/>
          </a:gra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2370017-D4A0-F238-192E-D5B0532379F2}"/>
              </a:ext>
            </a:extLst>
          </p:cNvPr>
          <p:cNvSpPr/>
          <p:nvPr/>
        </p:nvSpPr>
        <p:spPr>
          <a:xfrm>
            <a:off x="-38527" y="1499144"/>
            <a:ext cx="5149311" cy="514543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7FDDA19-ED54-8C47-0A5C-E281E96D0700}"/>
              </a:ext>
            </a:extLst>
          </p:cNvPr>
          <p:cNvCxnSpPr>
            <a:cxnSpLocks/>
            <a:stCxn id="4" idx="0"/>
            <a:endCxn id="4" idx="2"/>
          </p:cNvCxnSpPr>
          <p:nvPr/>
        </p:nvCxnSpPr>
        <p:spPr>
          <a:xfrm>
            <a:off x="2536129" y="1499144"/>
            <a:ext cx="0" cy="514543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8B50B39-703C-4A12-5BAE-AACC6379E5F1}"/>
              </a:ext>
            </a:extLst>
          </p:cNvPr>
          <p:cNvCxnSpPr>
            <a:cxnSpLocks/>
            <a:stCxn id="4" idx="1"/>
            <a:endCxn id="4" idx="3"/>
          </p:cNvCxnSpPr>
          <p:nvPr/>
        </p:nvCxnSpPr>
        <p:spPr>
          <a:xfrm>
            <a:off x="-38527" y="4071863"/>
            <a:ext cx="514931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469D7E2-AC23-1142-E5F6-4D36A460084B}"/>
                  </a:ext>
                </a:extLst>
              </p:cNvPr>
              <p:cNvSpPr txBox="1"/>
              <p:nvPr/>
            </p:nvSpPr>
            <p:spPr>
              <a:xfrm>
                <a:off x="1611838" y="6768419"/>
                <a:ext cx="2006027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CA" sz="2000" b="1" dirty="0"/>
                  <a:t>TREND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0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CA" sz="2000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CA" sz="2000" i="1"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</m:sSub>
                  </m:oMath>
                </a14:m>
                <a:r>
                  <a:rPr lang="en-CA" sz="2000" b="1" dirty="0"/>
                  <a:t> )</a:t>
                </a:r>
              </a:p>
              <a:p>
                <a:pPr algn="ctr"/>
                <a:endParaRPr lang="en-CA" sz="2000" b="1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469D7E2-AC23-1142-E5F6-4D36A46008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1838" y="6768419"/>
                <a:ext cx="2006027" cy="707886"/>
              </a:xfrm>
              <a:prstGeom prst="rect">
                <a:avLst/>
              </a:prstGeom>
              <a:blipFill>
                <a:blip r:embed="rId3"/>
                <a:stretch>
                  <a:fillRect t="-1754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C6FCCFB-B761-2A15-8383-26A758528ED5}"/>
                  </a:ext>
                </a:extLst>
              </p:cNvPr>
              <p:cNvSpPr txBox="1"/>
              <p:nvPr/>
            </p:nvSpPr>
            <p:spPr>
              <a:xfrm rot="16200000">
                <a:off x="-1609302" y="4054219"/>
                <a:ext cx="242463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A" sz="2000" b="1" dirty="0"/>
                  <a:t>CORRELATION  </a:t>
                </a:r>
                <a:r>
                  <a:rPr lang="en-CA" sz="200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0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CA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CA" sz="2000" dirty="0"/>
                  <a:t>)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C6FCCFB-B761-2A15-8383-26A758528E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-1609302" y="4054219"/>
                <a:ext cx="2424638" cy="400110"/>
              </a:xfrm>
              <a:prstGeom prst="rect">
                <a:avLst/>
              </a:prstGeom>
              <a:blipFill>
                <a:blip r:embed="rId4"/>
                <a:stretch>
                  <a:fillRect l="-3030" t="-1563" r="-27273" b="-2604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DADEB0DD-4DE8-4B4F-35BC-339EC5AF3C4C}"/>
              </a:ext>
            </a:extLst>
          </p:cNvPr>
          <p:cNvSpPr txBox="1"/>
          <p:nvPr/>
        </p:nvSpPr>
        <p:spPr>
          <a:xfrm>
            <a:off x="4550907" y="6684690"/>
            <a:ext cx="4042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200" dirty="0"/>
              <a:t>+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160370E-DF6D-1D4D-C6C5-C249E021704B}"/>
              </a:ext>
            </a:extLst>
          </p:cNvPr>
          <p:cNvSpPr txBox="1"/>
          <p:nvPr/>
        </p:nvSpPr>
        <p:spPr>
          <a:xfrm>
            <a:off x="43497" y="6691722"/>
            <a:ext cx="32412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200" dirty="0"/>
              <a:t>-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864526A-3419-BDDC-FB28-AEA539547FDF}"/>
              </a:ext>
            </a:extLst>
          </p:cNvPr>
          <p:cNvSpPr txBox="1"/>
          <p:nvPr/>
        </p:nvSpPr>
        <p:spPr>
          <a:xfrm>
            <a:off x="-576265" y="6088331"/>
            <a:ext cx="32412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200" b="1" dirty="0"/>
              <a:t>-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E601EC2-0ACA-0824-B7A2-27531491746F}"/>
              </a:ext>
            </a:extLst>
          </p:cNvPr>
          <p:cNvSpPr txBox="1"/>
          <p:nvPr/>
        </p:nvSpPr>
        <p:spPr>
          <a:xfrm>
            <a:off x="-622805" y="1548120"/>
            <a:ext cx="4042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200" b="1" dirty="0"/>
              <a:t>+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3E85409-C1D4-AE6C-7607-69A32698743B}"/>
              </a:ext>
            </a:extLst>
          </p:cNvPr>
          <p:cNvSpPr txBox="1"/>
          <p:nvPr/>
        </p:nvSpPr>
        <p:spPr>
          <a:xfrm>
            <a:off x="99104" y="5881160"/>
            <a:ext cx="23529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Decline with reshuffling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6A1EC60-7B5D-0BEF-06BF-C983F8C360A3}"/>
              </a:ext>
            </a:extLst>
          </p:cNvPr>
          <p:cNvSpPr txBox="1"/>
          <p:nvPr/>
        </p:nvSpPr>
        <p:spPr>
          <a:xfrm>
            <a:off x="2646991" y="3368069"/>
            <a:ext cx="23529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Growth without reshuffling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0A8272F-1BC1-0773-6EE0-902A7900A00A}"/>
              </a:ext>
            </a:extLst>
          </p:cNvPr>
          <p:cNvSpPr txBox="1"/>
          <p:nvPr/>
        </p:nvSpPr>
        <p:spPr>
          <a:xfrm>
            <a:off x="2631453" y="5897589"/>
            <a:ext cx="23529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Growth with reshuffling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308A80E-F2FD-2952-93CB-70A1F284E70A}"/>
              </a:ext>
            </a:extLst>
          </p:cNvPr>
          <p:cNvSpPr txBox="1"/>
          <p:nvPr/>
        </p:nvSpPr>
        <p:spPr>
          <a:xfrm>
            <a:off x="6219450" y="4328537"/>
            <a:ext cx="188459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/>
              <a:t>Community reshuffling </a:t>
            </a:r>
            <a:r>
              <a:rPr lang="en-CA" dirty="0"/>
              <a:t>Species are reshuffled within the community, altering its functioning.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7372BB7-8F76-DCA8-DEC7-E99DCE29AB67}"/>
              </a:ext>
            </a:extLst>
          </p:cNvPr>
          <p:cNvSpPr txBox="1"/>
          <p:nvPr/>
        </p:nvSpPr>
        <p:spPr>
          <a:xfrm>
            <a:off x="6194799" y="1623260"/>
            <a:ext cx="188830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/>
              <a:t>Absolute community-level change </a:t>
            </a:r>
            <a:r>
              <a:rPr lang="en-CA" dirty="0"/>
              <a:t>Species-level changes amplify change at the community level.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CB536BD-64C2-20F4-8B66-ABDAB948754F}"/>
              </a:ext>
            </a:extLst>
          </p:cNvPr>
          <p:cNvSpPr txBox="1"/>
          <p:nvPr/>
        </p:nvSpPr>
        <p:spPr>
          <a:xfrm>
            <a:off x="72452" y="816037"/>
            <a:ext cx="23795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Most species decline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66A1267-B85B-636C-C36D-0F994660EF01}"/>
              </a:ext>
            </a:extLst>
          </p:cNvPr>
          <p:cNvSpPr txBox="1"/>
          <p:nvPr/>
        </p:nvSpPr>
        <p:spPr>
          <a:xfrm>
            <a:off x="2578093" y="831395"/>
            <a:ext cx="24907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Most species grow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1A6880FB-EC56-AFF7-7E51-8BC7C65FD5B9}"/>
              </a:ext>
            </a:extLst>
          </p:cNvPr>
          <p:cNvCxnSpPr>
            <a:cxnSpLocks/>
          </p:cNvCxnSpPr>
          <p:nvPr/>
        </p:nvCxnSpPr>
        <p:spPr>
          <a:xfrm flipV="1">
            <a:off x="6032093" y="1462927"/>
            <a:ext cx="0" cy="23208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F3827A04-75BC-5738-2E2D-6B89FBA2BD89}"/>
              </a:ext>
            </a:extLst>
          </p:cNvPr>
          <p:cNvCxnSpPr>
            <a:cxnSpLocks/>
          </p:cNvCxnSpPr>
          <p:nvPr/>
        </p:nvCxnSpPr>
        <p:spPr>
          <a:xfrm>
            <a:off x="6032093" y="4244157"/>
            <a:ext cx="0" cy="23642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EA30D6C2-90E0-4537-5EAB-B5DE2C8767EE}"/>
              </a:ext>
            </a:extLst>
          </p:cNvPr>
          <p:cNvCxnSpPr>
            <a:cxnSpLocks/>
          </p:cNvCxnSpPr>
          <p:nvPr/>
        </p:nvCxnSpPr>
        <p:spPr>
          <a:xfrm>
            <a:off x="2646991" y="1266947"/>
            <a:ext cx="246379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EB24B88C-479D-4178-CC91-19E5D34D9650}"/>
              </a:ext>
            </a:extLst>
          </p:cNvPr>
          <p:cNvCxnSpPr>
            <a:cxnSpLocks/>
          </p:cNvCxnSpPr>
          <p:nvPr/>
        </p:nvCxnSpPr>
        <p:spPr>
          <a:xfrm flipH="1">
            <a:off x="20270" y="1266947"/>
            <a:ext cx="243176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Freeform 2">
            <a:extLst>
              <a:ext uri="{FF2B5EF4-FFF2-40B4-BE49-F238E27FC236}">
                <a16:creationId xmlns:a16="http://schemas.microsoft.com/office/drawing/2014/main" id="{FC2F8CA2-4A93-4453-F303-883056E724EE}"/>
              </a:ext>
            </a:extLst>
          </p:cNvPr>
          <p:cNvSpPr/>
          <p:nvPr/>
        </p:nvSpPr>
        <p:spPr>
          <a:xfrm>
            <a:off x="2894641" y="5064605"/>
            <a:ext cx="1764280" cy="637340"/>
          </a:xfrm>
          <a:custGeom>
            <a:avLst/>
            <a:gdLst>
              <a:gd name="connsiteX0" fmla="*/ 0 w 914400"/>
              <a:gd name="connsiteY0" fmla="*/ 950271 h 968201"/>
              <a:gd name="connsiteX1" fmla="*/ 376518 w 914400"/>
              <a:gd name="connsiteY1" fmla="*/ 13 h 968201"/>
              <a:gd name="connsiteX2" fmla="*/ 896470 w 914400"/>
              <a:gd name="connsiteY2" fmla="*/ 968201 h 968201"/>
              <a:gd name="connsiteX3" fmla="*/ 896470 w 914400"/>
              <a:gd name="connsiteY3" fmla="*/ 968201 h 968201"/>
              <a:gd name="connsiteX4" fmla="*/ 914400 w 914400"/>
              <a:gd name="connsiteY4" fmla="*/ 968201 h 968201"/>
              <a:gd name="connsiteX0" fmla="*/ 0 w 914400"/>
              <a:gd name="connsiteY0" fmla="*/ 791293 h 809223"/>
              <a:gd name="connsiteX1" fmla="*/ 439628 w 914400"/>
              <a:gd name="connsiteY1" fmla="*/ 21 h 809223"/>
              <a:gd name="connsiteX2" fmla="*/ 896470 w 914400"/>
              <a:gd name="connsiteY2" fmla="*/ 809223 h 809223"/>
              <a:gd name="connsiteX3" fmla="*/ 896470 w 914400"/>
              <a:gd name="connsiteY3" fmla="*/ 809223 h 809223"/>
              <a:gd name="connsiteX4" fmla="*/ 914400 w 914400"/>
              <a:gd name="connsiteY4" fmla="*/ 809223 h 809223"/>
              <a:gd name="connsiteX0" fmla="*/ 0 w 914400"/>
              <a:gd name="connsiteY0" fmla="*/ 876926 h 894856"/>
              <a:gd name="connsiteX1" fmla="*/ 439628 w 914400"/>
              <a:gd name="connsiteY1" fmla="*/ 85654 h 894856"/>
              <a:gd name="connsiteX2" fmla="*/ 896470 w 914400"/>
              <a:gd name="connsiteY2" fmla="*/ 894856 h 894856"/>
              <a:gd name="connsiteX3" fmla="*/ 896470 w 914400"/>
              <a:gd name="connsiteY3" fmla="*/ 894856 h 894856"/>
              <a:gd name="connsiteX4" fmla="*/ 914400 w 914400"/>
              <a:gd name="connsiteY4" fmla="*/ 894856 h 894856"/>
              <a:gd name="connsiteX0" fmla="*/ 0 w 914400"/>
              <a:gd name="connsiteY0" fmla="*/ 918291 h 936221"/>
              <a:gd name="connsiteX1" fmla="*/ 547770 w 914400"/>
              <a:gd name="connsiteY1" fmla="*/ 83236 h 936221"/>
              <a:gd name="connsiteX2" fmla="*/ 896470 w 914400"/>
              <a:gd name="connsiteY2" fmla="*/ 936221 h 936221"/>
              <a:gd name="connsiteX3" fmla="*/ 896470 w 914400"/>
              <a:gd name="connsiteY3" fmla="*/ 936221 h 936221"/>
              <a:gd name="connsiteX4" fmla="*/ 914400 w 914400"/>
              <a:gd name="connsiteY4" fmla="*/ 936221 h 936221"/>
              <a:gd name="connsiteX0" fmla="*/ 0 w 914400"/>
              <a:gd name="connsiteY0" fmla="*/ 835213 h 853143"/>
              <a:gd name="connsiteX1" fmla="*/ 547770 w 914400"/>
              <a:gd name="connsiteY1" fmla="*/ 158 h 853143"/>
              <a:gd name="connsiteX2" fmla="*/ 896470 w 914400"/>
              <a:gd name="connsiteY2" fmla="*/ 853143 h 853143"/>
              <a:gd name="connsiteX3" fmla="*/ 896470 w 914400"/>
              <a:gd name="connsiteY3" fmla="*/ 853143 h 853143"/>
              <a:gd name="connsiteX4" fmla="*/ 914400 w 914400"/>
              <a:gd name="connsiteY4" fmla="*/ 853143 h 853143"/>
              <a:gd name="connsiteX0" fmla="*/ 0 w 914400"/>
              <a:gd name="connsiteY0" fmla="*/ 791451 h 809381"/>
              <a:gd name="connsiteX1" fmla="*/ 640463 w 914400"/>
              <a:gd name="connsiteY1" fmla="*/ 179 h 809381"/>
              <a:gd name="connsiteX2" fmla="*/ 896470 w 914400"/>
              <a:gd name="connsiteY2" fmla="*/ 809381 h 809381"/>
              <a:gd name="connsiteX3" fmla="*/ 896470 w 914400"/>
              <a:gd name="connsiteY3" fmla="*/ 809381 h 809381"/>
              <a:gd name="connsiteX4" fmla="*/ 914400 w 914400"/>
              <a:gd name="connsiteY4" fmla="*/ 809381 h 809381"/>
              <a:gd name="connsiteX0" fmla="*/ 0 w 914400"/>
              <a:gd name="connsiteY0" fmla="*/ 813339 h 831269"/>
              <a:gd name="connsiteX1" fmla="*/ 640463 w 914400"/>
              <a:gd name="connsiteY1" fmla="*/ 22067 h 831269"/>
              <a:gd name="connsiteX2" fmla="*/ 896470 w 914400"/>
              <a:gd name="connsiteY2" fmla="*/ 831269 h 831269"/>
              <a:gd name="connsiteX3" fmla="*/ 896470 w 914400"/>
              <a:gd name="connsiteY3" fmla="*/ 831269 h 831269"/>
              <a:gd name="connsiteX4" fmla="*/ 914400 w 914400"/>
              <a:gd name="connsiteY4" fmla="*/ 831269 h 831269"/>
              <a:gd name="connsiteX0" fmla="*/ 0 w 914400"/>
              <a:gd name="connsiteY0" fmla="*/ 827648 h 845578"/>
              <a:gd name="connsiteX1" fmla="*/ 424180 w 914400"/>
              <a:gd name="connsiteY1" fmla="*/ 21781 h 845578"/>
              <a:gd name="connsiteX2" fmla="*/ 896470 w 914400"/>
              <a:gd name="connsiteY2" fmla="*/ 845578 h 845578"/>
              <a:gd name="connsiteX3" fmla="*/ 896470 w 914400"/>
              <a:gd name="connsiteY3" fmla="*/ 845578 h 845578"/>
              <a:gd name="connsiteX4" fmla="*/ 914400 w 914400"/>
              <a:gd name="connsiteY4" fmla="*/ 845578 h 845578"/>
              <a:gd name="connsiteX0" fmla="*/ 0 w 914400"/>
              <a:gd name="connsiteY0" fmla="*/ 806228 h 824158"/>
              <a:gd name="connsiteX1" fmla="*/ 424180 w 914400"/>
              <a:gd name="connsiteY1" fmla="*/ 361 h 824158"/>
              <a:gd name="connsiteX2" fmla="*/ 896470 w 914400"/>
              <a:gd name="connsiteY2" fmla="*/ 824158 h 824158"/>
              <a:gd name="connsiteX3" fmla="*/ 896470 w 914400"/>
              <a:gd name="connsiteY3" fmla="*/ 824158 h 824158"/>
              <a:gd name="connsiteX4" fmla="*/ 914400 w 914400"/>
              <a:gd name="connsiteY4" fmla="*/ 824158 h 824158"/>
              <a:gd name="connsiteX0" fmla="*/ 0 w 914400"/>
              <a:gd name="connsiteY0" fmla="*/ 879172 h 897102"/>
              <a:gd name="connsiteX1" fmla="*/ 455077 w 914400"/>
              <a:gd name="connsiteY1" fmla="*/ 332 h 897102"/>
              <a:gd name="connsiteX2" fmla="*/ 896470 w 914400"/>
              <a:gd name="connsiteY2" fmla="*/ 897102 h 897102"/>
              <a:gd name="connsiteX3" fmla="*/ 896470 w 914400"/>
              <a:gd name="connsiteY3" fmla="*/ 897102 h 897102"/>
              <a:gd name="connsiteX4" fmla="*/ 914400 w 914400"/>
              <a:gd name="connsiteY4" fmla="*/ 897102 h 897102"/>
              <a:gd name="connsiteX0" fmla="*/ 0 w 1115234"/>
              <a:gd name="connsiteY0" fmla="*/ 879172 h 897102"/>
              <a:gd name="connsiteX1" fmla="*/ 455077 w 1115234"/>
              <a:gd name="connsiteY1" fmla="*/ 332 h 897102"/>
              <a:gd name="connsiteX2" fmla="*/ 896470 w 1115234"/>
              <a:gd name="connsiteY2" fmla="*/ 897102 h 897102"/>
              <a:gd name="connsiteX3" fmla="*/ 896470 w 1115234"/>
              <a:gd name="connsiteY3" fmla="*/ 897102 h 897102"/>
              <a:gd name="connsiteX4" fmla="*/ 1115234 w 1115234"/>
              <a:gd name="connsiteY4" fmla="*/ 882507 h 897102"/>
              <a:gd name="connsiteX0" fmla="*/ 0 w 1115234"/>
              <a:gd name="connsiteY0" fmla="*/ 879172 h 897102"/>
              <a:gd name="connsiteX1" fmla="*/ 455077 w 1115234"/>
              <a:gd name="connsiteY1" fmla="*/ 332 h 897102"/>
              <a:gd name="connsiteX2" fmla="*/ 896470 w 1115234"/>
              <a:gd name="connsiteY2" fmla="*/ 897102 h 897102"/>
              <a:gd name="connsiteX3" fmla="*/ 1081855 w 1115234"/>
              <a:gd name="connsiteY3" fmla="*/ 882508 h 897102"/>
              <a:gd name="connsiteX4" fmla="*/ 1115234 w 1115234"/>
              <a:gd name="connsiteY4" fmla="*/ 882507 h 897102"/>
              <a:gd name="connsiteX0" fmla="*/ 0 w 1115234"/>
              <a:gd name="connsiteY0" fmla="*/ 878948 h 882284"/>
              <a:gd name="connsiteX1" fmla="*/ 455077 w 1115234"/>
              <a:gd name="connsiteY1" fmla="*/ 108 h 882284"/>
              <a:gd name="connsiteX2" fmla="*/ 1057788 w 1115234"/>
              <a:gd name="connsiteY2" fmla="*/ 813307 h 882284"/>
              <a:gd name="connsiteX3" fmla="*/ 1081855 w 1115234"/>
              <a:gd name="connsiteY3" fmla="*/ 882284 h 882284"/>
              <a:gd name="connsiteX4" fmla="*/ 1115234 w 1115234"/>
              <a:gd name="connsiteY4" fmla="*/ 882283 h 882284"/>
              <a:gd name="connsiteX0" fmla="*/ 0 w 1141253"/>
              <a:gd name="connsiteY0" fmla="*/ 878948 h 882284"/>
              <a:gd name="connsiteX1" fmla="*/ 455077 w 1141253"/>
              <a:gd name="connsiteY1" fmla="*/ 108 h 882284"/>
              <a:gd name="connsiteX2" fmla="*/ 1057788 w 1141253"/>
              <a:gd name="connsiteY2" fmla="*/ 813307 h 882284"/>
              <a:gd name="connsiteX3" fmla="*/ 1081855 w 1141253"/>
              <a:gd name="connsiteY3" fmla="*/ 882284 h 882284"/>
              <a:gd name="connsiteX4" fmla="*/ 1141253 w 1141253"/>
              <a:gd name="connsiteY4" fmla="*/ 862619 h 882284"/>
              <a:gd name="connsiteX0" fmla="*/ 0 w 1081855"/>
              <a:gd name="connsiteY0" fmla="*/ 878948 h 882284"/>
              <a:gd name="connsiteX1" fmla="*/ 455077 w 1081855"/>
              <a:gd name="connsiteY1" fmla="*/ 108 h 882284"/>
              <a:gd name="connsiteX2" fmla="*/ 1057788 w 1081855"/>
              <a:gd name="connsiteY2" fmla="*/ 813307 h 882284"/>
              <a:gd name="connsiteX3" fmla="*/ 1081855 w 1081855"/>
              <a:gd name="connsiteY3" fmla="*/ 882284 h 882284"/>
              <a:gd name="connsiteX0" fmla="*/ 0 w 1057788"/>
              <a:gd name="connsiteY0" fmla="*/ 878948 h 878948"/>
              <a:gd name="connsiteX1" fmla="*/ 455077 w 1057788"/>
              <a:gd name="connsiteY1" fmla="*/ 108 h 878948"/>
              <a:gd name="connsiteX2" fmla="*/ 1057788 w 1057788"/>
              <a:gd name="connsiteY2" fmla="*/ 813307 h 878948"/>
              <a:gd name="connsiteX0" fmla="*/ 0 w 1146253"/>
              <a:gd name="connsiteY0" fmla="*/ 878847 h 878847"/>
              <a:gd name="connsiteX1" fmla="*/ 455077 w 1146253"/>
              <a:gd name="connsiteY1" fmla="*/ 7 h 878847"/>
              <a:gd name="connsiteX2" fmla="*/ 1146253 w 1146253"/>
              <a:gd name="connsiteY2" fmla="*/ 862366 h 878847"/>
              <a:gd name="connsiteX0" fmla="*/ 0 w 1146253"/>
              <a:gd name="connsiteY0" fmla="*/ 886730 h 886730"/>
              <a:gd name="connsiteX1" fmla="*/ 455077 w 1146253"/>
              <a:gd name="connsiteY1" fmla="*/ 7890 h 886730"/>
              <a:gd name="connsiteX2" fmla="*/ 901419 w 1146253"/>
              <a:gd name="connsiteY2" fmla="*/ 476918 h 886730"/>
              <a:gd name="connsiteX3" fmla="*/ 1146253 w 1146253"/>
              <a:gd name="connsiteY3" fmla="*/ 870249 h 886730"/>
              <a:gd name="connsiteX0" fmla="*/ 0 w 1146253"/>
              <a:gd name="connsiteY0" fmla="*/ 893192 h 893192"/>
              <a:gd name="connsiteX1" fmla="*/ 455077 w 1146253"/>
              <a:gd name="connsiteY1" fmla="*/ 14352 h 893192"/>
              <a:gd name="connsiteX2" fmla="*/ 1005495 w 1146253"/>
              <a:gd name="connsiteY2" fmla="*/ 385060 h 893192"/>
              <a:gd name="connsiteX3" fmla="*/ 1146253 w 1146253"/>
              <a:gd name="connsiteY3" fmla="*/ 876711 h 893192"/>
              <a:gd name="connsiteX0" fmla="*/ 0 w 1146253"/>
              <a:gd name="connsiteY0" fmla="*/ 888633 h 888633"/>
              <a:gd name="connsiteX1" fmla="*/ 455077 w 1146253"/>
              <a:gd name="connsiteY1" fmla="*/ 9793 h 888633"/>
              <a:gd name="connsiteX2" fmla="*/ 1005495 w 1146253"/>
              <a:gd name="connsiteY2" fmla="*/ 380501 h 888633"/>
              <a:gd name="connsiteX3" fmla="*/ 1146253 w 1146253"/>
              <a:gd name="connsiteY3" fmla="*/ 872152 h 888633"/>
              <a:gd name="connsiteX0" fmla="*/ 0 w 1146253"/>
              <a:gd name="connsiteY0" fmla="*/ 887498 h 887498"/>
              <a:gd name="connsiteX1" fmla="*/ 455077 w 1146253"/>
              <a:gd name="connsiteY1" fmla="*/ 8658 h 887498"/>
              <a:gd name="connsiteX2" fmla="*/ 1005495 w 1146253"/>
              <a:gd name="connsiteY2" fmla="*/ 379366 h 887498"/>
              <a:gd name="connsiteX3" fmla="*/ 1146253 w 1146253"/>
              <a:gd name="connsiteY3" fmla="*/ 871017 h 887498"/>
              <a:gd name="connsiteX0" fmla="*/ 0 w 1146253"/>
              <a:gd name="connsiteY0" fmla="*/ 887498 h 887498"/>
              <a:gd name="connsiteX1" fmla="*/ 455077 w 1146253"/>
              <a:gd name="connsiteY1" fmla="*/ 8658 h 887498"/>
              <a:gd name="connsiteX2" fmla="*/ 1005495 w 1146253"/>
              <a:gd name="connsiteY2" fmla="*/ 379366 h 887498"/>
              <a:gd name="connsiteX3" fmla="*/ 1146253 w 1146253"/>
              <a:gd name="connsiteY3" fmla="*/ 871017 h 887498"/>
              <a:gd name="connsiteX0" fmla="*/ 0 w 1146253"/>
              <a:gd name="connsiteY0" fmla="*/ 709220 h 709220"/>
              <a:gd name="connsiteX1" fmla="*/ 335391 w 1146253"/>
              <a:gd name="connsiteY1" fmla="*/ 12272 h 709220"/>
              <a:gd name="connsiteX2" fmla="*/ 1005495 w 1146253"/>
              <a:gd name="connsiteY2" fmla="*/ 201088 h 709220"/>
              <a:gd name="connsiteX3" fmla="*/ 1146253 w 1146253"/>
              <a:gd name="connsiteY3" fmla="*/ 692739 h 709220"/>
              <a:gd name="connsiteX0" fmla="*/ 0 w 1146253"/>
              <a:gd name="connsiteY0" fmla="*/ 709912 h 709912"/>
              <a:gd name="connsiteX1" fmla="*/ 335391 w 1146253"/>
              <a:gd name="connsiteY1" fmla="*/ 12964 h 709912"/>
              <a:gd name="connsiteX2" fmla="*/ 911828 w 1146253"/>
              <a:gd name="connsiteY2" fmla="*/ 191947 h 709912"/>
              <a:gd name="connsiteX3" fmla="*/ 1146253 w 1146253"/>
              <a:gd name="connsiteY3" fmla="*/ 693431 h 709912"/>
              <a:gd name="connsiteX0" fmla="*/ 0 w 1146253"/>
              <a:gd name="connsiteY0" fmla="*/ 709912 h 709912"/>
              <a:gd name="connsiteX1" fmla="*/ 335391 w 1146253"/>
              <a:gd name="connsiteY1" fmla="*/ 12964 h 709912"/>
              <a:gd name="connsiteX2" fmla="*/ 911828 w 1146253"/>
              <a:gd name="connsiteY2" fmla="*/ 191947 h 709912"/>
              <a:gd name="connsiteX3" fmla="*/ 1146253 w 1146253"/>
              <a:gd name="connsiteY3" fmla="*/ 693431 h 709912"/>
              <a:gd name="connsiteX0" fmla="*/ 0 w 1146253"/>
              <a:gd name="connsiteY0" fmla="*/ 717500 h 717500"/>
              <a:gd name="connsiteX1" fmla="*/ 335391 w 1146253"/>
              <a:gd name="connsiteY1" fmla="*/ 20552 h 717500"/>
              <a:gd name="connsiteX2" fmla="*/ 911828 w 1146253"/>
              <a:gd name="connsiteY2" fmla="*/ 199535 h 717500"/>
              <a:gd name="connsiteX3" fmla="*/ 1146253 w 1146253"/>
              <a:gd name="connsiteY3" fmla="*/ 701019 h 717500"/>
              <a:gd name="connsiteX0" fmla="*/ 0 w 1146253"/>
              <a:gd name="connsiteY0" fmla="*/ 530916 h 530916"/>
              <a:gd name="connsiteX1" fmla="*/ 293761 w 1146253"/>
              <a:gd name="connsiteY1" fmla="*/ 178088 h 530916"/>
              <a:gd name="connsiteX2" fmla="*/ 911828 w 1146253"/>
              <a:gd name="connsiteY2" fmla="*/ 12951 h 530916"/>
              <a:gd name="connsiteX3" fmla="*/ 1146253 w 1146253"/>
              <a:gd name="connsiteY3" fmla="*/ 514435 h 530916"/>
              <a:gd name="connsiteX0" fmla="*/ 0 w 1146253"/>
              <a:gd name="connsiteY0" fmla="*/ 533602 h 533602"/>
              <a:gd name="connsiteX1" fmla="*/ 293761 w 1146253"/>
              <a:gd name="connsiteY1" fmla="*/ 180774 h 533602"/>
              <a:gd name="connsiteX2" fmla="*/ 911828 w 1146253"/>
              <a:gd name="connsiteY2" fmla="*/ 15637 h 533602"/>
              <a:gd name="connsiteX3" fmla="*/ 1146253 w 1146253"/>
              <a:gd name="connsiteY3" fmla="*/ 517121 h 533602"/>
              <a:gd name="connsiteX0" fmla="*/ 0 w 1146253"/>
              <a:gd name="connsiteY0" fmla="*/ 527286 h 527286"/>
              <a:gd name="connsiteX1" fmla="*/ 293761 w 1146253"/>
              <a:gd name="connsiteY1" fmla="*/ 174458 h 527286"/>
              <a:gd name="connsiteX2" fmla="*/ 911828 w 1146253"/>
              <a:gd name="connsiteY2" fmla="*/ 9321 h 527286"/>
              <a:gd name="connsiteX3" fmla="*/ 1146253 w 1146253"/>
              <a:gd name="connsiteY3" fmla="*/ 510805 h 527286"/>
              <a:gd name="connsiteX0" fmla="*/ 0 w 1146253"/>
              <a:gd name="connsiteY0" fmla="*/ 530915 h 530915"/>
              <a:gd name="connsiteX1" fmla="*/ 293761 w 1146253"/>
              <a:gd name="connsiteY1" fmla="*/ 178087 h 530915"/>
              <a:gd name="connsiteX2" fmla="*/ 911828 w 1146253"/>
              <a:gd name="connsiteY2" fmla="*/ 12950 h 530915"/>
              <a:gd name="connsiteX3" fmla="*/ 1146253 w 1146253"/>
              <a:gd name="connsiteY3" fmla="*/ 514434 h 530915"/>
              <a:gd name="connsiteX0" fmla="*/ 0 w 1146253"/>
              <a:gd name="connsiteY0" fmla="*/ 535588 h 535588"/>
              <a:gd name="connsiteX1" fmla="*/ 293761 w 1146253"/>
              <a:gd name="connsiteY1" fmla="*/ 182760 h 535588"/>
              <a:gd name="connsiteX2" fmla="*/ 911828 w 1146253"/>
              <a:gd name="connsiteY2" fmla="*/ 17623 h 535588"/>
              <a:gd name="connsiteX3" fmla="*/ 1146253 w 1146253"/>
              <a:gd name="connsiteY3" fmla="*/ 519107 h 535588"/>
              <a:gd name="connsiteX0" fmla="*/ 0 w 1146253"/>
              <a:gd name="connsiteY0" fmla="*/ 529452 h 529452"/>
              <a:gd name="connsiteX1" fmla="*/ 293761 w 1146253"/>
              <a:gd name="connsiteY1" fmla="*/ 176624 h 529452"/>
              <a:gd name="connsiteX2" fmla="*/ 911828 w 1146253"/>
              <a:gd name="connsiteY2" fmla="*/ 11487 h 529452"/>
              <a:gd name="connsiteX3" fmla="*/ 1146253 w 1146253"/>
              <a:gd name="connsiteY3" fmla="*/ 512971 h 529452"/>
              <a:gd name="connsiteX0" fmla="*/ 0 w 1146253"/>
              <a:gd name="connsiteY0" fmla="*/ 529452 h 529452"/>
              <a:gd name="connsiteX1" fmla="*/ 293761 w 1146253"/>
              <a:gd name="connsiteY1" fmla="*/ 176624 h 529452"/>
              <a:gd name="connsiteX2" fmla="*/ 911828 w 1146253"/>
              <a:gd name="connsiteY2" fmla="*/ 11487 h 529452"/>
              <a:gd name="connsiteX3" fmla="*/ 1146253 w 1146253"/>
              <a:gd name="connsiteY3" fmla="*/ 512971 h 529452"/>
              <a:gd name="connsiteX0" fmla="*/ 0 w 1146253"/>
              <a:gd name="connsiteY0" fmla="*/ 524406 h 524406"/>
              <a:gd name="connsiteX1" fmla="*/ 175114 w 1146253"/>
              <a:gd name="connsiteY1" fmla="*/ 329430 h 524406"/>
              <a:gd name="connsiteX2" fmla="*/ 911828 w 1146253"/>
              <a:gd name="connsiteY2" fmla="*/ 6441 h 524406"/>
              <a:gd name="connsiteX3" fmla="*/ 1146253 w 1146253"/>
              <a:gd name="connsiteY3" fmla="*/ 507925 h 524406"/>
              <a:gd name="connsiteX0" fmla="*/ 0 w 1146253"/>
              <a:gd name="connsiteY0" fmla="*/ 425737 h 425737"/>
              <a:gd name="connsiteX1" fmla="*/ 175114 w 1146253"/>
              <a:gd name="connsiteY1" fmla="*/ 230761 h 425737"/>
              <a:gd name="connsiteX2" fmla="*/ 971151 w 1146253"/>
              <a:gd name="connsiteY2" fmla="*/ 9249 h 425737"/>
              <a:gd name="connsiteX3" fmla="*/ 1146253 w 1146253"/>
              <a:gd name="connsiteY3" fmla="*/ 409256 h 425737"/>
              <a:gd name="connsiteX0" fmla="*/ 0 w 1146253"/>
              <a:gd name="connsiteY0" fmla="*/ 425737 h 425737"/>
              <a:gd name="connsiteX1" fmla="*/ 175114 w 1146253"/>
              <a:gd name="connsiteY1" fmla="*/ 230761 h 425737"/>
              <a:gd name="connsiteX2" fmla="*/ 971151 w 1146253"/>
              <a:gd name="connsiteY2" fmla="*/ 9249 h 425737"/>
              <a:gd name="connsiteX3" fmla="*/ 1146253 w 1146253"/>
              <a:gd name="connsiteY3" fmla="*/ 409256 h 425737"/>
              <a:gd name="connsiteX0" fmla="*/ 0 w 1146253"/>
              <a:gd name="connsiteY0" fmla="*/ 491678 h 491678"/>
              <a:gd name="connsiteX1" fmla="*/ 175114 w 1146253"/>
              <a:gd name="connsiteY1" fmla="*/ 296702 h 491678"/>
              <a:gd name="connsiteX2" fmla="*/ 812956 w 1146253"/>
              <a:gd name="connsiteY2" fmla="*/ 7539 h 491678"/>
              <a:gd name="connsiteX3" fmla="*/ 1146253 w 1146253"/>
              <a:gd name="connsiteY3" fmla="*/ 475197 h 491678"/>
              <a:gd name="connsiteX0" fmla="*/ 0 w 1146253"/>
              <a:gd name="connsiteY0" fmla="*/ 484139 h 484139"/>
              <a:gd name="connsiteX1" fmla="*/ 175114 w 1146253"/>
              <a:gd name="connsiteY1" fmla="*/ 289163 h 484139"/>
              <a:gd name="connsiteX2" fmla="*/ 812956 w 1146253"/>
              <a:gd name="connsiteY2" fmla="*/ 0 h 484139"/>
              <a:gd name="connsiteX3" fmla="*/ 1146253 w 1146253"/>
              <a:gd name="connsiteY3" fmla="*/ 467658 h 484139"/>
              <a:gd name="connsiteX0" fmla="*/ 0 w 1146253"/>
              <a:gd name="connsiteY0" fmla="*/ 484139 h 484139"/>
              <a:gd name="connsiteX1" fmla="*/ 175114 w 1146253"/>
              <a:gd name="connsiteY1" fmla="*/ 289163 h 484139"/>
              <a:gd name="connsiteX2" fmla="*/ 812956 w 1146253"/>
              <a:gd name="connsiteY2" fmla="*/ 0 h 484139"/>
              <a:gd name="connsiteX3" fmla="*/ 1146253 w 1146253"/>
              <a:gd name="connsiteY3" fmla="*/ 467658 h 484139"/>
              <a:gd name="connsiteX0" fmla="*/ 0 w 1146253"/>
              <a:gd name="connsiteY0" fmla="*/ 484139 h 484139"/>
              <a:gd name="connsiteX1" fmla="*/ 175114 w 1146253"/>
              <a:gd name="connsiteY1" fmla="*/ 289163 h 484139"/>
              <a:gd name="connsiteX2" fmla="*/ 812956 w 1146253"/>
              <a:gd name="connsiteY2" fmla="*/ 0 h 484139"/>
              <a:gd name="connsiteX3" fmla="*/ 1146253 w 1146253"/>
              <a:gd name="connsiteY3" fmla="*/ 467658 h 484139"/>
              <a:gd name="connsiteX0" fmla="*/ 0 w 1146253"/>
              <a:gd name="connsiteY0" fmla="*/ 484139 h 484139"/>
              <a:gd name="connsiteX1" fmla="*/ 175114 w 1146253"/>
              <a:gd name="connsiteY1" fmla="*/ 289163 h 484139"/>
              <a:gd name="connsiteX2" fmla="*/ 812956 w 1146253"/>
              <a:gd name="connsiteY2" fmla="*/ 0 h 484139"/>
              <a:gd name="connsiteX3" fmla="*/ 1146253 w 1146253"/>
              <a:gd name="connsiteY3" fmla="*/ 467658 h 484139"/>
              <a:gd name="connsiteX0" fmla="*/ 0 w 1146253"/>
              <a:gd name="connsiteY0" fmla="*/ 484139 h 484139"/>
              <a:gd name="connsiteX1" fmla="*/ 158816 w 1146253"/>
              <a:gd name="connsiteY1" fmla="*/ 239602 h 484139"/>
              <a:gd name="connsiteX2" fmla="*/ 812956 w 1146253"/>
              <a:gd name="connsiteY2" fmla="*/ 0 h 484139"/>
              <a:gd name="connsiteX3" fmla="*/ 1146253 w 1146253"/>
              <a:gd name="connsiteY3" fmla="*/ 467658 h 484139"/>
              <a:gd name="connsiteX0" fmla="*/ 0 w 1146253"/>
              <a:gd name="connsiteY0" fmla="*/ 484139 h 484139"/>
              <a:gd name="connsiteX1" fmla="*/ 158816 w 1146253"/>
              <a:gd name="connsiteY1" fmla="*/ 239602 h 484139"/>
              <a:gd name="connsiteX2" fmla="*/ 812956 w 1146253"/>
              <a:gd name="connsiteY2" fmla="*/ 0 h 484139"/>
              <a:gd name="connsiteX3" fmla="*/ 1146253 w 1146253"/>
              <a:gd name="connsiteY3" fmla="*/ 467658 h 484139"/>
              <a:gd name="connsiteX0" fmla="*/ 0 w 1146253"/>
              <a:gd name="connsiteY0" fmla="*/ 484139 h 484139"/>
              <a:gd name="connsiteX1" fmla="*/ 158816 w 1146253"/>
              <a:gd name="connsiteY1" fmla="*/ 239602 h 484139"/>
              <a:gd name="connsiteX2" fmla="*/ 812956 w 1146253"/>
              <a:gd name="connsiteY2" fmla="*/ 0 h 484139"/>
              <a:gd name="connsiteX3" fmla="*/ 1146253 w 1146253"/>
              <a:gd name="connsiteY3" fmla="*/ 467658 h 484139"/>
              <a:gd name="connsiteX0" fmla="*/ 0 w 1146253"/>
              <a:gd name="connsiteY0" fmla="*/ 484139 h 484139"/>
              <a:gd name="connsiteX1" fmla="*/ 812956 w 1146253"/>
              <a:gd name="connsiteY1" fmla="*/ 0 h 484139"/>
              <a:gd name="connsiteX2" fmla="*/ 1146253 w 1146253"/>
              <a:gd name="connsiteY2" fmla="*/ 467658 h 484139"/>
              <a:gd name="connsiteX0" fmla="*/ 0 w 1146253"/>
              <a:gd name="connsiteY0" fmla="*/ 592554 h 592554"/>
              <a:gd name="connsiteX1" fmla="*/ 840118 w 1146253"/>
              <a:gd name="connsiteY1" fmla="*/ 0 h 592554"/>
              <a:gd name="connsiteX2" fmla="*/ 1146253 w 1146253"/>
              <a:gd name="connsiteY2" fmla="*/ 576073 h 592554"/>
              <a:gd name="connsiteX0" fmla="*/ 0 w 1146253"/>
              <a:gd name="connsiteY0" fmla="*/ 394309 h 394309"/>
              <a:gd name="connsiteX1" fmla="*/ 986797 w 1146253"/>
              <a:gd name="connsiteY1" fmla="*/ 0 h 394309"/>
              <a:gd name="connsiteX2" fmla="*/ 1146253 w 1146253"/>
              <a:gd name="connsiteY2" fmla="*/ 377828 h 394309"/>
              <a:gd name="connsiteX0" fmla="*/ 0 w 1146253"/>
              <a:gd name="connsiteY0" fmla="*/ 396358 h 396358"/>
              <a:gd name="connsiteX1" fmla="*/ 329457 w 1146253"/>
              <a:gd name="connsiteY1" fmla="*/ 236225 h 396358"/>
              <a:gd name="connsiteX2" fmla="*/ 986797 w 1146253"/>
              <a:gd name="connsiteY2" fmla="*/ 2049 h 396358"/>
              <a:gd name="connsiteX3" fmla="*/ 1146253 w 1146253"/>
              <a:gd name="connsiteY3" fmla="*/ 379877 h 396358"/>
              <a:gd name="connsiteX0" fmla="*/ 0 w 1146253"/>
              <a:gd name="connsiteY0" fmla="*/ 397090 h 397090"/>
              <a:gd name="connsiteX1" fmla="*/ 166480 w 1146253"/>
              <a:gd name="connsiteY1" fmla="*/ 181200 h 397090"/>
              <a:gd name="connsiteX2" fmla="*/ 986797 w 1146253"/>
              <a:gd name="connsiteY2" fmla="*/ 2781 h 397090"/>
              <a:gd name="connsiteX3" fmla="*/ 1146253 w 1146253"/>
              <a:gd name="connsiteY3" fmla="*/ 380609 h 397090"/>
              <a:gd name="connsiteX0" fmla="*/ 0 w 1146253"/>
              <a:gd name="connsiteY0" fmla="*/ 395886 h 395886"/>
              <a:gd name="connsiteX1" fmla="*/ 166480 w 1146253"/>
              <a:gd name="connsiteY1" fmla="*/ 179996 h 395886"/>
              <a:gd name="connsiteX2" fmla="*/ 986797 w 1146253"/>
              <a:gd name="connsiteY2" fmla="*/ 1577 h 395886"/>
              <a:gd name="connsiteX3" fmla="*/ 1146253 w 1146253"/>
              <a:gd name="connsiteY3" fmla="*/ 379405 h 395886"/>
              <a:gd name="connsiteX0" fmla="*/ 95212 w 1241465"/>
              <a:gd name="connsiteY0" fmla="*/ 395886 h 395886"/>
              <a:gd name="connsiteX1" fmla="*/ 261692 w 1241465"/>
              <a:gd name="connsiteY1" fmla="*/ 179996 h 395886"/>
              <a:gd name="connsiteX2" fmla="*/ 1082009 w 1241465"/>
              <a:gd name="connsiteY2" fmla="*/ 1577 h 395886"/>
              <a:gd name="connsiteX3" fmla="*/ 1241465 w 1241465"/>
              <a:gd name="connsiteY3" fmla="*/ 379405 h 395886"/>
              <a:gd name="connsiteX0" fmla="*/ 0 w 1146253"/>
              <a:gd name="connsiteY0" fmla="*/ 396431 h 396431"/>
              <a:gd name="connsiteX1" fmla="*/ 166480 w 1146253"/>
              <a:gd name="connsiteY1" fmla="*/ 180541 h 396431"/>
              <a:gd name="connsiteX2" fmla="*/ 986797 w 1146253"/>
              <a:gd name="connsiteY2" fmla="*/ 2122 h 396431"/>
              <a:gd name="connsiteX3" fmla="*/ 1146253 w 1146253"/>
              <a:gd name="connsiteY3" fmla="*/ 379950 h 396431"/>
              <a:gd name="connsiteX0" fmla="*/ 0 w 1146253"/>
              <a:gd name="connsiteY0" fmla="*/ 395863 h 395863"/>
              <a:gd name="connsiteX1" fmla="*/ 334889 w 1146253"/>
              <a:gd name="connsiteY1" fmla="*/ 254315 h 395863"/>
              <a:gd name="connsiteX2" fmla="*/ 986797 w 1146253"/>
              <a:gd name="connsiteY2" fmla="*/ 1554 h 395863"/>
              <a:gd name="connsiteX3" fmla="*/ 1146253 w 1146253"/>
              <a:gd name="connsiteY3" fmla="*/ 379382 h 395863"/>
              <a:gd name="connsiteX0" fmla="*/ 0 w 1146253"/>
              <a:gd name="connsiteY0" fmla="*/ 395506 h 395506"/>
              <a:gd name="connsiteX1" fmla="*/ 334889 w 1146253"/>
              <a:gd name="connsiteY1" fmla="*/ 253958 h 395506"/>
              <a:gd name="connsiteX2" fmla="*/ 986797 w 1146253"/>
              <a:gd name="connsiteY2" fmla="*/ 1197 h 395506"/>
              <a:gd name="connsiteX3" fmla="*/ 1146253 w 1146253"/>
              <a:gd name="connsiteY3" fmla="*/ 379025 h 395506"/>
              <a:gd name="connsiteX0" fmla="*/ 0 w 1146253"/>
              <a:gd name="connsiteY0" fmla="*/ 395581 h 395581"/>
              <a:gd name="connsiteX1" fmla="*/ 334889 w 1146253"/>
              <a:gd name="connsiteY1" fmla="*/ 254033 h 395581"/>
              <a:gd name="connsiteX2" fmla="*/ 986797 w 1146253"/>
              <a:gd name="connsiteY2" fmla="*/ 1272 h 395581"/>
              <a:gd name="connsiteX3" fmla="*/ 1146253 w 1146253"/>
              <a:gd name="connsiteY3" fmla="*/ 379100 h 395581"/>
              <a:gd name="connsiteX0" fmla="*/ 0 w 1146253"/>
              <a:gd name="connsiteY0" fmla="*/ 395695 h 395695"/>
              <a:gd name="connsiteX1" fmla="*/ 242536 w 1146253"/>
              <a:gd name="connsiteY1" fmla="*/ 226269 h 395695"/>
              <a:gd name="connsiteX2" fmla="*/ 986797 w 1146253"/>
              <a:gd name="connsiteY2" fmla="*/ 1386 h 395695"/>
              <a:gd name="connsiteX3" fmla="*/ 1146253 w 1146253"/>
              <a:gd name="connsiteY3" fmla="*/ 379214 h 395695"/>
              <a:gd name="connsiteX0" fmla="*/ 0 w 1146253"/>
              <a:gd name="connsiteY0" fmla="*/ 399523 h 399523"/>
              <a:gd name="connsiteX1" fmla="*/ 242536 w 1146253"/>
              <a:gd name="connsiteY1" fmla="*/ 230097 h 399523"/>
              <a:gd name="connsiteX2" fmla="*/ 899876 w 1146253"/>
              <a:gd name="connsiteY2" fmla="*/ 2116 h 399523"/>
              <a:gd name="connsiteX3" fmla="*/ 1146253 w 1146253"/>
              <a:gd name="connsiteY3" fmla="*/ 383042 h 399523"/>
              <a:gd name="connsiteX0" fmla="*/ 0 w 1146253"/>
              <a:gd name="connsiteY0" fmla="*/ 398796 h 398796"/>
              <a:gd name="connsiteX1" fmla="*/ 242536 w 1146253"/>
              <a:gd name="connsiteY1" fmla="*/ 229370 h 398796"/>
              <a:gd name="connsiteX2" fmla="*/ 899876 w 1146253"/>
              <a:gd name="connsiteY2" fmla="*/ 1389 h 398796"/>
              <a:gd name="connsiteX3" fmla="*/ 1146253 w 1146253"/>
              <a:gd name="connsiteY3" fmla="*/ 382315 h 398796"/>
              <a:gd name="connsiteX0" fmla="*/ 0 w 1146253"/>
              <a:gd name="connsiteY0" fmla="*/ 398873 h 398873"/>
              <a:gd name="connsiteX1" fmla="*/ 242536 w 1146253"/>
              <a:gd name="connsiteY1" fmla="*/ 229447 h 398873"/>
              <a:gd name="connsiteX2" fmla="*/ 899876 w 1146253"/>
              <a:gd name="connsiteY2" fmla="*/ 1466 h 398873"/>
              <a:gd name="connsiteX3" fmla="*/ 1146253 w 1146253"/>
              <a:gd name="connsiteY3" fmla="*/ 382392 h 398873"/>
              <a:gd name="connsiteX0" fmla="*/ 0 w 1146253"/>
              <a:gd name="connsiteY0" fmla="*/ 398550 h 398550"/>
              <a:gd name="connsiteX1" fmla="*/ 250788 w 1146253"/>
              <a:gd name="connsiteY1" fmla="*/ 312156 h 398550"/>
              <a:gd name="connsiteX2" fmla="*/ 899876 w 1146253"/>
              <a:gd name="connsiteY2" fmla="*/ 1143 h 398550"/>
              <a:gd name="connsiteX3" fmla="*/ 1146253 w 1146253"/>
              <a:gd name="connsiteY3" fmla="*/ 382069 h 398550"/>
              <a:gd name="connsiteX0" fmla="*/ 0 w 1146253"/>
              <a:gd name="connsiteY0" fmla="*/ 392033 h 392033"/>
              <a:gd name="connsiteX1" fmla="*/ 250788 w 1146253"/>
              <a:gd name="connsiteY1" fmla="*/ 312511 h 392033"/>
              <a:gd name="connsiteX2" fmla="*/ 899876 w 1146253"/>
              <a:gd name="connsiteY2" fmla="*/ 1498 h 392033"/>
              <a:gd name="connsiteX3" fmla="*/ 1146253 w 1146253"/>
              <a:gd name="connsiteY3" fmla="*/ 382424 h 392033"/>
              <a:gd name="connsiteX0" fmla="*/ 0 w 1146253"/>
              <a:gd name="connsiteY0" fmla="*/ 397947 h 397947"/>
              <a:gd name="connsiteX1" fmla="*/ 206402 w 1146253"/>
              <a:gd name="connsiteY1" fmla="*/ 84790 h 397947"/>
              <a:gd name="connsiteX2" fmla="*/ 899876 w 1146253"/>
              <a:gd name="connsiteY2" fmla="*/ 7412 h 397947"/>
              <a:gd name="connsiteX3" fmla="*/ 1146253 w 1146253"/>
              <a:gd name="connsiteY3" fmla="*/ 388338 h 397947"/>
              <a:gd name="connsiteX0" fmla="*/ 0 w 1146253"/>
              <a:gd name="connsiteY0" fmla="*/ 392533 h 392533"/>
              <a:gd name="connsiteX1" fmla="*/ 206402 w 1146253"/>
              <a:gd name="connsiteY1" fmla="*/ 79376 h 392533"/>
              <a:gd name="connsiteX2" fmla="*/ 899876 w 1146253"/>
              <a:gd name="connsiteY2" fmla="*/ 1998 h 392533"/>
              <a:gd name="connsiteX3" fmla="*/ 1146253 w 1146253"/>
              <a:gd name="connsiteY3" fmla="*/ 382924 h 392533"/>
              <a:gd name="connsiteX0" fmla="*/ 0 w 1146253"/>
              <a:gd name="connsiteY0" fmla="*/ 391706 h 391706"/>
              <a:gd name="connsiteX1" fmla="*/ 226888 w 1146253"/>
              <a:gd name="connsiteY1" fmla="*/ 229724 h 391706"/>
              <a:gd name="connsiteX2" fmla="*/ 899876 w 1146253"/>
              <a:gd name="connsiteY2" fmla="*/ 1171 h 391706"/>
              <a:gd name="connsiteX3" fmla="*/ 1146253 w 1146253"/>
              <a:gd name="connsiteY3" fmla="*/ 382097 h 391706"/>
              <a:gd name="connsiteX0" fmla="*/ 0 w 1146253"/>
              <a:gd name="connsiteY0" fmla="*/ 419909 h 419909"/>
              <a:gd name="connsiteX1" fmla="*/ 226888 w 1146253"/>
              <a:gd name="connsiteY1" fmla="*/ 257927 h 419909"/>
              <a:gd name="connsiteX2" fmla="*/ 882805 w 1146253"/>
              <a:gd name="connsiteY2" fmla="*/ 1888 h 419909"/>
              <a:gd name="connsiteX3" fmla="*/ 1146253 w 1146253"/>
              <a:gd name="connsiteY3" fmla="*/ 410300 h 419909"/>
              <a:gd name="connsiteX0" fmla="*/ 0 w 1146253"/>
              <a:gd name="connsiteY0" fmla="*/ 418021 h 418021"/>
              <a:gd name="connsiteX1" fmla="*/ 226888 w 1146253"/>
              <a:gd name="connsiteY1" fmla="*/ 256039 h 418021"/>
              <a:gd name="connsiteX2" fmla="*/ 882805 w 1146253"/>
              <a:gd name="connsiteY2" fmla="*/ 0 h 418021"/>
              <a:gd name="connsiteX3" fmla="*/ 1146253 w 1146253"/>
              <a:gd name="connsiteY3" fmla="*/ 408412 h 418021"/>
              <a:gd name="connsiteX0" fmla="*/ 0 w 1146253"/>
              <a:gd name="connsiteY0" fmla="*/ 418021 h 418021"/>
              <a:gd name="connsiteX1" fmla="*/ 226888 w 1146253"/>
              <a:gd name="connsiteY1" fmla="*/ 256039 h 418021"/>
              <a:gd name="connsiteX2" fmla="*/ 882805 w 1146253"/>
              <a:gd name="connsiteY2" fmla="*/ 0 h 418021"/>
              <a:gd name="connsiteX3" fmla="*/ 1146253 w 1146253"/>
              <a:gd name="connsiteY3" fmla="*/ 408412 h 418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6253" h="418021">
                <a:moveTo>
                  <a:pt x="0" y="418021"/>
                </a:moveTo>
                <a:cubicBezTo>
                  <a:pt x="54909" y="391332"/>
                  <a:pt x="35368" y="136740"/>
                  <a:pt x="226888" y="256039"/>
                </a:cubicBezTo>
                <a:cubicBezTo>
                  <a:pt x="418408" y="375338"/>
                  <a:pt x="647658" y="27596"/>
                  <a:pt x="882805" y="0"/>
                </a:cubicBezTo>
                <a:cubicBezTo>
                  <a:pt x="1018816" y="6078"/>
                  <a:pt x="1105447" y="342857"/>
                  <a:pt x="1146253" y="408412"/>
                </a:cubicBezTo>
              </a:path>
            </a:pathLst>
          </a:custGeom>
          <a:gradFill flip="none" rotWithShape="1">
            <a:gsLst>
              <a:gs pos="0">
                <a:srgbClr val="DA4035"/>
              </a:gs>
              <a:gs pos="50000">
                <a:srgbClr val="F7FCC9"/>
              </a:gs>
              <a:gs pos="37000">
                <a:srgbClr val="FEEC9D"/>
              </a:gs>
              <a:gs pos="90000">
                <a:srgbClr val="8DCB65"/>
              </a:gs>
              <a:gs pos="100000">
                <a:srgbClr val="2D9C52"/>
              </a:gs>
            </a:gsLst>
            <a:lin ang="0" scaled="0"/>
            <a:tileRect/>
          </a:gra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D79C2720-9DED-827B-0522-553F78B7A0A8}"/>
              </a:ext>
            </a:extLst>
          </p:cNvPr>
          <p:cNvSpPr/>
          <p:nvPr/>
        </p:nvSpPr>
        <p:spPr>
          <a:xfrm flipH="1">
            <a:off x="389430" y="2089423"/>
            <a:ext cx="670252" cy="1111202"/>
          </a:xfrm>
          <a:custGeom>
            <a:avLst/>
            <a:gdLst>
              <a:gd name="connsiteX0" fmla="*/ 0 w 914400"/>
              <a:gd name="connsiteY0" fmla="*/ 950271 h 968201"/>
              <a:gd name="connsiteX1" fmla="*/ 376518 w 914400"/>
              <a:gd name="connsiteY1" fmla="*/ 13 h 968201"/>
              <a:gd name="connsiteX2" fmla="*/ 896470 w 914400"/>
              <a:gd name="connsiteY2" fmla="*/ 968201 h 968201"/>
              <a:gd name="connsiteX3" fmla="*/ 896470 w 914400"/>
              <a:gd name="connsiteY3" fmla="*/ 968201 h 968201"/>
              <a:gd name="connsiteX4" fmla="*/ 914400 w 914400"/>
              <a:gd name="connsiteY4" fmla="*/ 968201 h 968201"/>
              <a:gd name="connsiteX0" fmla="*/ 0 w 914400"/>
              <a:gd name="connsiteY0" fmla="*/ 791293 h 809223"/>
              <a:gd name="connsiteX1" fmla="*/ 439628 w 914400"/>
              <a:gd name="connsiteY1" fmla="*/ 21 h 809223"/>
              <a:gd name="connsiteX2" fmla="*/ 896470 w 914400"/>
              <a:gd name="connsiteY2" fmla="*/ 809223 h 809223"/>
              <a:gd name="connsiteX3" fmla="*/ 896470 w 914400"/>
              <a:gd name="connsiteY3" fmla="*/ 809223 h 809223"/>
              <a:gd name="connsiteX4" fmla="*/ 914400 w 914400"/>
              <a:gd name="connsiteY4" fmla="*/ 809223 h 809223"/>
              <a:gd name="connsiteX0" fmla="*/ 0 w 914400"/>
              <a:gd name="connsiteY0" fmla="*/ 876926 h 894856"/>
              <a:gd name="connsiteX1" fmla="*/ 439628 w 914400"/>
              <a:gd name="connsiteY1" fmla="*/ 85654 h 894856"/>
              <a:gd name="connsiteX2" fmla="*/ 896470 w 914400"/>
              <a:gd name="connsiteY2" fmla="*/ 894856 h 894856"/>
              <a:gd name="connsiteX3" fmla="*/ 896470 w 914400"/>
              <a:gd name="connsiteY3" fmla="*/ 894856 h 894856"/>
              <a:gd name="connsiteX4" fmla="*/ 914400 w 914400"/>
              <a:gd name="connsiteY4" fmla="*/ 894856 h 894856"/>
              <a:gd name="connsiteX0" fmla="*/ 0 w 914400"/>
              <a:gd name="connsiteY0" fmla="*/ 918291 h 936221"/>
              <a:gd name="connsiteX1" fmla="*/ 547770 w 914400"/>
              <a:gd name="connsiteY1" fmla="*/ 83236 h 936221"/>
              <a:gd name="connsiteX2" fmla="*/ 896470 w 914400"/>
              <a:gd name="connsiteY2" fmla="*/ 936221 h 936221"/>
              <a:gd name="connsiteX3" fmla="*/ 896470 w 914400"/>
              <a:gd name="connsiteY3" fmla="*/ 936221 h 936221"/>
              <a:gd name="connsiteX4" fmla="*/ 914400 w 914400"/>
              <a:gd name="connsiteY4" fmla="*/ 936221 h 936221"/>
              <a:gd name="connsiteX0" fmla="*/ 0 w 914400"/>
              <a:gd name="connsiteY0" fmla="*/ 835213 h 853143"/>
              <a:gd name="connsiteX1" fmla="*/ 547770 w 914400"/>
              <a:gd name="connsiteY1" fmla="*/ 158 h 853143"/>
              <a:gd name="connsiteX2" fmla="*/ 896470 w 914400"/>
              <a:gd name="connsiteY2" fmla="*/ 853143 h 853143"/>
              <a:gd name="connsiteX3" fmla="*/ 896470 w 914400"/>
              <a:gd name="connsiteY3" fmla="*/ 853143 h 853143"/>
              <a:gd name="connsiteX4" fmla="*/ 914400 w 914400"/>
              <a:gd name="connsiteY4" fmla="*/ 853143 h 853143"/>
              <a:gd name="connsiteX0" fmla="*/ 0 w 914400"/>
              <a:gd name="connsiteY0" fmla="*/ 791451 h 809381"/>
              <a:gd name="connsiteX1" fmla="*/ 640463 w 914400"/>
              <a:gd name="connsiteY1" fmla="*/ 179 h 809381"/>
              <a:gd name="connsiteX2" fmla="*/ 896470 w 914400"/>
              <a:gd name="connsiteY2" fmla="*/ 809381 h 809381"/>
              <a:gd name="connsiteX3" fmla="*/ 896470 w 914400"/>
              <a:gd name="connsiteY3" fmla="*/ 809381 h 809381"/>
              <a:gd name="connsiteX4" fmla="*/ 914400 w 914400"/>
              <a:gd name="connsiteY4" fmla="*/ 809381 h 809381"/>
              <a:gd name="connsiteX0" fmla="*/ 0 w 914400"/>
              <a:gd name="connsiteY0" fmla="*/ 813339 h 831269"/>
              <a:gd name="connsiteX1" fmla="*/ 640463 w 914400"/>
              <a:gd name="connsiteY1" fmla="*/ 22067 h 831269"/>
              <a:gd name="connsiteX2" fmla="*/ 896470 w 914400"/>
              <a:gd name="connsiteY2" fmla="*/ 831269 h 831269"/>
              <a:gd name="connsiteX3" fmla="*/ 896470 w 914400"/>
              <a:gd name="connsiteY3" fmla="*/ 831269 h 831269"/>
              <a:gd name="connsiteX4" fmla="*/ 914400 w 914400"/>
              <a:gd name="connsiteY4" fmla="*/ 831269 h 831269"/>
              <a:gd name="connsiteX0" fmla="*/ 0 w 914400"/>
              <a:gd name="connsiteY0" fmla="*/ 827648 h 845578"/>
              <a:gd name="connsiteX1" fmla="*/ 424180 w 914400"/>
              <a:gd name="connsiteY1" fmla="*/ 21781 h 845578"/>
              <a:gd name="connsiteX2" fmla="*/ 896470 w 914400"/>
              <a:gd name="connsiteY2" fmla="*/ 845578 h 845578"/>
              <a:gd name="connsiteX3" fmla="*/ 896470 w 914400"/>
              <a:gd name="connsiteY3" fmla="*/ 845578 h 845578"/>
              <a:gd name="connsiteX4" fmla="*/ 914400 w 914400"/>
              <a:gd name="connsiteY4" fmla="*/ 845578 h 845578"/>
              <a:gd name="connsiteX0" fmla="*/ 0 w 914400"/>
              <a:gd name="connsiteY0" fmla="*/ 806228 h 824158"/>
              <a:gd name="connsiteX1" fmla="*/ 424180 w 914400"/>
              <a:gd name="connsiteY1" fmla="*/ 361 h 824158"/>
              <a:gd name="connsiteX2" fmla="*/ 896470 w 914400"/>
              <a:gd name="connsiteY2" fmla="*/ 824158 h 824158"/>
              <a:gd name="connsiteX3" fmla="*/ 896470 w 914400"/>
              <a:gd name="connsiteY3" fmla="*/ 824158 h 824158"/>
              <a:gd name="connsiteX4" fmla="*/ 914400 w 914400"/>
              <a:gd name="connsiteY4" fmla="*/ 824158 h 824158"/>
              <a:gd name="connsiteX0" fmla="*/ 0 w 914400"/>
              <a:gd name="connsiteY0" fmla="*/ 879172 h 897102"/>
              <a:gd name="connsiteX1" fmla="*/ 455077 w 914400"/>
              <a:gd name="connsiteY1" fmla="*/ 332 h 897102"/>
              <a:gd name="connsiteX2" fmla="*/ 896470 w 914400"/>
              <a:gd name="connsiteY2" fmla="*/ 897102 h 897102"/>
              <a:gd name="connsiteX3" fmla="*/ 896470 w 914400"/>
              <a:gd name="connsiteY3" fmla="*/ 897102 h 897102"/>
              <a:gd name="connsiteX4" fmla="*/ 914400 w 914400"/>
              <a:gd name="connsiteY4" fmla="*/ 897102 h 897102"/>
              <a:gd name="connsiteX0" fmla="*/ 0 w 1115234"/>
              <a:gd name="connsiteY0" fmla="*/ 879172 h 897102"/>
              <a:gd name="connsiteX1" fmla="*/ 455077 w 1115234"/>
              <a:gd name="connsiteY1" fmla="*/ 332 h 897102"/>
              <a:gd name="connsiteX2" fmla="*/ 896470 w 1115234"/>
              <a:gd name="connsiteY2" fmla="*/ 897102 h 897102"/>
              <a:gd name="connsiteX3" fmla="*/ 896470 w 1115234"/>
              <a:gd name="connsiteY3" fmla="*/ 897102 h 897102"/>
              <a:gd name="connsiteX4" fmla="*/ 1115234 w 1115234"/>
              <a:gd name="connsiteY4" fmla="*/ 882507 h 897102"/>
              <a:gd name="connsiteX0" fmla="*/ 0 w 1115234"/>
              <a:gd name="connsiteY0" fmla="*/ 879172 h 897102"/>
              <a:gd name="connsiteX1" fmla="*/ 455077 w 1115234"/>
              <a:gd name="connsiteY1" fmla="*/ 332 h 897102"/>
              <a:gd name="connsiteX2" fmla="*/ 896470 w 1115234"/>
              <a:gd name="connsiteY2" fmla="*/ 897102 h 897102"/>
              <a:gd name="connsiteX3" fmla="*/ 1081855 w 1115234"/>
              <a:gd name="connsiteY3" fmla="*/ 882508 h 897102"/>
              <a:gd name="connsiteX4" fmla="*/ 1115234 w 1115234"/>
              <a:gd name="connsiteY4" fmla="*/ 882507 h 897102"/>
              <a:gd name="connsiteX0" fmla="*/ 0 w 1115234"/>
              <a:gd name="connsiteY0" fmla="*/ 878948 h 882284"/>
              <a:gd name="connsiteX1" fmla="*/ 455077 w 1115234"/>
              <a:gd name="connsiteY1" fmla="*/ 108 h 882284"/>
              <a:gd name="connsiteX2" fmla="*/ 1057788 w 1115234"/>
              <a:gd name="connsiteY2" fmla="*/ 813307 h 882284"/>
              <a:gd name="connsiteX3" fmla="*/ 1081855 w 1115234"/>
              <a:gd name="connsiteY3" fmla="*/ 882284 h 882284"/>
              <a:gd name="connsiteX4" fmla="*/ 1115234 w 1115234"/>
              <a:gd name="connsiteY4" fmla="*/ 882283 h 882284"/>
              <a:gd name="connsiteX0" fmla="*/ 0 w 1141253"/>
              <a:gd name="connsiteY0" fmla="*/ 878948 h 882284"/>
              <a:gd name="connsiteX1" fmla="*/ 455077 w 1141253"/>
              <a:gd name="connsiteY1" fmla="*/ 108 h 882284"/>
              <a:gd name="connsiteX2" fmla="*/ 1057788 w 1141253"/>
              <a:gd name="connsiteY2" fmla="*/ 813307 h 882284"/>
              <a:gd name="connsiteX3" fmla="*/ 1081855 w 1141253"/>
              <a:gd name="connsiteY3" fmla="*/ 882284 h 882284"/>
              <a:gd name="connsiteX4" fmla="*/ 1141253 w 1141253"/>
              <a:gd name="connsiteY4" fmla="*/ 862619 h 882284"/>
              <a:gd name="connsiteX0" fmla="*/ 0 w 1081855"/>
              <a:gd name="connsiteY0" fmla="*/ 878948 h 882284"/>
              <a:gd name="connsiteX1" fmla="*/ 455077 w 1081855"/>
              <a:gd name="connsiteY1" fmla="*/ 108 h 882284"/>
              <a:gd name="connsiteX2" fmla="*/ 1057788 w 1081855"/>
              <a:gd name="connsiteY2" fmla="*/ 813307 h 882284"/>
              <a:gd name="connsiteX3" fmla="*/ 1081855 w 1081855"/>
              <a:gd name="connsiteY3" fmla="*/ 882284 h 882284"/>
              <a:gd name="connsiteX0" fmla="*/ 0 w 1057788"/>
              <a:gd name="connsiteY0" fmla="*/ 878948 h 878948"/>
              <a:gd name="connsiteX1" fmla="*/ 455077 w 1057788"/>
              <a:gd name="connsiteY1" fmla="*/ 108 h 878948"/>
              <a:gd name="connsiteX2" fmla="*/ 1057788 w 1057788"/>
              <a:gd name="connsiteY2" fmla="*/ 813307 h 878948"/>
              <a:gd name="connsiteX0" fmla="*/ 0 w 1146253"/>
              <a:gd name="connsiteY0" fmla="*/ 878847 h 878847"/>
              <a:gd name="connsiteX1" fmla="*/ 455077 w 1146253"/>
              <a:gd name="connsiteY1" fmla="*/ 7 h 878847"/>
              <a:gd name="connsiteX2" fmla="*/ 1146253 w 1146253"/>
              <a:gd name="connsiteY2" fmla="*/ 862366 h 878847"/>
              <a:gd name="connsiteX0" fmla="*/ 0 w 1146253"/>
              <a:gd name="connsiteY0" fmla="*/ 886730 h 886730"/>
              <a:gd name="connsiteX1" fmla="*/ 455077 w 1146253"/>
              <a:gd name="connsiteY1" fmla="*/ 7890 h 886730"/>
              <a:gd name="connsiteX2" fmla="*/ 901419 w 1146253"/>
              <a:gd name="connsiteY2" fmla="*/ 476918 h 886730"/>
              <a:gd name="connsiteX3" fmla="*/ 1146253 w 1146253"/>
              <a:gd name="connsiteY3" fmla="*/ 870249 h 886730"/>
              <a:gd name="connsiteX0" fmla="*/ 0 w 1146253"/>
              <a:gd name="connsiteY0" fmla="*/ 893192 h 893192"/>
              <a:gd name="connsiteX1" fmla="*/ 455077 w 1146253"/>
              <a:gd name="connsiteY1" fmla="*/ 14352 h 893192"/>
              <a:gd name="connsiteX2" fmla="*/ 1005495 w 1146253"/>
              <a:gd name="connsiteY2" fmla="*/ 385060 h 893192"/>
              <a:gd name="connsiteX3" fmla="*/ 1146253 w 1146253"/>
              <a:gd name="connsiteY3" fmla="*/ 876711 h 893192"/>
              <a:gd name="connsiteX0" fmla="*/ 0 w 1146253"/>
              <a:gd name="connsiteY0" fmla="*/ 888633 h 888633"/>
              <a:gd name="connsiteX1" fmla="*/ 455077 w 1146253"/>
              <a:gd name="connsiteY1" fmla="*/ 9793 h 888633"/>
              <a:gd name="connsiteX2" fmla="*/ 1005495 w 1146253"/>
              <a:gd name="connsiteY2" fmla="*/ 380501 h 888633"/>
              <a:gd name="connsiteX3" fmla="*/ 1146253 w 1146253"/>
              <a:gd name="connsiteY3" fmla="*/ 872152 h 888633"/>
              <a:gd name="connsiteX0" fmla="*/ 0 w 1146253"/>
              <a:gd name="connsiteY0" fmla="*/ 887498 h 887498"/>
              <a:gd name="connsiteX1" fmla="*/ 455077 w 1146253"/>
              <a:gd name="connsiteY1" fmla="*/ 8658 h 887498"/>
              <a:gd name="connsiteX2" fmla="*/ 1005495 w 1146253"/>
              <a:gd name="connsiteY2" fmla="*/ 379366 h 887498"/>
              <a:gd name="connsiteX3" fmla="*/ 1146253 w 1146253"/>
              <a:gd name="connsiteY3" fmla="*/ 871017 h 887498"/>
              <a:gd name="connsiteX0" fmla="*/ 0 w 1146253"/>
              <a:gd name="connsiteY0" fmla="*/ 887498 h 887498"/>
              <a:gd name="connsiteX1" fmla="*/ 455077 w 1146253"/>
              <a:gd name="connsiteY1" fmla="*/ 8658 h 887498"/>
              <a:gd name="connsiteX2" fmla="*/ 1005495 w 1146253"/>
              <a:gd name="connsiteY2" fmla="*/ 379366 h 887498"/>
              <a:gd name="connsiteX3" fmla="*/ 1146253 w 1146253"/>
              <a:gd name="connsiteY3" fmla="*/ 871017 h 887498"/>
              <a:gd name="connsiteX0" fmla="*/ 0 w 1146253"/>
              <a:gd name="connsiteY0" fmla="*/ 709220 h 709220"/>
              <a:gd name="connsiteX1" fmla="*/ 335391 w 1146253"/>
              <a:gd name="connsiteY1" fmla="*/ 12272 h 709220"/>
              <a:gd name="connsiteX2" fmla="*/ 1005495 w 1146253"/>
              <a:gd name="connsiteY2" fmla="*/ 201088 h 709220"/>
              <a:gd name="connsiteX3" fmla="*/ 1146253 w 1146253"/>
              <a:gd name="connsiteY3" fmla="*/ 692739 h 709220"/>
              <a:gd name="connsiteX0" fmla="*/ 0 w 1146253"/>
              <a:gd name="connsiteY0" fmla="*/ 709912 h 709912"/>
              <a:gd name="connsiteX1" fmla="*/ 335391 w 1146253"/>
              <a:gd name="connsiteY1" fmla="*/ 12964 h 709912"/>
              <a:gd name="connsiteX2" fmla="*/ 911828 w 1146253"/>
              <a:gd name="connsiteY2" fmla="*/ 191947 h 709912"/>
              <a:gd name="connsiteX3" fmla="*/ 1146253 w 1146253"/>
              <a:gd name="connsiteY3" fmla="*/ 693431 h 709912"/>
              <a:gd name="connsiteX0" fmla="*/ 0 w 1146253"/>
              <a:gd name="connsiteY0" fmla="*/ 709912 h 709912"/>
              <a:gd name="connsiteX1" fmla="*/ 335391 w 1146253"/>
              <a:gd name="connsiteY1" fmla="*/ 12964 h 709912"/>
              <a:gd name="connsiteX2" fmla="*/ 911828 w 1146253"/>
              <a:gd name="connsiteY2" fmla="*/ 191947 h 709912"/>
              <a:gd name="connsiteX3" fmla="*/ 1146253 w 1146253"/>
              <a:gd name="connsiteY3" fmla="*/ 693431 h 709912"/>
              <a:gd name="connsiteX0" fmla="*/ 0 w 1146253"/>
              <a:gd name="connsiteY0" fmla="*/ 717500 h 717500"/>
              <a:gd name="connsiteX1" fmla="*/ 335391 w 1146253"/>
              <a:gd name="connsiteY1" fmla="*/ 20552 h 717500"/>
              <a:gd name="connsiteX2" fmla="*/ 911828 w 1146253"/>
              <a:gd name="connsiteY2" fmla="*/ 199535 h 717500"/>
              <a:gd name="connsiteX3" fmla="*/ 1146253 w 1146253"/>
              <a:gd name="connsiteY3" fmla="*/ 701019 h 717500"/>
              <a:gd name="connsiteX0" fmla="*/ 0 w 1146253"/>
              <a:gd name="connsiteY0" fmla="*/ 530916 h 530916"/>
              <a:gd name="connsiteX1" fmla="*/ 293761 w 1146253"/>
              <a:gd name="connsiteY1" fmla="*/ 178088 h 530916"/>
              <a:gd name="connsiteX2" fmla="*/ 911828 w 1146253"/>
              <a:gd name="connsiteY2" fmla="*/ 12951 h 530916"/>
              <a:gd name="connsiteX3" fmla="*/ 1146253 w 1146253"/>
              <a:gd name="connsiteY3" fmla="*/ 514435 h 530916"/>
              <a:gd name="connsiteX0" fmla="*/ 0 w 1146253"/>
              <a:gd name="connsiteY0" fmla="*/ 533602 h 533602"/>
              <a:gd name="connsiteX1" fmla="*/ 293761 w 1146253"/>
              <a:gd name="connsiteY1" fmla="*/ 180774 h 533602"/>
              <a:gd name="connsiteX2" fmla="*/ 911828 w 1146253"/>
              <a:gd name="connsiteY2" fmla="*/ 15637 h 533602"/>
              <a:gd name="connsiteX3" fmla="*/ 1146253 w 1146253"/>
              <a:gd name="connsiteY3" fmla="*/ 517121 h 533602"/>
              <a:gd name="connsiteX0" fmla="*/ 0 w 1146253"/>
              <a:gd name="connsiteY0" fmla="*/ 527286 h 527286"/>
              <a:gd name="connsiteX1" fmla="*/ 293761 w 1146253"/>
              <a:gd name="connsiteY1" fmla="*/ 174458 h 527286"/>
              <a:gd name="connsiteX2" fmla="*/ 911828 w 1146253"/>
              <a:gd name="connsiteY2" fmla="*/ 9321 h 527286"/>
              <a:gd name="connsiteX3" fmla="*/ 1146253 w 1146253"/>
              <a:gd name="connsiteY3" fmla="*/ 510805 h 527286"/>
              <a:gd name="connsiteX0" fmla="*/ 0 w 1146253"/>
              <a:gd name="connsiteY0" fmla="*/ 530915 h 530915"/>
              <a:gd name="connsiteX1" fmla="*/ 293761 w 1146253"/>
              <a:gd name="connsiteY1" fmla="*/ 178087 h 530915"/>
              <a:gd name="connsiteX2" fmla="*/ 911828 w 1146253"/>
              <a:gd name="connsiteY2" fmla="*/ 12950 h 530915"/>
              <a:gd name="connsiteX3" fmla="*/ 1146253 w 1146253"/>
              <a:gd name="connsiteY3" fmla="*/ 514434 h 530915"/>
              <a:gd name="connsiteX0" fmla="*/ 0 w 1146253"/>
              <a:gd name="connsiteY0" fmla="*/ 535588 h 535588"/>
              <a:gd name="connsiteX1" fmla="*/ 293761 w 1146253"/>
              <a:gd name="connsiteY1" fmla="*/ 182760 h 535588"/>
              <a:gd name="connsiteX2" fmla="*/ 911828 w 1146253"/>
              <a:gd name="connsiteY2" fmla="*/ 17623 h 535588"/>
              <a:gd name="connsiteX3" fmla="*/ 1146253 w 1146253"/>
              <a:gd name="connsiteY3" fmla="*/ 519107 h 535588"/>
              <a:gd name="connsiteX0" fmla="*/ 0 w 1146253"/>
              <a:gd name="connsiteY0" fmla="*/ 529452 h 529452"/>
              <a:gd name="connsiteX1" fmla="*/ 293761 w 1146253"/>
              <a:gd name="connsiteY1" fmla="*/ 176624 h 529452"/>
              <a:gd name="connsiteX2" fmla="*/ 911828 w 1146253"/>
              <a:gd name="connsiteY2" fmla="*/ 11487 h 529452"/>
              <a:gd name="connsiteX3" fmla="*/ 1146253 w 1146253"/>
              <a:gd name="connsiteY3" fmla="*/ 512971 h 529452"/>
              <a:gd name="connsiteX0" fmla="*/ 0 w 1146253"/>
              <a:gd name="connsiteY0" fmla="*/ 529452 h 529452"/>
              <a:gd name="connsiteX1" fmla="*/ 293761 w 1146253"/>
              <a:gd name="connsiteY1" fmla="*/ 176624 h 529452"/>
              <a:gd name="connsiteX2" fmla="*/ 911828 w 1146253"/>
              <a:gd name="connsiteY2" fmla="*/ 11487 h 529452"/>
              <a:gd name="connsiteX3" fmla="*/ 1146253 w 1146253"/>
              <a:gd name="connsiteY3" fmla="*/ 512971 h 529452"/>
              <a:gd name="connsiteX0" fmla="*/ 0 w 1146253"/>
              <a:gd name="connsiteY0" fmla="*/ 524406 h 524406"/>
              <a:gd name="connsiteX1" fmla="*/ 175114 w 1146253"/>
              <a:gd name="connsiteY1" fmla="*/ 329430 h 524406"/>
              <a:gd name="connsiteX2" fmla="*/ 911828 w 1146253"/>
              <a:gd name="connsiteY2" fmla="*/ 6441 h 524406"/>
              <a:gd name="connsiteX3" fmla="*/ 1146253 w 1146253"/>
              <a:gd name="connsiteY3" fmla="*/ 507925 h 524406"/>
              <a:gd name="connsiteX0" fmla="*/ 0 w 1146253"/>
              <a:gd name="connsiteY0" fmla="*/ 425737 h 425737"/>
              <a:gd name="connsiteX1" fmla="*/ 175114 w 1146253"/>
              <a:gd name="connsiteY1" fmla="*/ 230761 h 425737"/>
              <a:gd name="connsiteX2" fmla="*/ 971151 w 1146253"/>
              <a:gd name="connsiteY2" fmla="*/ 9249 h 425737"/>
              <a:gd name="connsiteX3" fmla="*/ 1146253 w 1146253"/>
              <a:gd name="connsiteY3" fmla="*/ 409256 h 425737"/>
              <a:gd name="connsiteX0" fmla="*/ 0 w 1146253"/>
              <a:gd name="connsiteY0" fmla="*/ 425737 h 425737"/>
              <a:gd name="connsiteX1" fmla="*/ 175114 w 1146253"/>
              <a:gd name="connsiteY1" fmla="*/ 230761 h 425737"/>
              <a:gd name="connsiteX2" fmla="*/ 971151 w 1146253"/>
              <a:gd name="connsiteY2" fmla="*/ 9249 h 425737"/>
              <a:gd name="connsiteX3" fmla="*/ 1146253 w 1146253"/>
              <a:gd name="connsiteY3" fmla="*/ 409256 h 425737"/>
              <a:gd name="connsiteX0" fmla="*/ 0 w 1146253"/>
              <a:gd name="connsiteY0" fmla="*/ 491678 h 491678"/>
              <a:gd name="connsiteX1" fmla="*/ 175114 w 1146253"/>
              <a:gd name="connsiteY1" fmla="*/ 296702 h 491678"/>
              <a:gd name="connsiteX2" fmla="*/ 812956 w 1146253"/>
              <a:gd name="connsiteY2" fmla="*/ 7539 h 491678"/>
              <a:gd name="connsiteX3" fmla="*/ 1146253 w 1146253"/>
              <a:gd name="connsiteY3" fmla="*/ 475197 h 491678"/>
              <a:gd name="connsiteX0" fmla="*/ 0 w 1146253"/>
              <a:gd name="connsiteY0" fmla="*/ 484139 h 484139"/>
              <a:gd name="connsiteX1" fmla="*/ 175114 w 1146253"/>
              <a:gd name="connsiteY1" fmla="*/ 289163 h 484139"/>
              <a:gd name="connsiteX2" fmla="*/ 812956 w 1146253"/>
              <a:gd name="connsiteY2" fmla="*/ 0 h 484139"/>
              <a:gd name="connsiteX3" fmla="*/ 1146253 w 1146253"/>
              <a:gd name="connsiteY3" fmla="*/ 467658 h 484139"/>
              <a:gd name="connsiteX0" fmla="*/ 0 w 1146253"/>
              <a:gd name="connsiteY0" fmla="*/ 484139 h 484139"/>
              <a:gd name="connsiteX1" fmla="*/ 175114 w 1146253"/>
              <a:gd name="connsiteY1" fmla="*/ 289163 h 484139"/>
              <a:gd name="connsiteX2" fmla="*/ 812956 w 1146253"/>
              <a:gd name="connsiteY2" fmla="*/ 0 h 484139"/>
              <a:gd name="connsiteX3" fmla="*/ 1146253 w 1146253"/>
              <a:gd name="connsiteY3" fmla="*/ 467658 h 484139"/>
              <a:gd name="connsiteX0" fmla="*/ 0 w 1146253"/>
              <a:gd name="connsiteY0" fmla="*/ 484139 h 484139"/>
              <a:gd name="connsiteX1" fmla="*/ 175114 w 1146253"/>
              <a:gd name="connsiteY1" fmla="*/ 289163 h 484139"/>
              <a:gd name="connsiteX2" fmla="*/ 812956 w 1146253"/>
              <a:gd name="connsiteY2" fmla="*/ 0 h 484139"/>
              <a:gd name="connsiteX3" fmla="*/ 1146253 w 1146253"/>
              <a:gd name="connsiteY3" fmla="*/ 467658 h 484139"/>
              <a:gd name="connsiteX0" fmla="*/ 0 w 1146253"/>
              <a:gd name="connsiteY0" fmla="*/ 484139 h 484139"/>
              <a:gd name="connsiteX1" fmla="*/ 175114 w 1146253"/>
              <a:gd name="connsiteY1" fmla="*/ 289163 h 484139"/>
              <a:gd name="connsiteX2" fmla="*/ 812956 w 1146253"/>
              <a:gd name="connsiteY2" fmla="*/ 0 h 484139"/>
              <a:gd name="connsiteX3" fmla="*/ 1146253 w 1146253"/>
              <a:gd name="connsiteY3" fmla="*/ 467658 h 484139"/>
              <a:gd name="connsiteX0" fmla="*/ 0 w 1146253"/>
              <a:gd name="connsiteY0" fmla="*/ 484139 h 484139"/>
              <a:gd name="connsiteX1" fmla="*/ 158816 w 1146253"/>
              <a:gd name="connsiteY1" fmla="*/ 239602 h 484139"/>
              <a:gd name="connsiteX2" fmla="*/ 812956 w 1146253"/>
              <a:gd name="connsiteY2" fmla="*/ 0 h 484139"/>
              <a:gd name="connsiteX3" fmla="*/ 1146253 w 1146253"/>
              <a:gd name="connsiteY3" fmla="*/ 467658 h 484139"/>
              <a:gd name="connsiteX0" fmla="*/ 0 w 1146253"/>
              <a:gd name="connsiteY0" fmla="*/ 484139 h 484139"/>
              <a:gd name="connsiteX1" fmla="*/ 158816 w 1146253"/>
              <a:gd name="connsiteY1" fmla="*/ 239602 h 484139"/>
              <a:gd name="connsiteX2" fmla="*/ 812956 w 1146253"/>
              <a:gd name="connsiteY2" fmla="*/ 0 h 484139"/>
              <a:gd name="connsiteX3" fmla="*/ 1146253 w 1146253"/>
              <a:gd name="connsiteY3" fmla="*/ 467658 h 484139"/>
              <a:gd name="connsiteX0" fmla="*/ 0 w 1146253"/>
              <a:gd name="connsiteY0" fmla="*/ 484139 h 484139"/>
              <a:gd name="connsiteX1" fmla="*/ 158816 w 1146253"/>
              <a:gd name="connsiteY1" fmla="*/ 239602 h 484139"/>
              <a:gd name="connsiteX2" fmla="*/ 812956 w 1146253"/>
              <a:gd name="connsiteY2" fmla="*/ 0 h 484139"/>
              <a:gd name="connsiteX3" fmla="*/ 1146253 w 1146253"/>
              <a:gd name="connsiteY3" fmla="*/ 467658 h 484139"/>
              <a:gd name="connsiteX0" fmla="*/ 0 w 1146253"/>
              <a:gd name="connsiteY0" fmla="*/ 484139 h 484139"/>
              <a:gd name="connsiteX1" fmla="*/ 812956 w 1146253"/>
              <a:gd name="connsiteY1" fmla="*/ 0 h 484139"/>
              <a:gd name="connsiteX2" fmla="*/ 1146253 w 1146253"/>
              <a:gd name="connsiteY2" fmla="*/ 467658 h 484139"/>
              <a:gd name="connsiteX0" fmla="*/ 0 w 1146253"/>
              <a:gd name="connsiteY0" fmla="*/ 592554 h 592554"/>
              <a:gd name="connsiteX1" fmla="*/ 840118 w 1146253"/>
              <a:gd name="connsiteY1" fmla="*/ 0 h 592554"/>
              <a:gd name="connsiteX2" fmla="*/ 1146253 w 1146253"/>
              <a:gd name="connsiteY2" fmla="*/ 576073 h 592554"/>
              <a:gd name="connsiteX0" fmla="*/ 0 w 1146253"/>
              <a:gd name="connsiteY0" fmla="*/ 394309 h 394309"/>
              <a:gd name="connsiteX1" fmla="*/ 986797 w 1146253"/>
              <a:gd name="connsiteY1" fmla="*/ 0 h 394309"/>
              <a:gd name="connsiteX2" fmla="*/ 1146253 w 1146253"/>
              <a:gd name="connsiteY2" fmla="*/ 377828 h 394309"/>
              <a:gd name="connsiteX0" fmla="*/ 0 w 1146253"/>
              <a:gd name="connsiteY0" fmla="*/ 396358 h 396358"/>
              <a:gd name="connsiteX1" fmla="*/ 329457 w 1146253"/>
              <a:gd name="connsiteY1" fmla="*/ 236225 h 396358"/>
              <a:gd name="connsiteX2" fmla="*/ 986797 w 1146253"/>
              <a:gd name="connsiteY2" fmla="*/ 2049 h 396358"/>
              <a:gd name="connsiteX3" fmla="*/ 1146253 w 1146253"/>
              <a:gd name="connsiteY3" fmla="*/ 379877 h 396358"/>
              <a:gd name="connsiteX0" fmla="*/ 0 w 1146253"/>
              <a:gd name="connsiteY0" fmla="*/ 397090 h 397090"/>
              <a:gd name="connsiteX1" fmla="*/ 166480 w 1146253"/>
              <a:gd name="connsiteY1" fmla="*/ 181200 h 397090"/>
              <a:gd name="connsiteX2" fmla="*/ 986797 w 1146253"/>
              <a:gd name="connsiteY2" fmla="*/ 2781 h 397090"/>
              <a:gd name="connsiteX3" fmla="*/ 1146253 w 1146253"/>
              <a:gd name="connsiteY3" fmla="*/ 380609 h 397090"/>
              <a:gd name="connsiteX0" fmla="*/ 0 w 1146253"/>
              <a:gd name="connsiteY0" fmla="*/ 395886 h 395886"/>
              <a:gd name="connsiteX1" fmla="*/ 166480 w 1146253"/>
              <a:gd name="connsiteY1" fmla="*/ 179996 h 395886"/>
              <a:gd name="connsiteX2" fmla="*/ 986797 w 1146253"/>
              <a:gd name="connsiteY2" fmla="*/ 1577 h 395886"/>
              <a:gd name="connsiteX3" fmla="*/ 1146253 w 1146253"/>
              <a:gd name="connsiteY3" fmla="*/ 379405 h 395886"/>
              <a:gd name="connsiteX0" fmla="*/ 95212 w 1241465"/>
              <a:gd name="connsiteY0" fmla="*/ 395886 h 395886"/>
              <a:gd name="connsiteX1" fmla="*/ 261692 w 1241465"/>
              <a:gd name="connsiteY1" fmla="*/ 179996 h 395886"/>
              <a:gd name="connsiteX2" fmla="*/ 1082009 w 1241465"/>
              <a:gd name="connsiteY2" fmla="*/ 1577 h 395886"/>
              <a:gd name="connsiteX3" fmla="*/ 1241465 w 1241465"/>
              <a:gd name="connsiteY3" fmla="*/ 379405 h 395886"/>
              <a:gd name="connsiteX0" fmla="*/ 0 w 1146253"/>
              <a:gd name="connsiteY0" fmla="*/ 396431 h 396431"/>
              <a:gd name="connsiteX1" fmla="*/ 166480 w 1146253"/>
              <a:gd name="connsiteY1" fmla="*/ 180541 h 396431"/>
              <a:gd name="connsiteX2" fmla="*/ 986797 w 1146253"/>
              <a:gd name="connsiteY2" fmla="*/ 2122 h 396431"/>
              <a:gd name="connsiteX3" fmla="*/ 1146253 w 1146253"/>
              <a:gd name="connsiteY3" fmla="*/ 379950 h 396431"/>
              <a:gd name="connsiteX0" fmla="*/ 0 w 1146253"/>
              <a:gd name="connsiteY0" fmla="*/ 395863 h 395863"/>
              <a:gd name="connsiteX1" fmla="*/ 334889 w 1146253"/>
              <a:gd name="connsiteY1" fmla="*/ 254315 h 395863"/>
              <a:gd name="connsiteX2" fmla="*/ 986797 w 1146253"/>
              <a:gd name="connsiteY2" fmla="*/ 1554 h 395863"/>
              <a:gd name="connsiteX3" fmla="*/ 1146253 w 1146253"/>
              <a:gd name="connsiteY3" fmla="*/ 379382 h 395863"/>
              <a:gd name="connsiteX0" fmla="*/ 0 w 1146253"/>
              <a:gd name="connsiteY0" fmla="*/ 395506 h 395506"/>
              <a:gd name="connsiteX1" fmla="*/ 334889 w 1146253"/>
              <a:gd name="connsiteY1" fmla="*/ 253958 h 395506"/>
              <a:gd name="connsiteX2" fmla="*/ 986797 w 1146253"/>
              <a:gd name="connsiteY2" fmla="*/ 1197 h 395506"/>
              <a:gd name="connsiteX3" fmla="*/ 1146253 w 1146253"/>
              <a:gd name="connsiteY3" fmla="*/ 379025 h 395506"/>
              <a:gd name="connsiteX0" fmla="*/ 0 w 1146253"/>
              <a:gd name="connsiteY0" fmla="*/ 395581 h 395581"/>
              <a:gd name="connsiteX1" fmla="*/ 334889 w 1146253"/>
              <a:gd name="connsiteY1" fmla="*/ 254033 h 395581"/>
              <a:gd name="connsiteX2" fmla="*/ 986797 w 1146253"/>
              <a:gd name="connsiteY2" fmla="*/ 1272 h 395581"/>
              <a:gd name="connsiteX3" fmla="*/ 1146253 w 1146253"/>
              <a:gd name="connsiteY3" fmla="*/ 379100 h 395581"/>
              <a:gd name="connsiteX0" fmla="*/ 0 w 1146253"/>
              <a:gd name="connsiteY0" fmla="*/ 395695 h 395695"/>
              <a:gd name="connsiteX1" fmla="*/ 242536 w 1146253"/>
              <a:gd name="connsiteY1" fmla="*/ 226269 h 395695"/>
              <a:gd name="connsiteX2" fmla="*/ 986797 w 1146253"/>
              <a:gd name="connsiteY2" fmla="*/ 1386 h 395695"/>
              <a:gd name="connsiteX3" fmla="*/ 1146253 w 1146253"/>
              <a:gd name="connsiteY3" fmla="*/ 379214 h 395695"/>
              <a:gd name="connsiteX0" fmla="*/ 0 w 1146253"/>
              <a:gd name="connsiteY0" fmla="*/ 399523 h 399523"/>
              <a:gd name="connsiteX1" fmla="*/ 242536 w 1146253"/>
              <a:gd name="connsiteY1" fmla="*/ 230097 h 399523"/>
              <a:gd name="connsiteX2" fmla="*/ 899876 w 1146253"/>
              <a:gd name="connsiteY2" fmla="*/ 2116 h 399523"/>
              <a:gd name="connsiteX3" fmla="*/ 1146253 w 1146253"/>
              <a:gd name="connsiteY3" fmla="*/ 383042 h 399523"/>
              <a:gd name="connsiteX0" fmla="*/ 0 w 1146253"/>
              <a:gd name="connsiteY0" fmla="*/ 398796 h 398796"/>
              <a:gd name="connsiteX1" fmla="*/ 242536 w 1146253"/>
              <a:gd name="connsiteY1" fmla="*/ 229370 h 398796"/>
              <a:gd name="connsiteX2" fmla="*/ 899876 w 1146253"/>
              <a:gd name="connsiteY2" fmla="*/ 1389 h 398796"/>
              <a:gd name="connsiteX3" fmla="*/ 1146253 w 1146253"/>
              <a:gd name="connsiteY3" fmla="*/ 382315 h 398796"/>
              <a:gd name="connsiteX0" fmla="*/ 0 w 1146253"/>
              <a:gd name="connsiteY0" fmla="*/ 398873 h 398873"/>
              <a:gd name="connsiteX1" fmla="*/ 242536 w 1146253"/>
              <a:gd name="connsiteY1" fmla="*/ 229447 h 398873"/>
              <a:gd name="connsiteX2" fmla="*/ 899876 w 1146253"/>
              <a:gd name="connsiteY2" fmla="*/ 1466 h 398873"/>
              <a:gd name="connsiteX3" fmla="*/ 1146253 w 1146253"/>
              <a:gd name="connsiteY3" fmla="*/ 382392 h 398873"/>
              <a:gd name="connsiteX0" fmla="*/ 0 w 1146253"/>
              <a:gd name="connsiteY0" fmla="*/ 398550 h 398550"/>
              <a:gd name="connsiteX1" fmla="*/ 250788 w 1146253"/>
              <a:gd name="connsiteY1" fmla="*/ 312156 h 398550"/>
              <a:gd name="connsiteX2" fmla="*/ 899876 w 1146253"/>
              <a:gd name="connsiteY2" fmla="*/ 1143 h 398550"/>
              <a:gd name="connsiteX3" fmla="*/ 1146253 w 1146253"/>
              <a:gd name="connsiteY3" fmla="*/ 382069 h 398550"/>
              <a:gd name="connsiteX0" fmla="*/ 0 w 1146253"/>
              <a:gd name="connsiteY0" fmla="*/ 397407 h 397407"/>
              <a:gd name="connsiteX1" fmla="*/ 899876 w 1146253"/>
              <a:gd name="connsiteY1" fmla="*/ 0 h 397407"/>
              <a:gd name="connsiteX2" fmla="*/ 1146253 w 1146253"/>
              <a:gd name="connsiteY2" fmla="*/ 380926 h 397407"/>
              <a:gd name="connsiteX0" fmla="*/ 0 w 552167"/>
              <a:gd name="connsiteY0" fmla="*/ 405710 h 405710"/>
              <a:gd name="connsiteX1" fmla="*/ 305790 w 552167"/>
              <a:gd name="connsiteY1" fmla="*/ 0 h 405710"/>
              <a:gd name="connsiteX2" fmla="*/ 552167 w 552167"/>
              <a:gd name="connsiteY2" fmla="*/ 380926 h 405710"/>
              <a:gd name="connsiteX0" fmla="*/ 0 w 552167"/>
              <a:gd name="connsiteY0" fmla="*/ 405710 h 405710"/>
              <a:gd name="connsiteX1" fmla="*/ 305790 w 552167"/>
              <a:gd name="connsiteY1" fmla="*/ 0 h 405710"/>
              <a:gd name="connsiteX2" fmla="*/ 552167 w 552167"/>
              <a:gd name="connsiteY2" fmla="*/ 404297 h 405710"/>
              <a:gd name="connsiteX0" fmla="*/ 0 w 556530"/>
              <a:gd name="connsiteY0" fmla="*/ 405710 h 414920"/>
              <a:gd name="connsiteX1" fmla="*/ 305790 w 556530"/>
              <a:gd name="connsiteY1" fmla="*/ 0 h 414920"/>
              <a:gd name="connsiteX2" fmla="*/ 556530 w 556530"/>
              <a:gd name="connsiteY2" fmla="*/ 414920 h 414920"/>
              <a:gd name="connsiteX0" fmla="*/ 0 w 556530"/>
              <a:gd name="connsiteY0" fmla="*/ 405710 h 414920"/>
              <a:gd name="connsiteX1" fmla="*/ 305790 w 556530"/>
              <a:gd name="connsiteY1" fmla="*/ 0 h 414920"/>
              <a:gd name="connsiteX2" fmla="*/ 556530 w 556530"/>
              <a:gd name="connsiteY2" fmla="*/ 414920 h 414920"/>
              <a:gd name="connsiteX0" fmla="*/ 0 w 556530"/>
              <a:gd name="connsiteY0" fmla="*/ 405710 h 414920"/>
              <a:gd name="connsiteX1" fmla="*/ 292700 w 556530"/>
              <a:gd name="connsiteY1" fmla="*/ 0 h 414920"/>
              <a:gd name="connsiteX2" fmla="*/ 556530 w 556530"/>
              <a:gd name="connsiteY2" fmla="*/ 414920 h 414920"/>
              <a:gd name="connsiteX0" fmla="*/ 0 w 556530"/>
              <a:gd name="connsiteY0" fmla="*/ 405710 h 414920"/>
              <a:gd name="connsiteX1" fmla="*/ 292700 w 556530"/>
              <a:gd name="connsiteY1" fmla="*/ 0 h 414920"/>
              <a:gd name="connsiteX2" fmla="*/ 556530 w 556530"/>
              <a:gd name="connsiteY2" fmla="*/ 414920 h 414920"/>
              <a:gd name="connsiteX0" fmla="*/ 0 w 556530"/>
              <a:gd name="connsiteY0" fmla="*/ 405710 h 414920"/>
              <a:gd name="connsiteX1" fmla="*/ 292700 w 556530"/>
              <a:gd name="connsiteY1" fmla="*/ 0 h 414920"/>
              <a:gd name="connsiteX2" fmla="*/ 556530 w 556530"/>
              <a:gd name="connsiteY2" fmla="*/ 414920 h 414920"/>
              <a:gd name="connsiteX0" fmla="*/ 0 w 556530"/>
              <a:gd name="connsiteY0" fmla="*/ 405710 h 405710"/>
              <a:gd name="connsiteX1" fmla="*/ 292700 w 556530"/>
              <a:gd name="connsiteY1" fmla="*/ 0 h 405710"/>
              <a:gd name="connsiteX2" fmla="*/ 556530 w 556530"/>
              <a:gd name="connsiteY2" fmla="*/ 402172 h 405710"/>
              <a:gd name="connsiteX0" fmla="*/ 0 w 560893"/>
              <a:gd name="connsiteY0" fmla="*/ 405710 h 414920"/>
              <a:gd name="connsiteX1" fmla="*/ 292700 w 560893"/>
              <a:gd name="connsiteY1" fmla="*/ 0 h 414920"/>
              <a:gd name="connsiteX2" fmla="*/ 560893 w 560893"/>
              <a:gd name="connsiteY2" fmla="*/ 414920 h 414920"/>
              <a:gd name="connsiteX0" fmla="*/ 0 w 556530"/>
              <a:gd name="connsiteY0" fmla="*/ 405710 h 405710"/>
              <a:gd name="connsiteX1" fmla="*/ 292700 w 556530"/>
              <a:gd name="connsiteY1" fmla="*/ 0 h 405710"/>
              <a:gd name="connsiteX2" fmla="*/ 556530 w 556530"/>
              <a:gd name="connsiteY2" fmla="*/ 404297 h 4057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56530" h="405710">
                <a:moveTo>
                  <a:pt x="0" y="405710"/>
                </a:moveTo>
                <a:cubicBezTo>
                  <a:pt x="95840" y="293173"/>
                  <a:pt x="162747" y="623"/>
                  <a:pt x="292700" y="0"/>
                </a:cubicBezTo>
                <a:cubicBezTo>
                  <a:pt x="428711" y="6078"/>
                  <a:pt x="506998" y="325994"/>
                  <a:pt x="556530" y="404297"/>
                </a:cubicBezTo>
              </a:path>
            </a:pathLst>
          </a:custGeom>
          <a:gradFill flip="none" rotWithShape="1">
            <a:gsLst>
              <a:gs pos="0">
                <a:srgbClr val="DA4035"/>
              </a:gs>
              <a:gs pos="100000">
                <a:srgbClr val="F7FCC9"/>
              </a:gs>
              <a:gs pos="61000">
                <a:srgbClr val="FEEC9D"/>
              </a:gs>
            </a:gsLst>
            <a:lin ang="10800000" scaled="1"/>
            <a:tileRect/>
          </a:gra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C6B630F6-EC8C-C7A5-FFC0-542E1BD2DC95}"/>
              </a:ext>
            </a:extLst>
          </p:cNvPr>
          <p:cNvSpPr/>
          <p:nvPr/>
        </p:nvSpPr>
        <p:spPr>
          <a:xfrm flipH="1">
            <a:off x="3880655" y="2089423"/>
            <a:ext cx="670252" cy="1111202"/>
          </a:xfrm>
          <a:custGeom>
            <a:avLst/>
            <a:gdLst>
              <a:gd name="connsiteX0" fmla="*/ 0 w 914400"/>
              <a:gd name="connsiteY0" fmla="*/ 950271 h 968201"/>
              <a:gd name="connsiteX1" fmla="*/ 376518 w 914400"/>
              <a:gd name="connsiteY1" fmla="*/ 13 h 968201"/>
              <a:gd name="connsiteX2" fmla="*/ 896470 w 914400"/>
              <a:gd name="connsiteY2" fmla="*/ 968201 h 968201"/>
              <a:gd name="connsiteX3" fmla="*/ 896470 w 914400"/>
              <a:gd name="connsiteY3" fmla="*/ 968201 h 968201"/>
              <a:gd name="connsiteX4" fmla="*/ 914400 w 914400"/>
              <a:gd name="connsiteY4" fmla="*/ 968201 h 968201"/>
              <a:gd name="connsiteX0" fmla="*/ 0 w 914400"/>
              <a:gd name="connsiteY0" fmla="*/ 791293 h 809223"/>
              <a:gd name="connsiteX1" fmla="*/ 439628 w 914400"/>
              <a:gd name="connsiteY1" fmla="*/ 21 h 809223"/>
              <a:gd name="connsiteX2" fmla="*/ 896470 w 914400"/>
              <a:gd name="connsiteY2" fmla="*/ 809223 h 809223"/>
              <a:gd name="connsiteX3" fmla="*/ 896470 w 914400"/>
              <a:gd name="connsiteY3" fmla="*/ 809223 h 809223"/>
              <a:gd name="connsiteX4" fmla="*/ 914400 w 914400"/>
              <a:gd name="connsiteY4" fmla="*/ 809223 h 809223"/>
              <a:gd name="connsiteX0" fmla="*/ 0 w 914400"/>
              <a:gd name="connsiteY0" fmla="*/ 876926 h 894856"/>
              <a:gd name="connsiteX1" fmla="*/ 439628 w 914400"/>
              <a:gd name="connsiteY1" fmla="*/ 85654 h 894856"/>
              <a:gd name="connsiteX2" fmla="*/ 896470 w 914400"/>
              <a:gd name="connsiteY2" fmla="*/ 894856 h 894856"/>
              <a:gd name="connsiteX3" fmla="*/ 896470 w 914400"/>
              <a:gd name="connsiteY3" fmla="*/ 894856 h 894856"/>
              <a:gd name="connsiteX4" fmla="*/ 914400 w 914400"/>
              <a:gd name="connsiteY4" fmla="*/ 894856 h 894856"/>
              <a:gd name="connsiteX0" fmla="*/ 0 w 914400"/>
              <a:gd name="connsiteY0" fmla="*/ 918291 h 936221"/>
              <a:gd name="connsiteX1" fmla="*/ 547770 w 914400"/>
              <a:gd name="connsiteY1" fmla="*/ 83236 h 936221"/>
              <a:gd name="connsiteX2" fmla="*/ 896470 w 914400"/>
              <a:gd name="connsiteY2" fmla="*/ 936221 h 936221"/>
              <a:gd name="connsiteX3" fmla="*/ 896470 w 914400"/>
              <a:gd name="connsiteY3" fmla="*/ 936221 h 936221"/>
              <a:gd name="connsiteX4" fmla="*/ 914400 w 914400"/>
              <a:gd name="connsiteY4" fmla="*/ 936221 h 936221"/>
              <a:gd name="connsiteX0" fmla="*/ 0 w 914400"/>
              <a:gd name="connsiteY0" fmla="*/ 835213 h 853143"/>
              <a:gd name="connsiteX1" fmla="*/ 547770 w 914400"/>
              <a:gd name="connsiteY1" fmla="*/ 158 h 853143"/>
              <a:gd name="connsiteX2" fmla="*/ 896470 w 914400"/>
              <a:gd name="connsiteY2" fmla="*/ 853143 h 853143"/>
              <a:gd name="connsiteX3" fmla="*/ 896470 w 914400"/>
              <a:gd name="connsiteY3" fmla="*/ 853143 h 853143"/>
              <a:gd name="connsiteX4" fmla="*/ 914400 w 914400"/>
              <a:gd name="connsiteY4" fmla="*/ 853143 h 853143"/>
              <a:gd name="connsiteX0" fmla="*/ 0 w 914400"/>
              <a:gd name="connsiteY0" fmla="*/ 791451 h 809381"/>
              <a:gd name="connsiteX1" fmla="*/ 640463 w 914400"/>
              <a:gd name="connsiteY1" fmla="*/ 179 h 809381"/>
              <a:gd name="connsiteX2" fmla="*/ 896470 w 914400"/>
              <a:gd name="connsiteY2" fmla="*/ 809381 h 809381"/>
              <a:gd name="connsiteX3" fmla="*/ 896470 w 914400"/>
              <a:gd name="connsiteY3" fmla="*/ 809381 h 809381"/>
              <a:gd name="connsiteX4" fmla="*/ 914400 w 914400"/>
              <a:gd name="connsiteY4" fmla="*/ 809381 h 809381"/>
              <a:gd name="connsiteX0" fmla="*/ 0 w 914400"/>
              <a:gd name="connsiteY0" fmla="*/ 813339 h 831269"/>
              <a:gd name="connsiteX1" fmla="*/ 640463 w 914400"/>
              <a:gd name="connsiteY1" fmla="*/ 22067 h 831269"/>
              <a:gd name="connsiteX2" fmla="*/ 896470 w 914400"/>
              <a:gd name="connsiteY2" fmla="*/ 831269 h 831269"/>
              <a:gd name="connsiteX3" fmla="*/ 896470 w 914400"/>
              <a:gd name="connsiteY3" fmla="*/ 831269 h 831269"/>
              <a:gd name="connsiteX4" fmla="*/ 914400 w 914400"/>
              <a:gd name="connsiteY4" fmla="*/ 831269 h 831269"/>
              <a:gd name="connsiteX0" fmla="*/ 0 w 914400"/>
              <a:gd name="connsiteY0" fmla="*/ 827648 h 845578"/>
              <a:gd name="connsiteX1" fmla="*/ 424180 w 914400"/>
              <a:gd name="connsiteY1" fmla="*/ 21781 h 845578"/>
              <a:gd name="connsiteX2" fmla="*/ 896470 w 914400"/>
              <a:gd name="connsiteY2" fmla="*/ 845578 h 845578"/>
              <a:gd name="connsiteX3" fmla="*/ 896470 w 914400"/>
              <a:gd name="connsiteY3" fmla="*/ 845578 h 845578"/>
              <a:gd name="connsiteX4" fmla="*/ 914400 w 914400"/>
              <a:gd name="connsiteY4" fmla="*/ 845578 h 845578"/>
              <a:gd name="connsiteX0" fmla="*/ 0 w 914400"/>
              <a:gd name="connsiteY0" fmla="*/ 806228 h 824158"/>
              <a:gd name="connsiteX1" fmla="*/ 424180 w 914400"/>
              <a:gd name="connsiteY1" fmla="*/ 361 h 824158"/>
              <a:gd name="connsiteX2" fmla="*/ 896470 w 914400"/>
              <a:gd name="connsiteY2" fmla="*/ 824158 h 824158"/>
              <a:gd name="connsiteX3" fmla="*/ 896470 w 914400"/>
              <a:gd name="connsiteY3" fmla="*/ 824158 h 824158"/>
              <a:gd name="connsiteX4" fmla="*/ 914400 w 914400"/>
              <a:gd name="connsiteY4" fmla="*/ 824158 h 824158"/>
              <a:gd name="connsiteX0" fmla="*/ 0 w 914400"/>
              <a:gd name="connsiteY0" fmla="*/ 879172 h 897102"/>
              <a:gd name="connsiteX1" fmla="*/ 455077 w 914400"/>
              <a:gd name="connsiteY1" fmla="*/ 332 h 897102"/>
              <a:gd name="connsiteX2" fmla="*/ 896470 w 914400"/>
              <a:gd name="connsiteY2" fmla="*/ 897102 h 897102"/>
              <a:gd name="connsiteX3" fmla="*/ 896470 w 914400"/>
              <a:gd name="connsiteY3" fmla="*/ 897102 h 897102"/>
              <a:gd name="connsiteX4" fmla="*/ 914400 w 914400"/>
              <a:gd name="connsiteY4" fmla="*/ 897102 h 897102"/>
              <a:gd name="connsiteX0" fmla="*/ 0 w 1115234"/>
              <a:gd name="connsiteY0" fmla="*/ 879172 h 897102"/>
              <a:gd name="connsiteX1" fmla="*/ 455077 w 1115234"/>
              <a:gd name="connsiteY1" fmla="*/ 332 h 897102"/>
              <a:gd name="connsiteX2" fmla="*/ 896470 w 1115234"/>
              <a:gd name="connsiteY2" fmla="*/ 897102 h 897102"/>
              <a:gd name="connsiteX3" fmla="*/ 896470 w 1115234"/>
              <a:gd name="connsiteY3" fmla="*/ 897102 h 897102"/>
              <a:gd name="connsiteX4" fmla="*/ 1115234 w 1115234"/>
              <a:gd name="connsiteY4" fmla="*/ 882507 h 897102"/>
              <a:gd name="connsiteX0" fmla="*/ 0 w 1115234"/>
              <a:gd name="connsiteY0" fmla="*/ 879172 h 897102"/>
              <a:gd name="connsiteX1" fmla="*/ 455077 w 1115234"/>
              <a:gd name="connsiteY1" fmla="*/ 332 h 897102"/>
              <a:gd name="connsiteX2" fmla="*/ 896470 w 1115234"/>
              <a:gd name="connsiteY2" fmla="*/ 897102 h 897102"/>
              <a:gd name="connsiteX3" fmla="*/ 1081855 w 1115234"/>
              <a:gd name="connsiteY3" fmla="*/ 882508 h 897102"/>
              <a:gd name="connsiteX4" fmla="*/ 1115234 w 1115234"/>
              <a:gd name="connsiteY4" fmla="*/ 882507 h 897102"/>
              <a:gd name="connsiteX0" fmla="*/ 0 w 1115234"/>
              <a:gd name="connsiteY0" fmla="*/ 878948 h 882284"/>
              <a:gd name="connsiteX1" fmla="*/ 455077 w 1115234"/>
              <a:gd name="connsiteY1" fmla="*/ 108 h 882284"/>
              <a:gd name="connsiteX2" fmla="*/ 1057788 w 1115234"/>
              <a:gd name="connsiteY2" fmla="*/ 813307 h 882284"/>
              <a:gd name="connsiteX3" fmla="*/ 1081855 w 1115234"/>
              <a:gd name="connsiteY3" fmla="*/ 882284 h 882284"/>
              <a:gd name="connsiteX4" fmla="*/ 1115234 w 1115234"/>
              <a:gd name="connsiteY4" fmla="*/ 882283 h 882284"/>
              <a:gd name="connsiteX0" fmla="*/ 0 w 1141253"/>
              <a:gd name="connsiteY0" fmla="*/ 878948 h 882284"/>
              <a:gd name="connsiteX1" fmla="*/ 455077 w 1141253"/>
              <a:gd name="connsiteY1" fmla="*/ 108 h 882284"/>
              <a:gd name="connsiteX2" fmla="*/ 1057788 w 1141253"/>
              <a:gd name="connsiteY2" fmla="*/ 813307 h 882284"/>
              <a:gd name="connsiteX3" fmla="*/ 1081855 w 1141253"/>
              <a:gd name="connsiteY3" fmla="*/ 882284 h 882284"/>
              <a:gd name="connsiteX4" fmla="*/ 1141253 w 1141253"/>
              <a:gd name="connsiteY4" fmla="*/ 862619 h 882284"/>
              <a:gd name="connsiteX0" fmla="*/ 0 w 1081855"/>
              <a:gd name="connsiteY0" fmla="*/ 878948 h 882284"/>
              <a:gd name="connsiteX1" fmla="*/ 455077 w 1081855"/>
              <a:gd name="connsiteY1" fmla="*/ 108 h 882284"/>
              <a:gd name="connsiteX2" fmla="*/ 1057788 w 1081855"/>
              <a:gd name="connsiteY2" fmla="*/ 813307 h 882284"/>
              <a:gd name="connsiteX3" fmla="*/ 1081855 w 1081855"/>
              <a:gd name="connsiteY3" fmla="*/ 882284 h 882284"/>
              <a:gd name="connsiteX0" fmla="*/ 0 w 1057788"/>
              <a:gd name="connsiteY0" fmla="*/ 878948 h 878948"/>
              <a:gd name="connsiteX1" fmla="*/ 455077 w 1057788"/>
              <a:gd name="connsiteY1" fmla="*/ 108 h 878948"/>
              <a:gd name="connsiteX2" fmla="*/ 1057788 w 1057788"/>
              <a:gd name="connsiteY2" fmla="*/ 813307 h 878948"/>
              <a:gd name="connsiteX0" fmla="*/ 0 w 1146253"/>
              <a:gd name="connsiteY0" fmla="*/ 878847 h 878847"/>
              <a:gd name="connsiteX1" fmla="*/ 455077 w 1146253"/>
              <a:gd name="connsiteY1" fmla="*/ 7 h 878847"/>
              <a:gd name="connsiteX2" fmla="*/ 1146253 w 1146253"/>
              <a:gd name="connsiteY2" fmla="*/ 862366 h 878847"/>
              <a:gd name="connsiteX0" fmla="*/ 0 w 1146253"/>
              <a:gd name="connsiteY0" fmla="*/ 886730 h 886730"/>
              <a:gd name="connsiteX1" fmla="*/ 455077 w 1146253"/>
              <a:gd name="connsiteY1" fmla="*/ 7890 h 886730"/>
              <a:gd name="connsiteX2" fmla="*/ 901419 w 1146253"/>
              <a:gd name="connsiteY2" fmla="*/ 476918 h 886730"/>
              <a:gd name="connsiteX3" fmla="*/ 1146253 w 1146253"/>
              <a:gd name="connsiteY3" fmla="*/ 870249 h 886730"/>
              <a:gd name="connsiteX0" fmla="*/ 0 w 1146253"/>
              <a:gd name="connsiteY0" fmla="*/ 893192 h 893192"/>
              <a:gd name="connsiteX1" fmla="*/ 455077 w 1146253"/>
              <a:gd name="connsiteY1" fmla="*/ 14352 h 893192"/>
              <a:gd name="connsiteX2" fmla="*/ 1005495 w 1146253"/>
              <a:gd name="connsiteY2" fmla="*/ 385060 h 893192"/>
              <a:gd name="connsiteX3" fmla="*/ 1146253 w 1146253"/>
              <a:gd name="connsiteY3" fmla="*/ 876711 h 893192"/>
              <a:gd name="connsiteX0" fmla="*/ 0 w 1146253"/>
              <a:gd name="connsiteY0" fmla="*/ 888633 h 888633"/>
              <a:gd name="connsiteX1" fmla="*/ 455077 w 1146253"/>
              <a:gd name="connsiteY1" fmla="*/ 9793 h 888633"/>
              <a:gd name="connsiteX2" fmla="*/ 1005495 w 1146253"/>
              <a:gd name="connsiteY2" fmla="*/ 380501 h 888633"/>
              <a:gd name="connsiteX3" fmla="*/ 1146253 w 1146253"/>
              <a:gd name="connsiteY3" fmla="*/ 872152 h 888633"/>
              <a:gd name="connsiteX0" fmla="*/ 0 w 1146253"/>
              <a:gd name="connsiteY0" fmla="*/ 887498 h 887498"/>
              <a:gd name="connsiteX1" fmla="*/ 455077 w 1146253"/>
              <a:gd name="connsiteY1" fmla="*/ 8658 h 887498"/>
              <a:gd name="connsiteX2" fmla="*/ 1005495 w 1146253"/>
              <a:gd name="connsiteY2" fmla="*/ 379366 h 887498"/>
              <a:gd name="connsiteX3" fmla="*/ 1146253 w 1146253"/>
              <a:gd name="connsiteY3" fmla="*/ 871017 h 887498"/>
              <a:gd name="connsiteX0" fmla="*/ 0 w 1146253"/>
              <a:gd name="connsiteY0" fmla="*/ 887498 h 887498"/>
              <a:gd name="connsiteX1" fmla="*/ 455077 w 1146253"/>
              <a:gd name="connsiteY1" fmla="*/ 8658 h 887498"/>
              <a:gd name="connsiteX2" fmla="*/ 1005495 w 1146253"/>
              <a:gd name="connsiteY2" fmla="*/ 379366 h 887498"/>
              <a:gd name="connsiteX3" fmla="*/ 1146253 w 1146253"/>
              <a:gd name="connsiteY3" fmla="*/ 871017 h 887498"/>
              <a:gd name="connsiteX0" fmla="*/ 0 w 1146253"/>
              <a:gd name="connsiteY0" fmla="*/ 709220 h 709220"/>
              <a:gd name="connsiteX1" fmla="*/ 335391 w 1146253"/>
              <a:gd name="connsiteY1" fmla="*/ 12272 h 709220"/>
              <a:gd name="connsiteX2" fmla="*/ 1005495 w 1146253"/>
              <a:gd name="connsiteY2" fmla="*/ 201088 h 709220"/>
              <a:gd name="connsiteX3" fmla="*/ 1146253 w 1146253"/>
              <a:gd name="connsiteY3" fmla="*/ 692739 h 709220"/>
              <a:gd name="connsiteX0" fmla="*/ 0 w 1146253"/>
              <a:gd name="connsiteY0" fmla="*/ 709912 h 709912"/>
              <a:gd name="connsiteX1" fmla="*/ 335391 w 1146253"/>
              <a:gd name="connsiteY1" fmla="*/ 12964 h 709912"/>
              <a:gd name="connsiteX2" fmla="*/ 911828 w 1146253"/>
              <a:gd name="connsiteY2" fmla="*/ 191947 h 709912"/>
              <a:gd name="connsiteX3" fmla="*/ 1146253 w 1146253"/>
              <a:gd name="connsiteY3" fmla="*/ 693431 h 709912"/>
              <a:gd name="connsiteX0" fmla="*/ 0 w 1146253"/>
              <a:gd name="connsiteY0" fmla="*/ 709912 h 709912"/>
              <a:gd name="connsiteX1" fmla="*/ 335391 w 1146253"/>
              <a:gd name="connsiteY1" fmla="*/ 12964 h 709912"/>
              <a:gd name="connsiteX2" fmla="*/ 911828 w 1146253"/>
              <a:gd name="connsiteY2" fmla="*/ 191947 h 709912"/>
              <a:gd name="connsiteX3" fmla="*/ 1146253 w 1146253"/>
              <a:gd name="connsiteY3" fmla="*/ 693431 h 709912"/>
              <a:gd name="connsiteX0" fmla="*/ 0 w 1146253"/>
              <a:gd name="connsiteY0" fmla="*/ 717500 h 717500"/>
              <a:gd name="connsiteX1" fmla="*/ 335391 w 1146253"/>
              <a:gd name="connsiteY1" fmla="*/ 20552 h 717500"/>
              <a:gd name="connsiteX2" fmla="*/ 911828 w 1146253"/>
              <a:gd name="connsiteY2" fmla="*/ 199535 h 717500"/>
              <a:gd name="connsiteX3" fmla="*/ 1146253 w 1146253"/>
              <a:gd name="connsiteY3" fmla="*/ 701019 h 717500"/>
              <a:gd name="connsiteX0" fmla="*/ 0 w 1146253"/>
              <a:gd name="connsiteY0" fmla="*/ 530916 h 530916"/>
              <a:gd name="connsiteX1" fmla="*/ 293761 w 1146253"/>
              <a:gd name="connsiteY1" fmla="*/ 178088 h 530916"/>
              <a:gd name="connsiteX2" fmla="*/ 911828 w 1146253"/>
              <a:gd name="connsiteY2" fmla="*/ 12951 h 530916"/>
              <a:gd name="connsiteX3" fmla="*/ 1146253 w 1146253"/>
              <a:gd name="connsiteY3" fmla="*/ 514435 h 530916"/>
              <a:gd name="connsiteX0" fmla="*/ 0 w 1146253"/>
              <a:gd name="connsiteY0" fmla="*/ 533602 h 533602"/>
              <a:gd name="connsiteX1" fmla="*/ 293761 w 1146253"/>
              <a:gd name="connsiteY1" fmla="*/ 180774 h 533602"/>
              <a:gd name="connsiteX2" fmla="*/ 911828 w 1146253"/>
              <a:gd name="connsiteY2" fmla="*/ 15637 h 533602"/>
              <a:gd name="connsiteX3" fmla="*/ 1146253 w 1146253"/>
              <a:gd name="connsiteY3" fmla="*/ 517121 h 533602"/>
              <a:gd name="connsiteX0" fmla="*/ 0 w 1146253"/>
              <a:gd name="connsiteY0" fmla="*/ 527286 h 527286"/>
              <a:gd name="connsiteX1" fmla="*/ 293761 w 1146253"/>
              <a:gd name="connsiteY1" fmla="*/ 174458 h 527286"/>
              <a:gd name="connsiteX2" fmla="*/ 911828 w 1146253"/>
              <a:gd name="connsiteY2" fmla="*/ 9321 h 527286"/>
              <a:gd name="connsiteX3" fmla="*/ 1146253 w 1146253"/>
              <a:gd name="connsiteY3" fmla="*/ 510805 h 527286"/>
              <a:gd name="connsiteX0" fmla="*/ 0 w 1146253"/>
              <a:gd name="connsiteY0" fmla="*/ 530915 h 530915"/>
              <a:gd name="connsiteX1" fmla="*/ 293761 w 1146253"/>
              <a:gd name="connsiteY1" fmla="*/ 178087 h 530915"/>
              <a:gd name="connsiteX2" fmla="*/ 911828 w 1146253"/>
              <a:gd name="connsiteY2" fmla="*/ 12950 h 530915"/>
              <a:gd name="connsiteX3" fmla="*/ 1146253 w 1146253"/>
              <a:gd name="connsiteY3" fmla="*/ 514434 h 530915"/>
              <a:gd name="connsiteX0" fmla="*/ 0 w 1146253"/>
              <a:gd name="connsiteY0" fmla="*/ 535588 h 535588"/>
              <a:gd name="connsiteX1" fmla="*/ 293761 w 1146253"/>
              <a:gd name="connsiteY1" fmla="*/ 182760 h 535588"/>
              <a:gd name="connsiteX2" fmla="*/ 911828 w 1146253"/>
              <a:gd name="connsiteY2" fmla="*/ 17623 h 535588"/>
              <a:gd name="connsiteX3" fmla="*/ 1146253 w 1146253"/>
              <a:gd name="connsiteY3" fmla="*/ 519107 h 535588"/>
              <a:gd name="connsiteX0" fmla="*/ 0 w 1146253"/>
              <a:gd name="connsiteY0" fmla="*/ 529452 h 529452"/>
              <a:gd name="connsiteX1" fmla="*/ 293761 w 1146253"/>
              <a:gd name="connsiteY1" fmla="*/ 176624 h 529452"/>
              <a:gd name="connsiteX2" fmla="*/ 911828 w 1146253"/>
              <a:gd name="connsiteY2" fmla="*/ 11487 h 529452"/>
              <a:gd name="connsiteX3" fmla="*/ 1146253 w 1146253"/>
              <a:gd name="connsiteY3" fmla="*/ 512971 h 529452"/>
              <a:gd name="connsiteX0" fmla="*/ 0 w 1146253"/>
              <a:gd name="connsiteY0" fmla="*/ 529452 h 529452"/>
              <a:gd name="connsiteX1" fmla="*/ 293761 w 1146253"/>
              <a:gd name="connsiteY1" fmla="*/ 176624 h 529452"/>
              <a:gd name="connsiteX2" fmla="*/ 911828 w 1146253"/>
              <a:gd name="connsiteY2" fmla="*/ 11487 h 529452"/>
              <a:gd name="connsiteX3" fmla="*/ 1146253 w 1146253"/>
              <a:gd name="connsiteY3" fmla="*/ 512971 h 529452"/>
              <a:gd name="connsiteX0" fmla="*/ 0 w 1146253"/>
              <a:gd name="connsiteY0" fmla="*/ 524406 h 524406"/>
              <a:gd name="connsiteX1" fmla="*/ 175114 w 1146253"/>
              <a:gd name="connsiteY1" fmla="*/ 329430 h 524406"/>
              <a:gd name="connsiteX2" fmla="*/ 911828 w 1146253"/>
              <a:gd name="connsiteY2" fmla="*/ 6441 h 524406"/>
              <a:gd name="connsiteX3" fmla="*/ 1146253 w 1146253"/>
              <a:gd name="connsiteY3" fmla="*/ 507925 h 524406"/>
              <a:gd name="connsiteX0" fmla="*/ 0 w 1146253"/>
              <a:gd name="connsiteY0" fmla="*/ 425737 h 425737"/>
              <a:gd name="connsiteX1" fmla="*/ 175114 w 1146253"/>
              <a:gd name="connsiteY1" fmla="*/ 230761 h 425737"/>
              <a:gd name="connsiteX2" fmla="*/ 971151 w 1146253"/>
              <a:gd name="connsiteY2" fmla="*/ 9249 h 425737"/>
              <a:gd name="connsiteX3" fmla="*/ 1146253 w 1146253"/>
              <a:gd name="connsiteY3" fmla="*/ 409256 h 425737"/>
              <a:gd name="connsiteX0" fmla="*/ 0 w 1146253"/>
              <a:gd name="connsiteY0" fmla="*/ 425737 h 425737"/>
              <a:gd name="connsiteX1" fmla="*/ 175114 w 1146253"/>
              <a:gd name="connsiteY1" fmla="*/ 230761 h 425737"/>
              <a:gd name="connsiteX2" fmla="*/ 971151 w 1146253"/>
              <a:gd name="connsiteY2" fmla="*/ 9249 h 425737"/>
              <a:gd name="connsiteX3" fmla="*/ 1146253 w 1146253"/>
              <a:gd name="connsiteY3" fmla="*/ 409256 h 425737"/>
              <a:gd name="connsiteX0" fmla="*/ 0 w 1146253"/>
              <a:gd name="connsiteY0" fmla="*/ 491678 h 491678"/>
              <a:gd name="connsiteX1" fmla="*/ 175114 w 1146253"/>
              <a:gd name="connsiteY1" fmla="*/ 296702 h 491678"/>
              <a:gd name="connsiteX2" fmla="*/ 812956 w 1146253"/>
              <a:gd name="connsiteY2" fmla="*/ 7539 h 491678"/>
              <a:gd name="connsiteX3" fmla="*/ 1146253 w 1146253"/>
              <a:gd name="connsiteY3" fmla="*/ 475197 h 491678"/>
              <a:gd name="connsiteX0" fmla="*/ 0 w 1146253"/>
              <a:gd name="connsiteY0" fmla="*/ 484139 h 484139"/>
              <a:gd name="connsiteX1" fmla="*/ 175114 w 1146253"/>
              <a:gd name="connsiteY1" fmla="*/ 289163 h 484139"/>
              <a:gd name="connsiteX2" fmla="*/ 812956 w 1146253"/>
              <a:gd name="connsiteY2" fmla="*/ 0 h 484139"/>
              <a:gd name="connsiteX3" fmla="*/ 1146253 w 1146253"/>
              <a:gd name="connsiteY3" fmla="*/ 467658 h 484139"/>
              <a:gd name="connsiteX0" fmla="*/ 0 w 1146253"/>
              <a:gd name="connsiteY0" fmla="*/ 484139 h 484139"/>
              <a:gd name="connsiteX1" fmla="*/ 175114 w 1146253"/>
              <a:gd name="connsiteY1" fmla="*/ 289163 h 484139"/>
              <a:gd name="connsiteX2" fmla="*/ 812956 w 1146253"/>
              <a:gd name="connsiteY2" fmla="*/ 0 h 484139"/>
              <a:gd name="connsiteX3" fmla="*/ 1146253 w 1146253"/>
              <a:gd name="connsiteY3" fmla="*/ 467658 h 484139"/>
              <a:gd name="connsiteX0" fmla="*/ 0 w 1146253"/>
              <a:gd name="connsiteY0" fmla="*/ 484139 h 484139"/>
              <a:gd name="connsiteX1" fmla="*/ 175114 w 1146253"/>
              <a:gd name="connsiteY1" fmla="*/ 289163 h 484139"/>
              <a:gd name="connsiteX2" fmla="*/ 812956 w 1146253"/>
              <a:gd name="connsiteY2" fmla="*/ 0 h 484139"/>
              <a:gd name="connsiteX3" fmla="*/ 1146253 w 1146253"/>
              <a:gd name="connsiteY3" fmla="*/ 467658 h 484139"/>
              <a:gd name="connsiteX0" fmla="*/ 0 w 1146253"/>
              <a:gd name="connsiteY0" fmla="*/ 484139 h 484139"/>
              <a:gd name="connsiteX1" fmla="*/ 175114 w 1146253"/>
              <a:gd name="connsiteY1" fmla="*/ 289163 h 484139"/>
              <a:gd name="connsiteX2" fmla="*/ 812956 w 1146253"/>
              <a:gd name="connsiteY2" fmla="*/ 0 h 484139"/>
              <a:gd name="connsiteX3" fmla="*/ 1146253 w 1146253"/>
              <a:gd name="connsiteY3" fmla="*/ 467658 h 484139"/>
              <a:gd name="connsiteX0" fmla="*/ 0 w 1146253"/>
              <a:gd name="connsiteY0" fmla="*/ 484139 h 484139"/>
              <a:gd name="connsiteX1" fmla="*/ 158816 w 1146253"/>
              <a:gd name="connsiteY1" fmla="*/ 239602 h 484139"/>
              <a:gd name="connsiteX2" fmla="*/ 812956 w 1146253"/>
              <a:gd name="connsiteY2" fmla="*/ 0 h 484139"/>
              <a:gd name="connsiteX3" fmla="*/ 1146253 w 1146253"/>
              <a:gd name="connsiteY3" fmla="*/ 467658 h 484139"/>
              <a:gd name="connsiteX0" fmla="*/ 0 w 1146253"/>
              <a:gd name="connsiteY0" fmla="*/ 484139 h 484139"/>
              <a:gd name="connsiteX1" fmla="*/ 158816 w 1146253"/>
              <a:gd name="connsiteY1" fmla="*/ 239602 h 484139"/>
              <a:gd name="connsiteX2" fmla="*/ 812956 w 1146253"/>
              <a:gd name="connsiteY2" fmla="*/ 0 h 484139"/>
              <a:gd name="connsiteX3" fmla="*/ 1146253 w 1146253"/>
              <a:gd name="connsiteY3" fmla="*/ 467658 h 484139"/>
              <a:gd name="connsiteX0" fmla="*/ 0 w 1146253"/>
              <a:gd name="connsiteY0" fmla="*/ 484139 h 484139"/>
              <a:gd name="connsiteX1" fmla="*/ 158816 w 1146253"/>
              <a:gd name="connsiteY1" fmla="*/ 239602 h 484139"/>
              <a:gd name="connsiteX2" fmla="*/ 812956 w 1146253"/>
              <a:gd name="connsiteY2" fmla="*/ 0 h 484139"/>
              <a:gd name="connsiteX3" fmla="*/ 1146253 w 1146253"/>
              <a:gd name="connsiteY3" fmla="*/ 467658 h 484139"/>
              <a:gd name="connsiteX0" fmla="*/ 0 w 1146253"/>
              <a:gd name="connsiteY0" fmla="*/ 484139 h 484139"/>
              <a:gd name="connsiteX1" fmla="*/ 812956 w 1146253"/>
              <a:gd name="connsiteY1" fmla="*/ 0 h 484139"/>
              <a:gd name="connsiteX2" fmla="*/ 1146253 w 1146253"/>
              <a:gd name="connsiteY2" fmla="*/ 467658 h 484139"/>
              <a:gd name="connsiteX0" fmla="*/ 0 w 1146253"/>
              <a:gd name="connsiteY0" fmla="*/ 592554 h 592554"/>
              <a:gd name="connsiteX1" fmla="*/ 840118 w 1146253"/>
              <a:gd name="connsiteY1" fmla="*/ 0 h 592554"/>
              <a:gd name="connsiteX2" fmla="*/ 1146253 w 1146253"/>
              <a:gd name="connsiteY2" fmla="*/ 576073 h 592554"/>
              <a:gd name="connsiteX0" fmla="*/ 0 w 1146253"/>
              <a:gd name="connsiteY0" fmla="*/ 394309 h 394309"/>
              <a:gd name="connsiteX1" fmla="*/ 986797 w 1146253"/>
              <a:gd name="connsiteY1" fmla="*/ 0 h 394309"/>
              <a:gd name="connsiteX2" fmla="*/ 1146253 w 1146253"/>
              <a:gd name="connsiteY2" fmla="*/ 377828 h 394309"/>
              <a:gd name="connsiteX0" fmla="*/ 0 w 1146253"/>
              <a:gd name="connsiteY0" fmla="*/ 396358 h 396358"/>
              <a:gd name="connsiteX1" fmla="*/ 329457 w 1146253"/>
              <a:gd name="connsiteY1" fmla="*/ 236225 h 396358"/>
              <a:gd name="connsiteX2" fmla="*/ 986797 w 1146253"/>
              <a:gd name="connsiteY2" fmla="*/ 2049 h 396358"/>
              <a:gd name="connsiteX3" fmla="*/ 1146253 w 1146253"/>
              <a:gd name="connsiteY3" fmla="*/ 379877 h 396358"/>
              <a:gd name="connsiteX0" fmla="*/ 0 w 1146253"/>
              <a:gd name="connsiteY0" fmla="*/ 397090 h 397090"/>
              <a:gd name="connsiteX1" fmla="*/ 166480 w 1146253"/>
              <a:gd name="connsiteY1" fmla="*/ 181200 h 397090"/>
              <a:gd name="connsiteX2" fmla="*/ 986797 w 1146253"/>
              <a:gd name="connsiteY2" fmla="*/ 2781 h 397090"/>
              <a:gd name="connsiteX3" fmla="*/ 1146253 w 1146253"/>
              <a:gd name="connsiteY3" fmla="*/ 380609 h 397090"/>
              <a:gd name="connsiteX0" fmla="*/ 0 w 1146253"/>
              <a:gd name="connsiteY0" fmla="*/ 395886 h 395886"/>
              <a:gd name="connsiteX1" fmla="*/ 166480 w 1146253"/>
              <a:gd name="connsiteY1" fmla="*/ 179996 h 395886"/>
              <a:gd name="connsiteX2" fmla="*/ 986797 w 1146253"/>
              <a:gd name="connsiteY2" fmla="*/ 1577 h 395886"/>
              <a:gd name="connsiteX3" fmla="*/ 1146253 w 1146253"/>
              <a:gd name="connsiteY3" fmla="*/ 379405 h 395886"/>
              <a:gd name="connsiteX0" fmla="*/ 95212 w 1241465"/>
              <a:gd name="connsiteY0" fmla="*/ 395886 h 395886"/>
              <a:gd name="connsiteX1" fmla="*/ 261692 w 1241465"/>
              <a:gd name="connsiteY1" fmla="*/ 179996 h 395886"/>
              <a:gd name="connsiteX2" fmla="*/ 1082009 w 1241465"/>
              <a:gd name="connsiteY2" fmla="*/ 1577 h 395886"/>
              <a:gd name="connsiteX3" fmla="*/ 1241465 w 1241465"/>
              <a:gd name="connsiteY3" fmla="*/ 379405 h 395886"/>
              <a:gd name="connsiteX0" fmla="*/ 0 w 1146253"/>
              <a:gd name="connsiteY0" fmla="*/ 396431 h 396431"/>
              <a:gd name="connsiteX1" fmla="*/ 166480 w 1146253"/>
              <a:gd name="connsiteY1" fmla="*/ 180541 h 396431"/>
              <a:gd name="connsiteX2" fmla="*/ 986797 w 1146253"/>
              <a:gd name="connsiteY2" fmla="*/ 2122 h 396431"/>
              <a:gd name="connsiteX3" fmla="*/ 1146253 w 1146253"/>
              <a:gd name="connsiteY3" fmla="*/ 379950 h 396431"/>
              <a:gd name="connsiteX0" fmla="*/ 0 w 1146253"/>
              <a:gd name="connsiteY0" fmla="*/ 395863 h 395863"/>
              <a:gd name="connsiteX1" fmla="*/ 334889 w 1146253"/>
              <a:gd name="connsiteY1" fmla="*/ 254315 h 395863"/>
              <a:gd name="connsiteX2" fmla="*/ 986797 w 1146253"/>
              <a:gd name="connsiteY2" fmla="*/ 1554 h 395863"/>
              <a:gd name="connsiteX3" fmla="*/ 1146253 w 1146253"/>
              <a:gd name="connsiteY3" fmla="*/ 379382 h 395863"/>
              <a:gd name="connsiteX0" fmla="*/ 0 w 1146253"/>
              <a:gd name="connsiteY0" fmla="*/ 395506 h 395506"/>
              <a:gd name="connsiteX1" fmla="*/ 334889 w 1146253"/>
              <a:gd name="connsiteY1" fmla="*/ 253958 h 395506"/>
              <a:gd name="connsiteX2" fmla="*/ 986797 w 1146253"/>
              <a:gd name="connsiteY2" fmla="*/ 1197 h 395506"/>
              <a:gd name="connsiteX3" fmla="*/ 1146253 w 1146253"/>
              <a:gd name="connsiteY3" fmla="*/ 379025 h 395506"/>
              <a:gd name="connsiteX0" fmla="*/ 0 w 1146253"/>
              <a:gd name="connsiteY0" fmla="*/ 395581 h 395581"/>
              <a:gd name="connsiteX1" fmla="*/ 334889 w 1146253"/>
              <a:gd name="connsiteY1" fmla="*/ 254033 h 395581"/>
              <a:gd name="connsiteX2" fmla="*/ 986797 w 1146253"/>
              <a:gd name="connsiteY2" fmla="*/ 1272 h 395581"/>
              <a:gd name="connsiteX3" fmla="*/ 1146253 w 1146253"/>
              <a:gd name="connsiteY3" fmla="*/ 379100 h 395581"/>
              <a:gd name="connsiteX0" fmla="*/ 0 w 1146253"/>
              <a:gd name="connsiteY0" fmla="*/ 395695 h 395695"/>
              <a:gd name="connsiteX1" fmla="*/ 242536 w 1146253"/>
              <a:gd name="connsiteY1" fmla="*/ 226269 h 395695"/>
              <a:gd name="connsiteX2" fmla="*/ 986797 w 1146253"/>
              <a:gd name="connsiteY2" fmla="*/ 1386 h 395695"/>
              <a:gd name="connsiteX3" fmla="*/ 1146253 w 1146253"/>
              <a:gd name="connsiteY3" fmla="*/ 379214 h 395695"/>
              <a:gd name="connsiteX0" fmla="*/ 0 w 1146253"/>
              <a:gd name="connsiteY0" fmla="*/ 399523 h 399523"/>
              <a:gd name="connsiteX1" fmla="*/ 242536 w 1146253"/>
              <a:gd name="connsiteY1" fmla="*/ 230097 h 399523"/>
              <a:gd name="connsiteX2" fmla="*/ 899876 w 1146253"/>
              <a:gd name="connsiteY2" fmla="*/ 2116 h 399523"/>
              <a:gd name="connsiteX3" fmla="*/ 1146253 w 1146253"/>
              <a:gd name="connsiteY3" fmla="*/ 383042 h 399523"/>
              <a:gd name="connsiteX0" fmla="*/ 0 w 1146253"/>
              <a:gd name="connsiteY0" fmla="*/ 398796 h 398796"/>
              <a:gd name="connsiteX1" fmla="*/ 242536 w 1146253"/>
              <a:gd name="connsiteY1" fmla="*/ 229370 h 398796"/>
              <a:gd name="connsiteX2" fmla="*/ 899876 w 1146253"/>
              <a:gd name="connsiteY2" fmla="*/ 1389 h 398796"/>
              <a:gd name="connsiteX3" fmla="*/ 1146253 w 1146253"/>
              <a:gd name="connsiteY3" fmla="*/ 382315 h 398796"/>
              <a:gd name="connsiteX0" fmla="*/ 0 w 1146253"/>
              <a:gd name="connsiteY0" fmla="*/ 398873 h 398873"/>
              <a:gd name="connsiteX1" fmla="*/ 242536 w 1146253"/>
              <a:gd name="connsiteY1" fmla="*/ 229447 h 398873"/>
              <a:gd name="connsiteX2" fmla="*/ 899876 w 1146253"/>
              <a:gd name="connsiteY2" fmla="*/ 1466 h 398873"/>
              <a:gd name="connsiteX3" fmla="*/ 1146253 w 1146253"/>
              <a:gd name="connsiteY3" fmla="*/ 382392 h 398873"/>
              <a:gd name="connsiteX0" fmla="*/ 0 w 1146253"/>
              <a:gd name="connsiteY0" fmla="*/ 398550 h 398550"/>
              <a:gd name="connsiteX1" fmla="*/ 250788 w 1146253"/>
              <a:gd name="connsiteY1" fmla="*/ 312156 h 398550"/>
              <a:gd name="connsiteX2" fmla="*/ 899876 w 1146253"/>
              <a:gd name="connsiteY2" fmla="*/ 1143 h 398550"/>
              <a:gd name="connsiteX3" fmla="*/ 1146253 w 1146253"/>
              <a:gd name="connsiteY3" fmla="*/ 382069 h 398550"/>
              <a:gd name="connsiteX0" fmla="*/ 0 w 1146253"/>
              <a:gd name="connsiteY0" fmla="*/ 397407 h 397407"/>
              <a:gd name="connsiteX1" fmla="*/ 899876 w 1146253"/>
              <a:gd name="connsiteY1" fmla="*/ 0 h 397407"/>
              <a:gd name="connsiteX2" fmla="*/ 1146253 w 1146253"/>
              <a:gd name="connsiteY2" fmla="*/ 380926 h 397407"/>
              <a:gd name="connsiteX0" fmla="*/ 0 w 552167"/>
              <a:gd name="connsiteY0" fmla="*/ 405710 h 405710"/>
              <a:gd name="connsiteX1" fmla="*/ 305790 w 552167"/>
              <a:gd name="connsiteY1" fmla="*/ 0 h 405710"/>
              <a:gd name="connsiteX2" fmla="*/ 552167 w 552167"/>
              <a:gd name="connsiteY2" fmla="*/ 380926 h 405710"/>
              <a:gd name="connsiteX0" fmla="*/ 0 w 552167"/>
              <a:gd name="connsiteY0" fmla="*/ 405710 h 405710"/>
              <a:gd name="connsiteX1" fmla="*/ 305790 w 552167"/>
              <a:gd name="connsiteY1" fmla="*/ 0 h 405710"/>
              <a:gd name="connsiteX2" fmla="*/ 552167 w 552167"/>
              <a:gd name="connsiteY2" fmla="*/ 404297 h 405710"/>
              <a:gd name="connsiteX0" fmla="*/ 0 w 556530"/>
              <a:gd name="connsiteY0" fmla="*/ 405710 h 414920"/>
              <a:gd name="connsiteX1" fmla="*/ 305790 w 556530"/>
              <a:gd name="connsiteY1" fmla="*/ 0 h 414920"/>
              <a:gd name="connsiteX2" fmla="*/ 556530 w 556530"/>
              <a:gd name="connsiteY2" fmla="*/ 414920 h 414920"/>
              <a:gd name="connsiteX0" fmla="*/ 0 w 556530"/>
              <a:gd name="connsiteY0" fmla="*/ 405710 h 414920"/>
              <a:gd name="connsiteX1" fmla="*/ 305790 w 556530"/>
              <a:gd name="connsiteY1" fmla="*/ 0 h 414920"/>
              <a:gd name="connsiteX2" fmla="*/ 556530 w 556530"/>
              <a:gd name="connsiteY2" fmla="*/ 414920 h 414920"/>
              <a:gd name="connsiteX0" fmla="*/ 0 w 556530"/>
              <a:gd name="connsiteY0" fmla="*/ 405710 h 414920"/>
              <a:gd name="connsiteX1" fmla="*/ 292700 w 556530"/>
              <a:gd name="connsiteY1" fmla="*/ 0 h 414920"/>
              <a:gd name="connsiteX2" fmla="*/ 556530 w 556530"/>
              <a:gd name="connsiteY2" fmla="*/ 414920 h 414920"/>
              <a:gd name="connsiteX0" fmla="*/ 0 w 556530"/>
              <a:gd name="connsiteY0" fmla="*/ 405710 h 414920"/>
              <a:gd name="connsiteX1" fmla="*/ 292700 w 556530"/>
              <a:gd name="connsiteY1" fmla="*/ 0 h 414920"/>
              <a:gd name="connsiteX2" fmla="*/ 556530 w 556530"/>
              <a:gd name="connsiteY2" fmla="*/ 414920 h 414920"/>
              <a:gd name="connsiteX0" fmla="*/ 0 w 556530"/>
              <a:gd name="connsiteY0" fmla="*/ 405710 h 414920"/>
              <a:gd name="connsiteX1" fmla="*/ 292700 w 556530"/>
              <a:gd name="connsiteY1" fmla="*/ 0 h 414920"/>
              <a:gd name="connsiteX2" fmla="*/ 556530 w 556530"/>
              <a:gd name="connsiteY2" fmla="*/ 414920 h 414920"/>
              <a:gd name="connsiteX0" fmla="*/ 0 w 556530"/>
              <a:gd name="connsiteY0" fmla="*/ 405710 h 405710"/>
              <a:gd name="connsiteX1" fmla="*/ 292700 w 556530"/>
              <a:gd name="connsiteY1" fmla="*/ 0 h 405710"/>
              <a:gd name="connsiteX2" fmla="*/ 556530 w 556530"/>
              <a:gd name="connsiteY2" fmla="*/ 402172 h 405710"/>
              <a:gd name="connsiteX0" fmla="*/ 0 w 560893"/>
              <a:gd name="connsiteY0" fmla="*/ 405710 h 414920"/>
              <a:gd name="connsiteX1" fmla="*/ 292700 w 560893"/>
              <a:gd name="connsiteY1" fmla="*/ 0 h 414920"/>
              <a:gd name="connsiteX2" fmla="*/ 560893 w 560893"/>
              <a:gd name="connsiteY2" fmla="*/ 414920 h 414920"/>
              <a:gd name="connsiteX0" fmla="*/ 0 w 556530"/>
              <a:gd name="connsiteY0" fmla="*/ 405710 h 405710"/>
              <a:gd name="connsiteX1" fmla="*/ 292700 w 556530"/>
              <a:gd name="connsiteY1" fmla="*/ 0 h 405710"/>
              <a:gd name="connsiteX2" fmla="*/ 556530 w 556530"/>
              <a:gd name="connsiteY2" fmla="*/ 404297 h 4057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56530" h="405710">
                <a:moveTo>
                  <a:pt x="0" y="405710"/>
                </a:moveTo>
                <a:cubicBezTo>
                  <a:pt x="95840" y="293173"/>
                  <a:pt x="162747" y="623"/>
                  <a:pt x="292700" y="0"/>
                </a:cubicBezTo>
                <a:cubicBezTo>
                  <a:pt x="428711" y="6078"/>
                  <a:pt x="506998" y="325994"/>
                  <a:pt x="556530" y="404297"/>
                </a:cubicBezTo>
              </a:path>
            </a:pathLst>
          </a:custGeom>
          <a:gradFill flip="none" rotWithShape="1">
            <a:gsLst>
              <a:gs pos="100000">
                <a:srgbClr val="5AB359"/>
              </a:gs>
              <a:gs pos="81000">
                <a:srgbClr val="9FD276"/>
              </a:gs>
              <a:gs pos="2000">
                <a:srgbClr val="F8FBC7"/>
              </a:gs>
            </a:gsLst>
            <a:lin ang="10800000" scaled="1"/>
            <a:tileRect/>
          </a:gra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F82DABB8-56A5-A35C-879E-B1E7166683A8}"/>
              </a:ext>
            </a:extLst>
          </p:cNvPr>
          <p:cNvCxnSpPr>
            <a:cxnSpLocks/>
          </p:cNvCxnSpPr>
          <p:nvPr/>
        </p:nvCxnSpPr>
        <p:spPr>
          <a:xfrm flipV="1">
            <a:off x="2894641" y="5692550"/>
            <a:ext cx="1764280" cy="1989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9B30C2CF-19FB-9830-4F52-03D1A70014BB}"/>
              </a:ext>
            </a:extLst>
          </p:cNvPr>
          <p:cNvCxnSpPr>
            <a:cxnSpLocks/>
          </p:cNvCxnSpPr>
          <p:nvPr/>
        </p:nvCxnSpPr>
        <p:spPr>
          <a:xfrm flipV="1">
            <a:off x="2894641" y="3200625"/>
            <a:ext cx="1764280" cy="0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3" name="Freeform 42">
            <a:extLst>
              <a:ext uri="{FF2B5EF4-FFF2-40B4-BE49-F238E27FC236}">
                <a16:creationId xmlns:a16="http://schemas.microsoft.com/office/drawing/2014/main" id="{C7BC5750-411B-5487-C3A8-3E1701F9A99C}"/>
              </a:ext>
            </a:extLst>
          </p:cNvPr>
          <p:cNvSpPr/>
          <p:nvPr/>
        </p:nvSpPr>
        <p:spPr>
          <a:xfrm flipH="1">
            <a:off x="239766" y="5060024"/>
            <a:ext cx="1764280" cy="637340"/>
          </a:xfrm>
          <a:custGeom>
            <a:avLst/>
            <a:gdLst>
              <a:gd name="connsiteX0" fmla="*/ 0 w 914400"/>
              <a:gd name="connsiteY0" fmla="*/ 950271 h 968201"/>
              <a:gd name="connsiteX1" fmla="*/ 376518 w 914400"/>
              <a:gd name="connsiteY1" fmla="*/ 13 h 968201"/>
              <a:gd name="connsiteX2" fmla="*/ 896470 w 914400"/>
              <a:gd name="connsiteY2" fmla="*/ 968201 h 968201"/>
              <a:gd name="connsiteX3" fmla="*/ 896470 w 914400"/>
              <a:gd name="connsiteY3" fmla="*/ 968201 h 968201"/>
              <a:gd name="connsiteX4" fmla="*/ 914400 w 914400"/>
              <a:gd name="connsiteY4" fmla="*/ 968201 h 968201"/>
              <a:gd name="connsiteX0" fmla="*/ 0 w 914400"/>
              <a:gd name="connsiteY0" fmla="*/ 791293 h 809223"/>
              <a:gd name="connsiteX1" fmla="*/ 439628 w 914400"/>
              <a:gd name="connsiteY1" fmla="*/ 21 h 809223"/>
              <a:gd name="connsiteX2" fmla="*/ 896470 w 914400"/>
              <a:gd name="connsiteY2" fmla="*/ 809223 h 809223"/>
              <a:gd name="connsiteX3" fmla="*/ 896470 w 914400"/>
              <a:gd name="connsiteY3" fmla="*/ 809223 h 809223"/>
              <a:gd name="connsiteX4" fmla="*/ 914400 w 914400"/>
              <a:gd name="connsiteY4" fmla="*/ 809223 h 809223"/>
              <a:gd name="connsiteX0" fmla="*/ 0 w 914400"/>
              <a:gd name="connsiteY0" fmla="*/ 876926 h 894856"/>
              <a:gd name="connsiteX1" fmla="*/ 439628 w 914400"/>
              <a:gd name="connsiteY1" fmla="*/ 85654 h 894856"/>
              <a:gd name="connsiteX2" fmla="*/ 896470 w 914400"/>
              <a:gd name="connsiteY2" fmla="*/ 894856 h 894856"/>
              <a:gd name="connsiteX3" fmla="*/ 896470 w 914400"/>
              <a:gd name="connsiteY3" fmla="*/ 894856 h 894856"/>
              <a:gd name="connsiteX4" fmla="*/ 914400 w 914400"/>
              <a:gd name="connsiteY4" fmla="*/ 894856 h 894856"/>
              <a:gd name="connsiteX0" fmla="*/ 0 w 914400"/>
              <a:gd name="connsiteY0" fmla="*/ 918291 h 936221"/>
              <a:gd name="connsiteX1" fmla="*/ 547770 w 914400"/>
              <a:gd name="connsiteY1" fmla="*/ 83236 h 936221"/>
              <a:gd name="connsiteX2" fmla="*/ 896470 w 914400"/>
              <a:gd name="connsiteY2" fmla="*/ 936221 h 936221"/>
              <a:gd name="connsiteX3" fmla="*/ 896470 w 914400"/>
              <a:gd name="connsiteY3" fmla="*/ 936221 h 936221"/>
              <a:gd name="connsiteX4" fmla="*/ 914400 w 914400"/>
              <a:gd name="connsiteY4" fmla="*/ 936221 h 936221"/>
              <a:gd name="connsiteX0" fmla="*/ 0 w 914400"/>
              <a:gd name="connsiteY0" fmla="*/ 835213 h 853143"/>
              <a:gd name="connsiteX1" fmla="*/ 547770 w 914400"/>
              <a:gd name="connsiteY1" fmla="*/ 158 h 853143"/>
              <a:gd name="connsiteX2" fmla="*/ 896470 w 914400"/>
              <a:gd name="connsiteY2" fmla="*/ 853143 h 853143"/>
              <a:gd name="connsiteX3" fmla="*/ 896470 w 914400"/>
              <a:gd name="connsiteY3" fmla="*/ 853143 h 853143"/>
              <a:gd name="connsiteX4" fmla="*/ 914400 w 914400"/>
              <a:gd name="connsiteY4" fmla="*/ 853143 h 853143"/>
              <a:gd name="connsiteX0" fmla="*/ 0 w 914400"/>
              <a:gd name="connsiteY0" fmla="*/ 791451 h 809381"/>
              <a:gd name="connsiteX1" fmla="*/ 640463 w 914400"/>
              <a:gd name="connsiteY1" fmla="*/ 179 h 809381"/>
              <a:gd name="connsiteX2" fmla="*/ 896470 w 914400"/>
              <a:gd name="connsiteY2" fmla="*/ 809381 h 809381"/>
              <a:gd name="connsiteX3" fmla="*/ 896470 w 914400"/>
              <a:gd name="connsiteY3" fmla="*/ 809381 h 809381"/>
              <a:gd name="connsiteX4" fmla="*/ 914400 w 914400"/>
              <a:gd name="connsiteY4" fmla="*/ 809381 h 809381"/>
              <a:gd name="connsiteX0" fmla="*/ 0 w 914400"/>
              <a:gd name="connsiteY0" fmla="*/ 813339 h 831269"/>
              <a:gd name="connsiteX1" fmla="*/ 640463 w 914400"/>
              <a:gd name="connsiteY1" fmla="*/ 22067 h 831269"/>
              <a:gd name="connsiteX2" fmla="*/ 896470 w 914400"/>
              <a:gd name="connsiteY2" fmla="*/ 831269 h 831269"/>
              <a:gd name="connsiteX3" fmla="*/ 896470 w 914400"/>
              <a:gd name="connsiteY3" fmla="*/ 831269 h 831269"/>
              <a:gd name="connsiteX4" fmla="*/ 914400 w 914400"/>
              <a:gd name="connsiteY4" fmla="*/ 831269 h 831269"/>
              <a:gd name="connsiteX0" fmla="*/ 0 w 914400"/>
              <a:gd name="connsiteY0" fmla="*/ 827648 h 845578"/>
              <a:gd name="connsiteX1" fmla="*/ 424180 w 914400"/>
              <a:gd name="connsiteY1" fmla="*/ 21781 h 845578"/>
              <a:gd name="connsiteX2" fmla="*/ 896470 w 914400"/>
              <a:gd name="connsiteY2" fmla="*/ 845578 h 845578"/>
              <a:gd name="connsiteX3" fmla="*/ 896470 w 914400"/>
              <a:gd name="connsiteY3" fmla="*/ 845578 h 845578"/>
              <a:gd name="connsiteX4" fmla="*/ 914400 w 914400"/>
              <a:gd name="connsiteY4" fmla="*/ 845578 h 845578"/>
              <a:gd name="connsiteX0" fmla="*/ 0 w 914400"/>
              <a:gd name="connsiteY0" fmla="*/ 806228 h 824158"/>
              <a:gd name="connsiteX1" fmla="*/ 424180 w 914400"/>
              <a:gd name="connsiteY1" fmla="*/ 361 h 824158"/>
              <a:gd name="connsiteX2" fmla="*/ 896470 w 914400"/>
              <a:gd name="connsiteY2" fmla="*/ 824158 h 824158"/>
              <a:gd name="connsiteX3" fmla="*/ 896470 w 914400"/>
              <a:gd name="connsiteY3" fmla="*/ 824158 h 824158"/>
              <a:gd name="connsiteX4" fmla="*/ 914400 w 914400"/>
              <a:gd name="connsiteY4" fmla="*/ 824158 h 824158"/>
              <a:gd name="connsiteX0" fmla="*/ 0 w 914400"/>
              <a:gd name="connsiteY0" fmla="*/ 879172 h 897102"/>
              <a:gd name="connsiteX1" fmla="*/ 455077 w 914400"/>
              <a:gd name="connsiteY1" fmla="*/ 332 h 897102"/>
              <a:gd name="connsiteX2" fmla="*/ 896470 w 914400"/>
              <a:gd name="connsiteY2" fmla="*/ 897102 h 897102"/>
              <a:gd name="connsiteX3" fmla="*/ 896470 w 914400"/>
              <a:gd name="connsiteY3" fmla="*/ 897102 h 897102"/>
              <a:gd name="connsiteX4" fmla="*/ 914400 w 914400"/>
              <a:gd name="connsiteY4" fmla="*/ 897102 h 897102"/>
              <a:gd name="connsiteX0" fmla="*/ 0 w 1115234"/>
              <a:gd name="connsiteY0" fmla="*/ 879172 h 897102"/>
              <a:gd name="connsiteX1" fmla="*/ 455077 w 1115234"/>
              <a:gd name="connsiteY1" fmla="*/ 332 h 897102"/>
              <a:gd name="connsiteX2" fmla="*/ 896470 w 1115234"/>
              <a:gd name="connsiteY2" fmla="*/ 897102 h 897102"/>
              <a:gd name="connsiteX3" fmla="*/ 896470 w 1115234"/>
              <a:gd name="connsiteY3" fmla="*/ 897102 h 897102"/>
              <a:gd name="connsiteX4" fmla="*/ 1115234 w 1115234"/>
              <a:gd name="connsiteY4" fmla="*/ 882507 h 897102"/>
              <a:gd name="connsiteX0" fmla="*/ 0 w 1115234"/>
              <a:gd name="connsiteY0" fmla="*/ 879172 h 897102"/>
              <a:gd name="connsiteX1" fmla="*/ 455077 w 1115234"/>
              <a:gd name="connsiteY1" fmla="*/ 332 h 897102"/>
              <a:gd name="connsiteX2" fmla="*/ 896470 w 1115234"/>
              <a:gd name="connsiteY2" fmla="*/ 897102 h 897102"/>
              <a:gd name="connsiteX3" fmla="*/ 1081855 w 1115234"/>
              <a:gd name="connsiteY3" fmla="*/ 882508 h 897102"/>
              <a:gd name="connsiteX4" fmla="*/ 1115234 w 1115234"/>
              <a:gd name="connsiteY4" fmla="*/ 882507 h 897102"/>
              <a:gd name="connsiteX0" fmla="*/ 0 w 1115234"/>
              <a:gd name="connsiteY0" fmla="*/ 878948 h 882284"/>
              <a:gd name="connsiteX1" fmla="*/ 455077 w 1115234"/>
              <a:gd name="connsiteY1" fmla="*/ 108 h 882284"/>
              <a:gd name="connsiteX2" fmla="*/ 1057788 w 1115234"/>
              <a:gd name="connsiteY2" fmla="*/ 813307 h 882284"/>
              <a:gd name="connsiteX3" fmla="*/ 1081855 w 1115234"/>
              <a:gd name="connsiteY3" fmla="*/ 882284 h 882284"/>
              <a:gd name="connsiteX4" fmla="*/ 1115234 w 1115234"/>
              <a:gd name="connsiteY4" fmla="*/ 882283 h 882284"/>
              <a:gd name="connsiteX0" fmla="*/ 0 w 1141253"/>
              <a:gd name="connsiteY0" fmla="*/ 878948 h 882284"/>
              <a:gd name="connsiteX1" fmla="*/ 455077 w 1141253"/>
              <a:gd name="connsiteY1" fmla="*/ 108 h 882284"/>
              <a:gd name="connsiteX2" fmla="*/ 1057788 w 1141253"/>
              <a:gd name="connsiteY2" fmla="*/ 813307 h 882284"/>
              <a:gd name="connsiteX3" fmla="*/ 1081855 w 1141253"/>
              <a:gd name="connsiteY3" fmla="*/ 882284 h 882284"/>
              <a:gd name="connsiteX4" fmla="*/ 1141253 w 1141253"/>
              <a:gd name="connsiteY4" fmla="*/ 862619 h 882284"/>
              <a:gd name="connsiteX0" fmla="*/ 0 w 1081855"/>
              <a:gd name="connsiteY0" fmla="*/ 878948 h 882284"/>
              <a:gd name="connsiteX1" fmla="*/ 455077 w 1081855"/>
              <a:gd name="connsiteY1" fmla="*/ 108 h 882284"/>
              <a:gd name="connsiteX2" fmla="*/ 1057788 w 1081855"/>
              <a:gd name="connsiteY2" fmla="*/ 813307 h 882284"/>
              <a:gd name="connsiteX3" fmla="*/ 1081855 w 1081855"/>
              <a:gd name="connsiteY3" fmla="*/ 882284 h 882284"/>
              <a:gd name="connsiteX0" fmla="*/ 0 w 1057788"/>
              <a:gd name="connsiteY0" fmla="*/ 878948 h 878948"/>
              <a:gd name="connsiteX1" fmla="*/ 455077 w 1057788"/>
              <a:gd name="connsiteY1" fmla="*/ 108 h 878948"/>
              <a:gd name="connsiteX2" fmla="*/ 1057788 w 1057788"/>
              <a:gd name="connsiteY2" fmla="*/ 813307 h 878948"/>
              <a:gd name="connsiteX0" fmla="*/ 0 w 1146253"/>
              <a:gd name="connsiteY0" fmla="*/ 878847 h 878847"/>
              <a:gd name="connsiteX1" fmla="*/ 455077 w 1146253"/>
              <a:gd name="connsiteY1" fmla="*/ 7 h 878847"/>
              <a:gd name="connsiteX2" fmla="*/ 1146253 w 1146253"/>
              <a:gd name="connsiteY2" fmla="*/ 862366 h 878847"/>
              <a:gd name="connsiteX0" fmla="*/ 0 w 1146253"/>
              <a:gd name="connsiteY0" fmla="*/ 886730 h 886730"/>
              <a:gd name="connsiteX1" fmla="*/ 455077 w 1146253"/>
              <a:gd name="connsiteY1" fmla="*/ 7890 h 886730"/>
              <a:gd name="connsiteX2" fmla="*/ 901419 w 1146253"/>
              <a:gd name="connsiteY2" fmla="*/ 476918 h 886730"/>
              <a:gd name="connsiteX3" fmla="*/ 1146253 w 1146253"/>
              <a:gd name="connsiteY3" fmla="*/ 870249 h 886730"/>
              <a:gd name="connsiteX0" fmla="*/ 0 w 1146253"/>
              <a:gd name="connsiteY0" fmla="*/ 893192 h 893192"/>
              <a:gd name="connsiteX1" fmla="*/ 455077 w 1146253"/>
              <a:gd name="connsiteY1" fmla="*/ 14352 h 893192"/>
              <a:gd name="connsiteX2" fmla="*/ 1005495 w 1146253"/>
              <a:gd name="connsiteY2" fmla="*/ 385060 h 893192"/>
              <a:gd name="connsiteX3" fmla="*/ 1146253 w 1146253"/>
              <a:gd name="connsiteY3" fmla="*/ 876711 h 893192"/>
              <a:gd name="connsiteX0" fmla="*/ 0 w 1146253"/>
              <a:gd name="connsiteY0" fmla="*/ 888633 h 888633"/>
              <a:gd name="connsiteX1" fmla="*/ 455077 w 1146253"/>
              <a:gd name="connsiteY1" fmla="*/ 9793 h 888633"/>
              <a:gd name="connsiteX2" fmla="*/ 1005495 w 1146253"/>
              <a:gd name="connsiteY2" fmla="*/ 380501 h 888633"/>
              <a:gd name="connsiteX3" fmla="*/ 1146253 w 1146253"/>
              <a:gd name="connsiteY3" fmla="*/ 872152 h 888633"/>
              <a:gd name="connsiteX0" fmla="*/ 0 w 1146253"/>
              <a:gd name="connsiteY0" fmla="*/ 887498 h 887498"/>
              <a:gd name="connsiteX1" fmla="*/ 455077 w 1146253"/>
              <a:gd name="connsiteY1" fmla="*/ 8658 h 887498"/>
              <a:gd name="connsiteX2" fmla="*/ 1005495 w 1146253"/>
              <a:gd name="connsiteY2" fmla="*/ 379366 h 887498"/>
              <a:gd name="connsiteX3" fmla="*/ 1146253 w 1146253"/>
              <a:gd name="connsiteY3" fmla="*/ 871017 h 887498"/>
              <a:gd name="connsiteX0" fmla="*/ 0 w 1146253"/>
              <a:gd name="connsiteY0" fmla="*/ 887498 h 887498"/>
              <a:gd name="connsiteX1" fmla="*/ 455077 w 1146253"/>
              <a:gd name="connsiteY1" fmla="*/ 8658 h 887498"/>
              <a:gd name="connsiteX2" fmla="*/ 1005495 w 1146253"/>
              <a:gd name="connsiteY2" fmla="*/ 379366 h 887498"/>
              <a:gd name="connsiteX3" fmla="*/ 1146253 w 1146253"/>
              <a:gd name="connsiteY3" fmla="*/ 871017 h 887498"/>
              <a:gd name="connsiteX0" fmla="*/ 0 w 1146253"/>
              <a:gd name="connsiteY0" fmla="*/ 709220 h 709220"/>
              <a:gd name="connsiteX1" fmla="*/ 335391 w 1146253"/>
              <a:gd name="connsiteY1" fmla="*/ 12272 h 709220"/>
              <a:gd name="connsiteX2" fmla="*/ 1005495 w 1146253"/>
              <a:gd name="connsiteY2" fmla="*/ 201088 h 709220"/>
              <a:gd name="connsiteX3" fmla="*/ 1146253 w 1146253"/>
              <a:gd name="connsiteY3" fmla="*/ 692739 h 709220"/>
              <a:gd name="connsiteX0" fmla="*/ 0 w 1146253"/>
              <a:gd name="connsiteY0" fmla="*/ 709912 h 709912"/>
              <a:gd name="connsiteX1" fmla="*/ 335391 w 1146253"/>
              <a:gd name="connsiteY1" fmla="*/ 12964 h 709912"/>
              <a:gd name="connsiteX2" fmla="*/ 911828 w 1146253"/>
              <a:gd name="connsiteY2" fmla="*/ 191947 h 709912"/>
              <a:gd name="connsiteX3" fmla="*/ 1146253 w 1146253"/>
              <a:gd name="connsiteY3" fmla="*/ 693431 h 709912"/>
              <a:gd name="connsiteX0" fmla="*/ 0 w 1146253"/>
              <a:gd name="connsiteY0" fmla="*/ 709912 h 709912"/>
              <a:gd name="connsiteX1" fmla="*/ 335391 w 1146253"/>
              <a:gd name="connsiteY1" fmla="*/ 12964 h 709912"/>
              <a:gd name="connsiteX2" fmla="*/ 911828 w 1146253"/>
              <a:gd name="connsiteY2" fmla="*/ 191947 h 709912"/>
              <a:gd name="connsiteX3" fmla="*/ 1146253 w 1146253"/>
              <a:gd name="connsiteY3" fmla="*/ 693431 h 709912"/>
              <a:gd name="connsiteX0" fmla="*/ 0 w 1146253"/>
              <a:gd name="connsiteY0" fmla="*/ 717500 h 717500"/>
              <a:gd name="connsiteX1" fmla="*/ 335391 w 1146253"/>
              <a:gd name="connsiteY1" fmla="*/ 20552 h 717500"/>
              <a:gd name="connsiteX2" fmla="*/ 911828 w 1146253"/>
              <a:gd name="connsiteY2" fmla="*/ 199535 h 717500"/>
              <a:gd name="connsiteX3" fmla="*/ 1146253 w 1146253"/>
              <a:gd name="connsiteY3" fmla="*/ 701019 h 717500"/>
              <a:gd name="connsiteX0" fmla="*/ 0 w 1146253"/>
              <a:gd name="connsiteY0" fmla="*/ 530916 h 530916"/>
              <a:gd name="connsiteX1" fmla="*/ 293761 w 1146253"/>
              <a:gd name="connsiteY1" fmla="*/ 178088 h 530916"/>
              <a:gd name="connsiteX2" fmla="*/ 911828 w 1146253"/>
              <a:gd name="connsiteY2" fmla="*/ 12951 h 530916"/>
              <a:gd name="connsiteX3" fmla="*/ 1146253 w 1146253"/>
              <a:gd name="connsiteY3" fmla="*/ 514435 h 530916"/>
              <a:gd name="connsiteX0" fmla="*/ 0 w 1146253"/>
              <a:gd name="connsiteY0" fmla="*/ 533602 h 533602"/>
              <a:gd name="connsiteX1" fmla="*/ 293761 w 1146253"/>
              <a:gd name="connsiteY1" fmla="*/ 180774 h 533602"/>
              <a:gd name="connsiteX2" fmla="*/ 911828 w 1146253"/>
              <a:gd name="connsiteY2" fmla="*/ 15637 h 533602"/>
              <a:gd name="connsiteX3" fmla="*/ 1146253 w 1146253"/>
              <a:gd name="connsiteY3" fmla="*/ 517121 h 533602"/>
              <a:gd name="connsiteX0" fmla="*/ 0 w 1146253"/>
              <a:gd name="connsiteY0" fmla="*/ 527286 h 527286"/>
              <a:gd name="connsiteX1" fmla="*/ 293761 w 1146253"/>
              <a:gd name="connsiteY1" fmla="*/ 174458 h 527286"/>
              <a:gd name="connsiteX2" fmla="*/ 911828 w 1146253"/>
              <a:gd name="connsiteY2" fmla="*/ 9321 h 527286"/>
              <a:gd name="connsiteX3" fmla="*/ 1146253 w 1146253"/>
              <a:gd name="connsiteY3" fmla="*/ 510805 h 527286"/>
              <a:gd name="connsiteX0" fmla="*/ 0 w 1146253"/>
              <a:gd name="connsiteY0" fmla="*/ 530915 h 530915"/>
              <a:gd name="connsiteX1" fmla="*/ 293761 w 1146253"/>
              <a:gd name="connsiteY1" fmla="*/ 178087 h 530915"/>
              <a:gd name="connsiteX2" fmla="*/ 911828 w 1146253"/>
              <a:gd name="connsiteY2" fmla="*/ 12950 h 530915"/>
              <a:gd name="connsiteX3" fmla="*/ 1146253 w 1146253"/>
              <a:gd name="connsiteY3" fmla="*/ 514434 h 530915"/>
              <a:gd name="connsiteX0" fmla="*/ 0 w 1146253"/>
              <a:gd name="connsiteY0" fmla="*/ 535588 h 535588"/>
              <a:gd name="connsiteX1" fmla="*/ 293761 w 1146253"/>
              <a:gd name="connsiteY1" fmla="*/ 182760 h 535588"/>
              <a:gd name="connsiteX2" fmla="*/ 911828 w 1146253"/>
              <a:gd name="connsiteY2" fmla="*/ 17623 h 535588"/>
              <a:gd name="connsiteX3" fmla="*/ 1146253 w 1146253"/>
              <a:gd name="connsiteY3" fmla="*/ 519107 h 535588"/>
              <a:gd name="connsiteX0" fmla="*/ 0 w 1146253"/>
              <a:gd name="connsiteY0" fmla="*/ 529452 h 529452"/>
              <a:gd name="connsiteX1" fmla="*/ 293761 w 1146253"/>
              <a:gd name="connsiteY1" fmla="*/ 176624 h 529452"/>
              <a:gd name="connsiteX2" fmla="*/ 911828 w 1146253"/>
              <a:gd name="connsiteY2" fmla="*/ 11487 h 529452"/>
              <a:gd name="connsiteX3" fmla="*/ 1146253 w 1146253"/>
              <a:gd name="connsiteY3" fmla="*/ 512971 h 529452"/>
              <a:gd name="connsiteX0" fmla="*/ 0 w 1146253"/>
              <a:gd name="connsiteY0" fmla="*/ 529452 h 529452"/>
              <a:gd name="connsiteX1" fmla="*/ 293761 w 1146253"/>
              <a:gd name="connsiteY1" fmla="*/ 176624 h 529452"/>
              <a:gd name="connsiteX2" fmla="*/ 911828 w 1146253"/>
              <a:gd name="connsiteY2" fmla="*/ 11487 h 529452"/>
              <a:gd name="connsiteX3" fmla="*/ 1146253 w 1146253"/>
              <a:gd name="connsiteY3" fmla="*/ 512971 h 529452"/>
              <a:gd name="connsiteX0" fmla="*/ 0 w 1146253"/>
              <a:gd name="connsiteY0" fmla="*/ 524406 h 524406"/>
              <a:gd name="connsiteX1" fmla="*/ 175114 w 1146253"/>
              <a:gd name="connsiteY1" fmla="*/ 329430 h 524406"/>
              <a:gd name="connsiteX2" fmla="*/ 911828 w 1146253"/>
              <a:gd name="connsiteY2" fmla="*/ 6441 h 524406"/>
              <a:gd name="connsiteX3" fmla="*/ 1146253 w 1146253"/>
              <a:gd name="connsiteY3" fmla="*/ 507925 h 524406"/>
              <a:gd name="connsiteX0" fmla="*/ 0 w 1146253"/>
              <a:gd name="connsiteY0" fmla="*/ 425737 h 425737"/>
              <a:gd name="connsiteX1" fmla="*/ 175114 w 1146253"/>
              <a:gd name="connsiteY1" fmla="*/ 230761 h 425737"/>
              <a:gd name="connsiteX2" fmla="*/ 971151 w 1146253"/>
              <a:gd name="connsiteY2" fmla="*/ 9249 h 425737"/>
              <a:gd name="connsiteX3" fmla="*/ 1146253 w 1146253"/>
              <a:gd name="connsiteY3" fmla="*/ 409256 h 425737"/>
              <a:gd name="connsiteX0" fmla="*/ 0 w 1146253"/>
              <a:gd name="connsiteY0" fmla="*/ 425737 h 425737"/>
              <a:gd name="connsiteX1" fmla="*/ 175114 w 1146253"/>
              <a:gd name="connsiteY1" fmla="*/ 230761 h 425737"/>
              <a:gd name="connsiteX2" fmla="*/ 971151 w 1146253"/>
              <a:gd name="connsiteY2" fmla="*/ 9249 h 425737"/>
              <a:gd name="connsiteX3" fmla="*/ 1146253 w 1146253"/>
              <a:gd name="connsiteY3" fmla="*/ 409256 h 425737"/>
              <a:gd name="connsiteX0" fmla="*/ 0 w 1146253"/>
              <a:gd name="connsiteY0" fmla="*/ 491678 h 491678"/>
              <a:gd name="connsiteX1" fmla="*/ 175114 w 1146253"/>
              <a:gd name="connsiteY1" fmla="*/ 296702 h 491678"/>
              <a:gd name="connsiteX2" fmla="*/ 812956 w 1146253"/>
              <a:gd name="connsiteY2" fmla="*/ 7539 h 491678"/>
              <a:gd name="connsiteX3" fmla="*/ 1146253 w 1146253"/>
              <a:gd name="connsiteY3" fmla="*/ 475197 h 491678"/>
              <a:gd name="connsiteX0" fmla="*/ 0 w 1146253"/>
              <a:gd name="connsiteY0" fmla="*/ 484139 h 484139"/>
              <a:gd name="connsiteX1" fmla="*/ 175114 w 1146253"/>
              <a:gd name="connsiteY1" fmla="*/ 289163 h 484139"/>
              <a:gd name="connsiteX2" fmla="*/ 812956 w 1146253"/>
              <a:gd name="connsiteY2" fmla="*/ 0 h 484139"/>
              <a:gd name="connsiteX3" fmla="*/ 1146253 w 1146253"/>
              <a:gd name="connsiteY3" fmla="*/ 467658 h 484139"/>
              <a:gd name="connsiteX0" fmla="*/ 0 w 1146253"/>
              <a:gd name="connsiteY0" fmla="*/ 484139 h 484139"/>
              <a:gd name="connsiteX1" fmla="*/ 175114 w 1146253"/>
              <a:gd name="connsiteY1" fmla="*/ 289163 h 484139"/>
              <a:gd name="connsiteX2" fmla="*/ 812956 w 1146253"/>
              <a:gd name="connsiteY2" fmla="*/ 0 h 484139"/>
              <a:gd name="connsiteX3" fmla="*/ 1146253 w 1146253"/>
              <a:gd name="connsiteY3" fmla="*/ 467658 h 484139"/>
              <a:gd name="connsiteX0" fmla="*/ 0 w 1146253"/>
              <a:gd name="connsiteY0" fmla="*/ 484139 h 484139"/>
              <a:gd name="connsiteX1" fmla="*/ 175114 w 1146253"/>
              <a:gd name="connsiteY1" fmla="*/ 289163 h 484139"/>
              <a:gd name="connsiteX2" fmla="*/ 812956 w 1146253"/>
              <a:gd name="connsiteY2" fmla="*/ 0 h 484139"/>
              <a:gd name="connsiteX3" fmla="*/ 1146253 w 1146253"/>
              <a:gd name="connsiteY3" fmla="*/ 467658 h 484139"/>
              <a:gd name="connsiteX0" fmla="*/ 0 w 1146253"/>
              <a:gd name="connsiteY0" fmla="*/ 484139 h 484139"/>
              <a:gd name="connsiteX1" fmla="*/ 175114 w 1146253"/>
              <a:gd name="connsiteY1" fmla="*/ 289163 h 484139"/>
              <a:gd name="connsiteX2" fmla="*/ 812956 w 1146253"/>
              <a:gd name="connsiteY2" fmla="*/ 0 h 484139"/>
              <a:gd name="connsiteX3" fmla="*/ 1146253 w 1146253"/>
              <a:gd name="connsiteY3" fmla="*/ 467658 h 484139"/>
              <a:gd name="connsiteX0" fmla="*/ 0 w 1146253"/>
              <a:gd name="connsiteY0" fmla="*/ 484139 h 484139"/>
              <a:gd name="connsiteX1" fmla="*/ 158816 w 1146253"/>
              <a:gd name="connsiteY1" fmla="*/ 239602 h 484139"/>
              <a:gd name="connsiteX2" fmla="*/ 812956 w 1146253"/>
              <a:gd name="connsiteY2" fmla="*/ 0 h 484139"/>
              <a:gd name="connsiteX3" fmla="*/ 1146253 w 1146253"/>
              <a:gd name="connsiteY3" fmla="*/ 467658 h 484139"/>
              <a:gd name="connsiteX0" fmla="*/ 0 w 1146253"/>
              <a:gd name="connsiteY0" fmla="*/ 484139 h 484139"/>
              <a:gd name="connsiteX1" fmla="*/ 158816 w 1146253"/>
              <a:gd name="connsiteY1" fmla="*/ 239602 h 484139"/>
              <a:gd name="connsiteX2" fmla="*/ 812956 w 1146253"/>
              <a:gd name="connsiteY2" fmla="*/ 0 h 484139"/>
              <a:gd name="connsiteX3" fmla="*/ 1146253 w 1146253"/>
              <a:gd name="connsiteY3" fmla="*/ 467658 h 484139"/>
              <a:gd name="connsiteX0" fmla="*/ 0 w 1146253"/>
              <a:gd name="connsiteY0" fmla="*/ 484139 h 484139"/>
              <a:gd name="connsiteX1" fmla="*/ 158816 w 1146253"/>
              <a:gd name="connsiteY1" fmla="*/ 239602 h 484139"/>
              <a:gd name="connsiteX2" fmla="*/ 812956 w 1146253"/>
              <a:gd name="connsiteY2" fmla="*/ 0 h 484139"/>
              <a:gd name="connsiteX3" fmla="*/ 1146253 w 1146253"/>
              <a:gd name="connsiteY3" fmla="*/ 467658 h 484139"/>
              <a:gd name="connsiteX0" fmla="*/ 0 w 1146253"/>
              <a:gd name="connsiteY0" fmla="*/ 484139 h 484139"/>
              <a:gd name="connsiteX1" fmla="*/ 812956 w 1146253"/>
              <a:gd name="connsiteY1" fmla="*/ 0 h 484139"/>
              <a:gd name="connsiteX2" fmla="*/ 1146253 w 1146253"/>
              <a:gd name="connsiteY2" fmla="*/ 467658 h 484139"/>
              <a:gd name="connsiteX0" fmla="*/ 0 w 1146253"/>
              <a:gd name="connsiteY0" fmla="*/ 592554 h 592554"/>
              <a:gd name="connsiteX1" fmla="*/ 840118 w 1146253"/>
              <a:gd name="connsiteY1" fmla="*/ 0 h 592554"/>
              <a:gd name="connsiteX2" fmla="*/ 1146253 w 1146253"/>
              <a:gd name="connsiteY2" fmla="*/ 576073 h 592554"/>
              <a:gd name="connsiteX0" fmla="*/ 0 w 1146253"/>
              <a:gd name="connsiteY0" fmla="*/ 394309 h 394309"/>
              <a:gd name="connsiteX1" fmla="*/ 986797 w 1146253"/>
              <a:gd name="connsiteY1" fmla="*/ 0 h 394309"/>
              <a:gd name="connsiteX2" fmla="*/ 1146253 w 1146253"/>
              <a:gd name="connsiteY2" fmla="*/ 377828 h 394309"/>
              <a:gd name="connsiteX0" fmla="*/ 0 w 1146253"/>
              <a:gd name="connsiteY0" fmla="*/ 396358 h 396358"/>
              <a:gd name="connsiteX1" fmla="*/ 329457 w 1146253"/>
              <a:gd name="connsiteY1" fmla="*/ 236225 h 396358"/>
              <a:gd name="connsiteX2" fmla="*/ 986797 w 1146253"/>
              <a:gd name="connsiteY2" fmla="*/ 2049 h 396358"/>
              <a:gd name="connsiteX3" fmla="*/ 1146253 w 1146253"/>
              <a:gd name="connsiteY3" fmla="*/ 379877 h 396358"/>
              <a:gd name="connsiteX0" fmla="*/ 0 w 1146253"/>
              <a:gd name="connsiteY0" fmla="*/ 397090 h 397090"/>
              <a:gd name="connsiteX1" fmla="*/ 166480 w 1146253"/>
              <a:gd name="connsiteY1" fmla="*/ 181200 h 397090"/>
              <a:gd name="connsiteX2" fmla="*/ 986797 w 1146253"/>
              <a:gd name="connsiteY2" fmla="*/ 2781 h 397090"/>
              <a:gd name="connsiteX3" fmla="*/ 1146253 w 1146253"/>
              <a:gd name="connsiteY3" fmla="*/ 380609 h 397090"/>
              <a:gd name="connsiteX0" fmla="*/ 0 w 1146253"/>
              <a:gd name="connsiteY0" fmla="*/ 395886 h 395886"/>
              <a:gd name="connsiteX1" fmla="*/ 166480 w 1146253"/>
              <a:gd name="connsiteY1" fmla="*/ 179996 h 395886"/>
              <a:gd name="connsiteX2" fmla="*/ 986797 w 1146253"/>
              <a:gd name="connsiteY2" fmla="*/ 1577 h 395886"/>
              <a:gd name="connsiteX3" fmla="*/ 1146253 w 1146253"/>
              <a:gd name="connsiteY3" fmla="*/ 379405 h 395886"/>
              <a:gd name="connsiteX0" fmla="*/ 95212 w 1241465"/>
              <a:gd name="connsiteY0" fmla="*/ 395886 h 395886"/>
              <a:gd name="connsiteX1" fmla="*/ 261692 w 1241465"/>
              <a:gd name="connsiteY1" fmla="*/ 179996 h 395886"/>
              <a:gd name="connsiteX2" fmla="*/ 1082009 w 1241465"/>
              <a:gd name="connsiteY2" fmla="*/ 1577 h 395886"/>
              <a:gd name="connsiteX3" fmla="*/ 1241465 w 1241465"/>
              <a:gd name="connsiteY3" fmla="*/ 379405 h 395886"/>
              <a:gd name="connsiteX0" fmla="*/ 0 w 1146253"/>
              <a:gd name="connsiteY0" fmla="*/ 396431 h 396431"/>
              <a:gd name="connsiteX1" fmla="*/ 166480 w 1146253"/>
              <a:gd name="connsiteY1" fmla="*/ 180541 h 396431"/>
              <a:gd name="connsiteX2" fmla="*/ 986797 w 1146253"/>
              <a:gd name="connsiteY2" fmla="*/ 2122 h 396431"/>
              <a:gd name="connsiteX3" fmla="*/ 1146253 w 1146253"/>
              <a:gd name="connsiteY3" fmla="*/ 379950 h 396431"/>
              <a:gd name="connsiteX0" fmla="*/ 0 w 1146253"/>
              <a:gd name="connsiteY0" fmla="*/ 395863 h 395863"/>
              <a:gd name="connsiteX1" fmla="*/ 334889 w 1146253"/>
              <a:gd name="connsiteY1" fmla="*/ 254315 h 395863"/>
              <a:gd name="connsiteX2" fmla="*/ 986797 w 1146253"/>
              <a:gd name="connsiteY2" fmla="*/ 1554 h 395863"/>
              <a:gd name="connsiteX3" fmla="*/ 1146253 w 1146253"/>
              <a:gd name="connsiteY3" fmla="*/ 379382 h 395863"/>
              <a:gd name="connsiteX0" fmla="*/ 0 w 1146253"/>
              <a:gd name="connsiteY0" fmla="*/ 395506 h 395506"/>
              <a:gd name="connsiteX1" fmla="*/ 334889 w 1146253"/>
              <a:gd name="connsiteY1" fmla="*/ 253958 h 395506"/>
              <a:gd name="connsiteX2" fmla="*/ 986797 w 1146253"/>
              <a:gd name="connsiteY2" fmla="*/ 1197 h 395506"/>
              <a:gd name="connsiteX3" fmla="*/ 1146253 w 1146253"/>
              <a:gd name="connsiteY3" fmla="*/ 379025 h 395506"/>
              <a:gd name="connsiteX0" fmla="*/ 0 w 1146253"/>
              <a:gd name="connsiteY0" fmla="*/ 395581 h 395581"/>
              <a:gd name="connsiteX1" fmla="*/ 334889 w 1146253"/>
              <a:gd name="connsiteY1" fmla="*/ 254033 h 395581"/>
              <a:gd name="connsiteX2" fmla="*/ 986797 w 1146253"/>
              <a:gd name="connsiteY2" fmla="*/ 1272 h 395581"/>
              <a:gd name="connsiteX3" fmla="*/ 1146253 w 1146253"/>
              <a:gd name="connsiteY3" fmla="*/ 379100 h 395581"/>
              <a:gd name="connsiteX0" fmla="*/ 0 w 1146253"/>
              <a:gd name="connsiteY0" fmla="*/ 395695 h 395695"/>
              <a:gd name="connsiteX1" fmla="*/ 242536 w 1146253"/>
              <a:gd name="connsiteY1" fmla="*/ 226269 h 395695"/>
              <a:gd name="connsiteX2" fmla="*/ 986797 w 1146253"/>
              <a:gd name="connsiteY2" fmla="*/ 1386 h 395695"/>
              <a:gd name="connsiteX3" fmla="*/ 1146253 w 1146253"/>
              <a:gd name="connsiteY3" fmla="*/ 379214 h 395695"/>
              <a:gd name="connsiteX0" fmla="*/ 0 w 1146253"/>
              <a:gd name="connsiteY0" fmla="*/ 399523 h 399523"/>
              <a:gd name="connsiteX1" fmla="*/ 242536 w 1146253"/>
              <a:gd name="connsiteY1" fmla="*/ 230097 h 399523"/>
              <a:gd name="connsiteX2" fmla="*/ 899876 w 1146253"/>
              <a:gd name="connsiteY2" fmla="*/ 2116 h 399523"/>
              <a:gd name="connsiteX3" fmla="*/ 1146253 w 1146253"/>
              <a:gd name="connsiteY3" fmla="*/ 383042 h 399523"/>
              <a:gd name="connsiteX0" fmla="*/ 0 w 1146253"/>
              <a:gd name="connsiteY0" fmla="*/ 398796 h 398796"/>
              <a:gd name="connsiteX1" fmla="*/ 242536 w 1146253"/>
              <a:gd name="connsiteY1" fmla="*/ 229370 h 398796"/>
              <a:gd name="connsiteX2" fmla="*/ 899876 w 1146253"/>
              <a:gd name="connsiteY2" fmla="*/ 1389 h 398796"/>
              <a:gd name="connsiteX3" fmla="*/ 1146253 w 1146253"/>
              <a:gd name="connsiteY3" fmla="*/ 382315 h 398796"/>
              <a:gd name="connsiteX0" fmla="*/ 0 w 1146253"/>
              <a:gd name="connsiteY0" fmla="*/ 398873 h 398873"/>
              <a:gd name="connsiteX1" fmla="*/ 242536 w 1146253"/>
              <a:gd name="connsiteY1" fmla="*/ 229447 h 398873"/>
              <a:gd name="connsiteX2" fmla="*/ 899876 w 1146253"/>
              <a:gd name="connsiteY2" fmla="*/ 1466 h 398873"/>
              <a:gd name="connsiteX3" fmla="*/ 1146253 w 1146253"/>
              <a:gd name="connsiteY3" fmla="*/ 382392 h 398873"/>
              <a:gd name="connsiteX0" fmla="*/ 0 w 1146253"/>
              <a:gd name="connsiteY0" fmla="*/ 398550 h 398550"/>
              <a:gd name="connsiteX1" fmla="*/ 250788 w 1146253"/>
              <a:gd name="connsiteY1" fmla="*/ 312156 h 398550"/>
              <a:gd name="connsiteX2" fmla="*/ 899876 w 1146253"/>
              <a:gd name="connsiteY2" fmla="*/ 1143 h 398550"/>
              <a:gd name="connsiteX3" fmla="*/ 1146253 w 1146253"/>
              <a:gd name="connsiteY3" fmla="*/ 382069 h 398550"/>
              <a:gd name="connsiteX0" fmla="*/ 0 w 1146253"/>
              <a:gd name="connsiteY0" fmla="*/ 392033 h 392033"/>
              <a:gd name="connsiteX1" fmla="*/ 250788 w 1146253"/>
              <a:gd name="connsiteY1" fmla="*/ 312511 h 392033"/>
              <a:gd name="connsiteX2" fmla="*/ 899876 w 1146253"/>
              <a:gd name="connsiteY2" fmla="*/ 1498 h 392033"/>
              <a:gd name="connsiteX3" fmla="*/ 1146253 w 1146253"/>
              <a:gd name="connsiteY3" fmla="*/ 382424 h 392033"/>
              <a:gd name="connsiteX0" fmla="*/ 0 w 1146253"/>
              <a:gd name="connsiteY0" fmla="*/ 397947 h 397947"/>
              <a:gd name="connsiteX1" fmla="*/ 206402 w 1146253"/>
              <a:gd name="connsiteY1" fmla="*/ 84790 h 397947"/>
              <a:gd name="connsiteX2" fmla="*/ 899876 w 1146253"/>
              <a:gd name="connsiteY2" fmla="*/ 7412 h 397947"/>
              <a:gd name="connsiteX3" fmla="*/ 1146253 w 1146253"/>
              <a:gd name="connsiteY3" fmla="*/ 388338 h 397947"/>
              <a:gd name="connsiteX0" fmla="*/ 0 w 1146253"/>
              <a:gd name="connsiteY0" fmla="*/ 392533 h 392533"/>
              <a:gd name="connsiteX1" fmla="*/ 206402 w 1146253"/>
              <a:gd name="connsiteY1" fmla="*/ 79376 h 392533"/>
              <a:gd name="connsiteX2" fmla="*/ 899876 w 1146253"/>
              <a:gd name="connsiteY2" fmla="*/ 1998 h 392533"/>
              <a:gd name="connsiteX3" fmla="*/ 1146253 w 1146253"/>
              <a:gd name="connsiteY3" fmla="*/ 382924 h 392533"/>
              <a:gd name="connsiteX0" fmla="*/ 0 w 1146253"/>
              <a:gd name="connsiteY0" fmla="*/ 391706 h 391706"/>
              <a:gd name="connsiteX1" fmla="*/ 226888 w 1146253"/>
              <a:gd name="connsiteY1" fmla="*/ 229724 h 391706"/>
              <a:gd name="connsiteX2" fmla="*/ 899876 w 1146253"/>
              <a:gd name="connsiteY2" fmla="*/ 1171 h 391706"/>
              <a:gd name="connsiteX3" fmla="*/ 1146253 w 1146253"/>
              <a:gd name="connsiteY3" fmla="*/ 382097 h 391706"/>
              <a:gd name="connsiteX0" fmla="*/ 0 w 1146253"/>
              <a:gd name="connsiteY0" fmla="*/ 419909 h 419909"/>
              <a:gd name="connsiteX1" fmla="*/ 226888 w 1146253"/>
              <a:gd name="connsiteY1" fmla="*/ 257927 h 419909"/>
              <a:gd name="connsiteX2" fmla="*/ 882805 w 1146253"/>
              <a:gd name="connsiteY2" fmla="*/ 1888 h 419909"/>
              <a:gd name="connsiteX3" fmla="*/ 1146253 w 1146253"/>
              <a:gd name="connsiteY3" fmla="*/ 410300 h 419909"/>
              <a:gd name="connsiteX0" fmla="*/ 0 w 1146253"/>
              <a:gd name="connsiteY0" fmla="*/ 418021 h 418021"/>
              <a:gd name="connsiteX1" fmla="*/ 226888 w 1146253"/>
              <a:gd name="connsiteY1" fmla="*/ 256039 h 418021"/>
              <a:gd name="connsiteX2" fmla="*/ 882805 w 1146253"/>
              <a:gd name="connsiteY2" fmla="*/ 0 h 418021"/>
              <a:gd name="connsiteX3" fmla="*/ 1146253 w 1146253"/>
              <a:gd name="connsiteY3" fmla="*/ 408412 h 418021"/>
              <a:gd name="connsiteX0" fmla="*/ 0 w 1146253"/>
              <a:gd name="connsiteY0" fmla="*/ 418021 h 418021"/>
              <a:gd name="connsiteX1" fmla="*/ 226888 w 1146253"/>
              <a:gd name="connsiteY1" fmla="*/ 256039 h 418021"/>
              <a:gd name="connsiteX2" fmla="*/ 882805 w 1146253"/>
              <a:gd name="connsiteY2" fmla="*/ 0 h 418021"/>
              <a:gd name="connsiteX3" fmla="*/ 1146253 w 1146253"/>
              <a:gd name="connsiteY3" fmla="*/ 408412 h 418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6253" h="418021">
                <a:moveTo>
                  <a:pt x="0" y="418021"/>
                </a:moveTo>
                <a:cubicBezTo>
                  <a:pt x="54909" y="391332"/>
                  <a:pt x="35368" y="136740"/>
                  <a:pt x="226888" y="256039"/>
                </a:cubicBezTo>
                <a:cubicBezTo>
                  <a:pt x="418408" y="375338"/>
                  <a:pt x="647658" y="27596"/>
                  <a:pt x="882805" y="0"/>
                </a:cubicBezTo>
                <a:cubicBezTo>
                  <a:pt x="1018816" y="6078"/>
                  <a:pt x="1105447" y="342857"/>
                  <a:pt x="1146253" y="408412"/>
                </a:cubicBezTo>
              </a:path>
            </a:pathLst>
          </a:custGeom>
          <a:gradFill flip="none" rotWithShape="1">
            <a:gsLst>
              <a:gs pos="0">
                <a:srgbClr val="DA4035"/>
              </a:gs>
              <a:gs pos="50000">
                <a:srgbClr val="F7FCC9"/>
              </a:gs>
              <a:gs pos="37000">
                <a:srgbClr val="FEEC9D"/>
              </a:gs>
              <a:gs pos="90000">
                <a:srgbClr val="8DCB65"/>
              </a:gs>
              <a:gs pos="100000">
                <a:srgbClr val="2D9C52"/>
              </a:gs>
            </a:gsLst>
            <a:lin ang="10800000" scaled="0"/>
            <a:tileRect/>
          </a:gra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6936CB70-136C-F4B3-16F1-DFC4B7F450D4}"/>
              </a:ext>
            </a:extLst>
          </p:cNvPr>
          <p:cNvCxnSpPr>
            <a:cxnSpLocks/>
            <a:stCxn id="43" idx="3"/>
          </p:cNvCxnSpPr>
          <p:nvPr/>
        </p:nvCxnSpPr>
        <p:spPr>
          <a:xfrm>
            <a:off x="239766" y="5682714"/>
            <a:ext cx="1749875" cy="9836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9C960283-ADF5-F055-0D9D-30A905443899}"/>
              </a:ext>
            </a:extLst>
          </p:cNvPr>
          <p:cNvCxnSpPr>
            <a:cxnSpLocks/>
          </p:cNvCxnSpPr>
          <p:nvPr/>
        </p:nvCxnSpPr>
        <p:spPr>
          <a:xfrm flipV="1">
            <a:off x="239766" y="3200625"/>
            <a:ext cx="1764280" cy="0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D3842CC6-4FAF-EAD4-E0A1-7988BADB41EC}"/>
                  </a:ext>
                </a:extLst>
              </p:cNvPr>
              <p:cNvSpPr txBox="1"/>
              <p:nvPr/>
            </p:nvSpPr>
            <p:spPr>
              <a:xfrm>
                <a:off x="507960" y="1590958"/>
                <a:ext cx="432000" cy="288000"/>
              </a:xfrm>
              <a:prstGeom prst="roundRect">
                <a:avLst/>
              </a:prstGeom>
              <a:solidFill>
                <a:srgbClr val="DE5441"/>
              </a:solidFill>
              <a:ln w="6350">
                <a:solidFill>
                  <a:schemeClr val="tx1"/>
                </a:solidFill>
              </a:ln>
            </p:spPr>
            <p:txBody>
              <a:bodyPr wrap="square" lIns="0" tIns="0" rIns="0" bIns="108000" anchor="ctr" anchorCtr="0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0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000" b="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CA" sz="2000" b="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sub>
                      </m:sSub>
                    </m:oMath>
                  </m:oMathPara>
                </a14:m>
                <a:endParaRPr lang="en-CA" sz="2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D3842CC6-4FAF-EAD4-E0A1-7988BADB41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960" y="1590958"/>
                <a:ext cx="432000" cy="288000"/>
              </a:xfrm>
              <a:prstGeom prst="roundRect">
                <a:avLst/>
              </a:prstGeom>
              <a:blipFill>
                <a:blip r:embed="rId5"/>
                <a:stretch>
                  <a:fillRect b="-8333"/>
                </a:stretch>
              </a:blipFill>
              <a:ln w="63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B24934F3-F3FA-AAE3-0BF6-DABD51B732A8}"/>
                  </a:ext>
                </a:extLst>
              </p:cNvPr>
              <p:cNvSpPr txBox="1"/>
              <p:nvPr/>
            </p:nvSpPr>
            <p:spPr>
              <a:xfrm>
                <a:off x="4003423" y="1598231"/>
                <a:ext cx="432000" cy="288000"/>
              </a:xfrm>
              <a:prstGeom prst="roundRect">
                <a:avLst/>
              </a:prstGeom>
              <a:solidFill>
                <a:srgbClr val="5AB359"/>
              </a:solidFill>
              <a:ln w="6350">
                <a:solidFill>
                  <a:schemeClr val="tx1"/>
                </a:solidFill>
              </a:ln>
            </p:spPr>
            <p:txBody>
              <a:bodyPr wrap="square" lIns="0" tIns="0" rIns="0" bIns="108000" anchor="ctr" anchorCtr="0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0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000" b="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CA" sz="2000" b="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sub>
                      </m:sSub>
                    </m:oMath>
                  </m:oMathPara>
                </a14:m>
                <a:endParaRPr lang="en-CA" sz="2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B24934F3-F3FA-AAE3-0BF6-DABD51B732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3423" y="1598231"/>
                <a:ext cx="432000" cy="288000"/>
              </a:xfrm>
              <a:prstGeom prst="roundRect">
                <a:avLst/>
              </a:prstGeom>
              <a:blipFill>
                <a:blip r:embed="rId6"/>
                <a:stretch>
                  <a:fillRect l="-2857" b="-8333"/>
                </a:stretch>
              </a:blipFill>
              <a:ln w="63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45EF37CF-DC2A-02DD-326D-0B363C63FA1B}"/>
                  </a:ext>
                </a:extLst>
              </p:cNvPr>
              <p:cNvSpPr txBox="1"/>
              <p:nvPr/>
            </p:nvSpPr>
            <p:spPr>
              <a:xfrm>
                <a:off x="736582" y="4420397"/>
                <a:ext cx="432000" cy="288000"/>
              </a:xfrm>
              <a:prstGeom prst="roundRect">
                <a:avLst/>
              </a:prstGeom>
              <a:solidFill>
                <a:srgbClr val="F3B37A"/>
              </a:solidFill>
              <a:ln w="3175">
                <a:solidFill>
                  <a:schemeClr val="tx1"/>
                </a:solidFill>
              </a:ln>
            </p:spPr>
            <p:txBody>
              <a:bodyPr wrap="square" lIns="0" tIns="0" rIns="0" bIns="108000" anchor="ctr" anchorCtr="0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0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000" b="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CA" sz="2000" b="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sub>
                      </m:sSub>
                    </m:oMath>
                  </m:oMathPara>
                </a14:m>
                <a:endParaRPr lang="en-CA" sz="2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45EF37CF-DC2A-02DD-326D-0B363C63FA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582" y="4420397"/>
                <a:ext cx="432000" cy="288000"/>
              </a:xfrm>
              <a:prstGeom prst="roundRect">
                <a:avLst/>
              </a:prstGeom>
              <a:blipFill>
                <a:blip r:embed="rId7"/>
                <a:stretch>
                  <a:fillRect l="-2857" b="-4167"/>
                </a:stretch>
              </a:blipFill>
              <a:ln w="31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1015A909-355A-809F-999A-764111021DBE}"/>
                  </a:ext>
                </a:extLst>
              </p:cNvPr>
              <p:cNvSpPr txBox="1"/>
              <p:nvPr/>
            </p:nvSpPr>
            <p:spPr>
              <a:xfrm>
                <a:off x="3774572" y="4399610"/>
                <a:ext cx="432000" cy="288000"/>
              </a:xfrm>
              <a:prstGeom prst="roundRect">
                <a:avLst/>
              </a:prstGeom>
              <a:solidFill>
                <a:srgbClr val="9FD276"/>
              </a:solidFill>
              <a:ln w="6350">
                <a:solidFill>
                  <a:schemeClr val="tx1"/>
                </a:solidFill>
              </a:ln>
            </p:spPr>
            <p:txBody>
              <a:bodyPr wrap="square" lIns="0" tIns="0" rIns="0" bIns="108000" anchor="ctr" anchorCtr="0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0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000" b="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CA" sz="2000" b="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sub>
                      </m:sSub>
                    </m:oMath>
                  </m:oMathPara>
                </a14:m>
                <a:endParaRPr lang="en-CA" sz="2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1015A909-355A-809F-999A-764111021D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4572" y="4399610"/>
                <a:ext cx="432000" cy="288000"/>
              </a:xfrm>
              <a:prstGeom prst="roundRect">
                <a:avLst/>
              </a:prstGeom>
              <a:blipFill>
                <a:blip r:embed="rId8"/>
                <a:stretch>
                  <a:fillRect l="-2857" b="-8333"/>
                </a:stretch>
              </a:blipFill>
              <a:ln w="63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83484E76-B004-278A-90B0-A3125F52D0E0}"/>
              </a:ext>
            </a:extLst>
          </p:cNvPr>
          <p:cNvCxnSpPr>
            <a:cxnSpLocks/>
            <a:stCxn id="61" idx="2"/>
          </p:cNvCxnSpPr>
          <p:nvPr/>
        </p:nvCxnSpPr>
        <p:spPr>
          <a:xfrm>
            <a:off x="952582" y="4708397"/>
            <a:ext cx="0" cy="984153"/>
          </a:xfrm>
          <a:prstGeom prst="line">
            <a:avLst/>
          </a:prstGeom>
          <a:ln w="63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382A9E4C-A9B7-6448-F147-862678CAC6B1}"/>
              </a:ext>
            </a:extLst>
          </p:cNvPr>
          <p:cNvCxnSpPr>
            <a:cxnSpLocks/>
            <a:stCxn id="56" idx="2"/>
          </p:cNvCxnSpPr>
          <p:nvPr/>
        </p:nvCxnSpPr>
        <p:spPr>
          <a:xfrm flipH="1">
            <a:off x="722450" y="1878958"/>
            <a:ext cx="1510" cy="1321667"/>
          </a:xfrm>
          <a:prstGeom prst="line">
            <a:avLst/>
          </a:prstGeom>
          <a:ln w="63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8CB367F7-D13A-BAA4-560E-33C736E91C0E}"/>
              </a:ext>
            </a:extLst>
          </p:cNvPr>
          <p:cNvCxnSpPr>
            <a:cxnSpLocks/>
          </p:cNvCxnSpPr>
          <p:nvPr/>
        </p:nvCxnSpPr>
        <p:spPr>
          <a:xfrm flipH="1">
            <a:off x="4214271" y="1876868"/>
            <a:ext cx="1510" cy="1321667"/>
          </a:xfrm>
          <a:prstGeom prst="line">
            <a:avLst/>
          </a:prstGeom>
          <a:ln w="63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92A24368-E72A-AC3E-A1A4-ABC91F3CD2AD}"/>
              </a:ext>
            </a:extLst>
          </p:cNvPr>
          <p:cNvCxnSpPr>
            <a:cxnSpLocks/>
            <a:stCxn id="64" idx="2"/>
          </p:cNvCxnSpPr>
          <p:nvPr/>
        </p:nvCxnSpPr>
        <p:spPr>
          <a:xfrm flipH="1">
            <a:off x="3989062" y="4687610"/>
            <a:ext cx="1510" cy="1004940"/>
          </a:xfrm>
          <a:prstGeom prst="line">
            <a:avLst/>
          </a:prstGeom>
          <a:ln w="63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Right Triangle 25">
            <a:extLst>
              <a:ext uri="{FF2B5EF4-FFF2-40B4-BE49-F238E27FC236}">
                <a16:creationId xmlns:a16="http://schemas.microsoft.com/office/drawing/2014/main" id="{306CE7E9-4BC8-D1E3-F87A-9F99165D375B}"/>
              </a:ext>
            </a:extLst>
          </p:cNvPr>
          <p:cNvSpPr/>
          <p:nvPr/>
        </p:nvSpPr>
        <p:spPr>
          <a:xfrm rot="5400000" flipH="1">
            <a:off x="2916961" y="3852083"/>
            <a:ext cx="5145437" cy="465826"/>
          </a:xfrm>
          <a:prstGeom prst="rtTriangle">
            <a:avLst/>
          </a:prstGeom>
          <a:gradFill>
            <a:gsLst>
              <a:gs pos="58000">
                <a:srgbClr val="B6EACD"/>
              </a:gs>
              <a:gs pos="83000">
                <a:srgbClr val="63B3DD"/>
              </a:gs>
              <a:gs pos="71000">
                <a:srgbClr val="9DDDD8"/>
              </a:gs>
              <a:gs pos="0">
                <a:srgbClr val="F8FBC7"/>
              </a:gs>
              <a:gs pos="100000">
                <a:srgbClr val="164495"/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30" name="Graphic 29" descr="Badge 1 with solid fill">
            <a:extLst>
              <a:ext uri="{FF2B5EF4-FFF2-40B4-BE49-F238E27FC236}">
                <a16:creationId xmlns:a16="http://schemas.microsoft.com/office/drawing/2014/main" id="{B43B6149-EBF1-927F-D06A-EA35BEAFBAF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989641" y="1543860"/>
            <a:ext cx="457196" cy="457196"/>
          </a:xfrm>
          <a:prstGeom prst="rect">
            <a:avLst/>
          </a:prstGeom>
        </p:spPr>
      </p:pic>
      <p:pic>
        <p:nvPicPr>
          <p:cNvPr id="33" name="Graphic 32" descr="Badge with solid fill">
            <a:extLst>
              <a:ext uri="{FF2B5EF4-FFF2-40B4-BE49-F238E27FC236}">
                <a16:creationId xmlns:a16="http://schemas.microsoft.com/office/drawing/2014/main" id="{13CFEDDB-124E-7D37-A46A-2CDDCFDF2B1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612880" y="1534987"/>
            <a:ext cx="457199" cy="457199"/>
          </a:xfrm>
          <a:prstGeom prst="rect">
            <a:avLst/>
          </a:prstGeom>
        </p:spPr>
      </p:pic>
      <p:pic>
        <p:nvPicPr>
          <p:cNvPr id="35" name="Graphic 34" descr="Badge 3 with solid fill">
            <a:extLst>
              <a:ext uri="{FF2B5EF4-FFF2-40B4-BE49-F238E27FC236}">
                <a16:creationId xmlns:a16="http://schemas.microsoft.com/office/drawing/2014/main" id="{20A534ED-61C4-640D-F24C-A8E57DA08C46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004046" y="4108748"/>
            <a:ext cx="457196" cy="457196"/>
          </a:xfrm>
          <a:prstGeom prst="rect">
            <a:avLst/>
          </a:prstGeom>
        </p:spPr>
      </p:pic>
      <p:pic>
        <p:nvPicPr>
          <p:cNvPr id="37" name="Graphic 36" descr="Badge 4 with solid fill">
            <a:extLst>
              <a:ext uri="{FF2B5EF4-FFF2-40B4-BE49-F238E27FC236}">
                <a16:creationId xmlns:a16="http://schemas.microsoft.com/office/drawing/2014/main" id="{E92ACD85-F3B4-2EAC-29B5-E12396EC4CEE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594219" y="4111949"/>
            <a:ext cx="452448" cy="452448"/>
          </a:xfrm>
          <a:prstGeom prst="rect">
            <a:avLst/>
          </a:prstGeom>
        </p:spPr>
      </p:pic>
      <p:grpSp>
        <p:nvGrpSpPr>
          <p:cNvPr id="173" name="Group 172">
            <a:extLst>
              <a:ext uri="{FF2B5EF4-FFF2-40B4-BE49-F238E27FC236}">
                <a16:creationId xmlns:a16="http://schemas.microsoft.com/office/drawing/2014/main" id="{F44FAF3E-F818-A536-F058-2CA691A05992}"/>
              </a:ext>
            </a:extLst>
          </p:cNvPr>
          <p:cNvGrpSpPr/>
          <p:nvPr/>
        </p:nvGrpSpPr>
        <p:grpSpPr>
          <a:xfrm>
            <a:off x="8223697" y="1832625"/>
            <a:ext cx="1259772" cy="1693741"/>
            <a:chOff x="7930980" y="1951082"/>
            <a:chExt cx="1259772" cy="1693741"/>
          </a:xfrm>
        </p:grpSpPr>
        <p:pic>
          <p:nvPicPr>
            <p:cNvPr id="129" name="Graphic 128" descr="Harvey Balls 100% with solid fill">
              <a:extLst>
                <a:ext uri="{FF2B5EF4-FFF2-40B4-BE49-F238E27FC236}">
                  <a16:creationId xmlns:a16="http://schemas.microsoft.com/office/drawing/2014/main" id="{DBF9984A-D9D2-3526-9372-18B4F051BB2C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7932974" y="2390127"/>
              <a:ext cx="432000" cy="432000"/>
            </a:xfrm>
            <a:prstGeom prst="rect">
              <a:avLst/>
            </a:prstGeom>
          </p:spPr>
        </p:pic>
        <p:pic>
          <p:nvPicPr>
            <p:cNvPr id="130" name="Graphic 129" descr="Harvey Balls 100% with solid fill">
              <a:extLst>
                <a:ext uri="{FF2B5EF4-FFF2-40B4-BE49-F238E27FC236}">
                  <a16:creationId xmlns:a16="http://schemas.microsoft.com/office/drawing/2014/main" id="{AC3B69C5-07C0-563C-1891-3473312EFB89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7932974" y="2807464"/>
              <a:ext cx="432000" cy="432000"/>
            </a:xfrm>
            <a:prstGeom prst="rect">
              <a:avLst/>
            </a:prstGeom>
          </p:spPr>
        </p:pic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65FE9B70-EBE5-5029-E847-43343DDE11A9}"/>
                </a:ext>
              </a:extLst>
            </p:cNvPr>
            <p:cNvSpPr txBox="1"/>
            <p:nvPr/>
          </p:nvSpPr>
          <p:spPr>
            <a:xfrm>
              <a:off x="7988513" y="2416768"/>
              <a:ext cx="32092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dirty="0">
                  <a:solidFill>
                    <a:schemeClr val="bg1"/>
                  </a:solidFill>
                </a:rPr>
                <a:t>B</a:t>
              </a:r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5881D19C-5D4F-202E-9BCF-67DD8ED869F8}"/>
                </a:ext>
              </a:extLst>
            </p:cNvPr>
            <p:cNvSpPr txBox="1"/>
            <p:nvPr/>
          </p:nvSpPr>
          <p:spPr>
            <a:xfrm>
              <a:off x="7988513" y="2834840"/>
              <a:ext cx="3449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dirty="0">
                  <a:solidFill>
                    <a:schemeClr val="bg1"/>
                  </a:solidFill>
                </a:rPr>
                <a:t>C</a:t>
              </a:r>
            </a:p>
          </p:txBody>
        </p:sp>
        <p:pic>
          <p:nvPicPr>
            <p:cNvPr id="133" name="Graphic 132" descr="Harvey Balls 100% with solid fill">
              <a:extLst>
                <a:ext uri="{FF2B5EF4-FFF2-40B4-BE49-F238E27FC236}">
                  <a16:creationId xmlns:a16="http://schemas.microsoft.com/office/drawing/2014/main" id="{8AE15273-7790-C82D-75E4-8256D64D4BE8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7932974" y="3212823"/>
              <a:ext cx="432000" cy="432000"/>
            </a:xfrm>
            <a:prstGeom prst="rect">
              <a:avLst/>
            </a:prstGeom>
          </p:spPr>
        </p:pic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C1D0EB7B-A551-5B89-2B99-335DE375AAB3}"/>
                </a:ext>
              </a:extLst>
            </p:cNvPr>
            <p:cNvSpPr txBox="1"/>
            <p:nvPr/>
          </p:nvSpPr>
          <p:spPr>
            <a:xfrm>
              <a:off x="7988513" y="3239464"/>
              <a:ext cx="3433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dirty="0">
                  <a:solidFill>
                    <a:schemeClr val="bg1"/>
                  </a:solidFill>
                </a:rPr>
                <a:t>D</a:t>
              </a:r>
            </a:p>
          </p:txBody>
        </p:sp>
        <p:pic>
          <p:nvPicPr>
            <p:cNvPr id="135" name="Graphic 134" descr="Harvey Balls 100% with solid fill">
              <a:extLst>
                <a:ext uri="{FF2B5EF4-FFF2-40B4-BE49-F238E27FC236}">
                  <a16:creationId xmlns:a16="http://schemas.microsoft.com/office/drawing/2014/main" id="{072FBFB7-F05F-BFA4-84E0-631F30CF0480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7930980" y="1956464"/>
              <a:ext cx="432000" cy="432000"/>
            </a:xfrm>
            <a:prstGeom prst="rect">
              <a:avLst/>
            </a:prstGeom>
          </p:spPr>
        </p:pic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6CFA88C1-2979-68F4-6A93-B6D3EA6D5C15}"/>
                </a:ext>
              </a:extLst>
            </p:cNvPr>
            <p:cNvSpPr txBox="1"/>
            <p:nvPr/>
          </p:nvSpPr>
          <p:spPr>
            <a:xfrm>
              <a:off x="7986519" y="1983105"/>
              <a:ext cx="32092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dirty="0">
                  <a:solidFill>
                    <a:schemeClr val="bg1"/>
                  </a:solidFill>
                </a:rPr>
                <a:t>A</a:t>
              </a:r>
            </a:p>
          </p:txBody>
        </p:sp>
        <p:pic>
          <p:nvPicPr>
            <p:cNvPr id="137" name="Graphic 136" descr="Harvey Balls 100% with solid fill">
              <a:extLst>
                <a:ext uri="{FF2B5EF4-FFF2-40B4-BE49-F238E27FC236}">
                  <a16:creationId xmlns:a16="http://schemas.microsoft.com/office/drawing/2014/main" id="{FEACAA15-9609-BB64-25B4-D233D0601DFB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8758752" y="2384745"/>
              <a:ext cx="432000" cy="432000"/>
            </a:xfrm>
            <a:prstGeom prst="rect">
              <a:avLst/>
            </a:prstGeom>
          </p:spPr>
        </p:pic>
        <p:pic>
          <p:nvPicPr>
            <p:cNvPr id="138" name="Graphic 137" descr="Harvey Balls 100% with solid fill">
              <a:extLst>
                <a:ext uri="{FF2B5EF4-FFF2-40B4-BE49-F238E27FC236}">
                  <a16:creationId xmlns:a16="http://schemas.microsoft.com/office/drawing/2014/main" id="{C86D885F-EE33-098A-A3D0-6A561D1EF723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8758752" y="2802082"/>
              <a:ext cx="432000" cy="432000"/>
            </a:xfrm>
            <a:prstGeom prst="rect">
              <a:avLst/>
            </a:prstGeom>
          </p:spPr>
        </p:pic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D0E9C9A5-78B9-A513-1185-76439A5EF47F}"/>
                </a:ext>
              </a:extLst>
            </p:cNvPr>
            <p:cNvSpPr txBox="1"/>
            <p:nvPr/>
          </p:nvSpPr>
          <p:spPr>
            <a:xfrm>
              <a:off x="8814291" y="2411386"/>
              <a:ext cx="32092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dirty="0">
                  <a:solidFill>
                    <a:schemeClr val="bg1"/>
                  </a:solidFill>
                </a:rPr>
                <a:t>B</a:t>
              </a:r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74FC455A-B4E6-2D13-413B-2168D8F22E09}"/>
                </a:ext>
              </a:extLst>
            </p:cNvPr>
            <p:cNvSpPr txBox="1"/>
            <p:nvPr/>
          </p:nvSpPr>
          <p:spPr>
            <a:xfrm>
              <a:off x="8814291" y="2829458"/>
              <a:ext cx="3449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dirty="0">
                  <a:solidFill>
                    <a:schemeClr val="bg1"/>
                  </a:solidFill>
                </a:rPr>
                <a:t>C</a:t>
              </a:r>
            </a:p>
          </p:txBody>
        </p:sp>
        <p:pic>
          <p:nvPicPr>
            <p:cNvPr id="141" name="Graphic 140" descr="Harvey Balls 100% with solid fill">
              <a:extLst>
                <a:ext uri="{FF2B5EF4-FFF2-40B4-BE49-F238E27FC236}">
                  <a16:creationId xmlns:a16="http://schemas.microsoft.com/office/drawing/2014/main" id="{E6AA7701-399F-37BF-63BA-01395E050D14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8758752" y="3207441"/>
              <a:ext cx="432000" cy="432000"/>
            </a:xfrm>
            <a:prstGeom prst="rect">
              <a:avLst/>
            </a:prstGeom>
          </p:spPr>
        </p:pic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144CD8D1-BB58-C151-7250-7D2C4D96C721}"/>
                </a:ext>
              </a:extLst>
            </p:cNvPr>
            <p:cNvSpPr txBox="1"/>
            <p:nvPr/>
          </p:nvSpPr>
          <p:spPr>
            <a:xfrm>
              <a:off x="8814291" y="3234082"/>
              <a:ext cx="3433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dirty="0">
                  <a:solidFill>
                    <a:schemeClr val="bg1"/>
                  </a:solidFill>
                </a:rPr>
                <a:t>D</a:t>
              </a:r>
            </a:p>
          </p:txBody>
        </p:sp>
        <p:pic>
          <p:nvPicPr>
            <p:cNvPr id="143" name="Graphic 142" descr="Harvey Balls 100% with solid fill">
              <a:extLst>
                <a:ext uri="{FF2B5EF4-FFF2-40B4-BE49-F238E27FC236}">
                  <a16:creationId xmlns:a16="http://schemas.microsoft.com/office/drawing/2014/main" id="{AA6859AD-1426-4E62-52A4-8350B630E93A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8756758" y="1951082"/>
              <a:ext cx="432000" cy="432000"/>
            </a:xfrm>
            <a:prstGeom prst="rect">
              <a:avLst/>
            </a:prstGeom>
          </p:spPr>
        </p:pic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9E35462D-7473-C240-1C1B-E16EB92B91F3}"/>
                </a:ext>
              </a:extLst>
            </p:cNvPr>
            <p:cNvSpPr txBox="1"/>
            <p:nvPr/>
          </p:nvSpPr>
          <p:spPr>
            <a:xfrm>
              <a:off x="8812297" y="1977723"/>
              <a:ext cx="32092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dirty="0">
                  <a:solidFill>
                    <a:schemeClr val="bg1"/>
                  </a:solidFill>
                </a:rPr>
                <a:t>A</a:t>
              </a:r>
            </a:p>
          </p:txBody>
        </p:sp>
        <p:cxnSp>
          <p:nvCxnSpPr>
            <p:cNvPr id="145" name="Straight Arrow Connector 144">
              <a:extLst>
                <a:ext uri="{FF2B5EF4-FFF2-40B4-BE49-F238E27FC236}">
                  <a16:creationId xmlns:a16="http://schemas.microsoft.com/office/drawing/2014/main" id="{7F6CE563-E08E-09E0-A7AD-ACC924F2CC46}"/>
                </a:ext>
              </a:extLst>
            </p:cNvPr>
            <p:cNvCxnSpPr>
              <a:cxnSpLocks/>
              <a:stCxn id="136" idx="3"/>
              <a:endCxn id="144" idx="1"/>
            </p:cNvCxnSpPr>
            <p:nvPr/>
          </p:nvCxnSpPr>
          <p:spPr>
            <a:xfrm flipV="1">
              <a:off x="8307441" y="2162389"/>
              <a:ext cx="504856" cy="5382"/>
            </a:xfrm>
            <a:prstGeom prst="straightConnector1">
              <a:avLst/>
            </a:prstGeom>
            <a:ln w="63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46" name="Straight Arrow Connector 145">
              <a:extLst>
                <a:ext uri="{FF2B5EF4-FFF2-40B4-BE49-F238E27FC236}">
                  <a16:creationId xmlns:a16="http://schemas.microsoft.com/office/drawing/2014/main" id="{2973B86D-9379-E34E-2D8A-E7521DC9F49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12583" y="2610820"/>
              <a:ext cx="504856" cy="5382"/>
            </a:xfrm>
            <a:prstGeom prst="straightConnector1">
              <a:avLst/>
            </a:prstGeom>
            <a:ln w="63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47" name="Straight Arrow Connector 146">
              <a:extLst>
                <a:ext uri="{FF2B5EF4-FFF2-40B4-BE49-F238E27FC236}">
                  <a16:creationId xmlns:a16="http://schemas.microsoft.com/office/drawing/2014/main" id="{AEDDA385-AB7F-1CEA-E090-6CCFBE69375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11405" y="3017321"/>
              <a:ext cx="504856" cy="5382"/>
            </a:xfrm>
            <a:prstGeom prst="straightConnector1">
              <a:avLst/>
            </a:prstGeom>
            <a:ln w="63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48" name="Straight Arrow Connector 147">
              <a:extLst>
                <a:ext uri="{FF2B5EF4-FFF2-40B4-BE49-F238E27FC236}">
                  <a16:creationId xmlns:a16="http://schemas.microsoft.com/office/drawing/2014/main" id="{729DC571-C4D0-40A6-570B-BDA770ECDC8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9435" y="3435439"/>
              <a:ext cx="504856" cy="5382"/>
            </a:xfrm>
            <a:prstGeom prst="straightConnector1">
              <a:avLst/>
            </a:prstGeom>
            <a:ln w="63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D178206D-D917-2B0A-71D5-CD11653D5E82}"/>
              </a:ext>
            </a:extLst>
          </p:cNvPr>
          <p:cNvGrpSpPr/>
          <p:nvPr/>
        </p:nvGrpSpPr>
        <p:grpSpPr>
          <a:xfrm>
            <a:off x="8149630" y="4575488"/>
            <a:ext cx="1271495" cy="1682837"/>
            <a:chOff x="7930980" y="4687610"/>
            <a:chExt cx="1271495" cy="1682837"/>
          </a:xfrm>
        </p:grpSpPr>
        <p:pic>
          <p:nvPicPr>
            <p:cNvPr id="149" name="Graphic 148" descr="Harvey Balls 100% with solid fill">
              <a:extLst>
                <a:ext uri="{FF2B5EF4-FFF2-40B4-BE49-F238E27FC236}">
                  <a16:creationId xmlns:a16="http://schemas.microsoft.com/office/drawing/2014/main" id="{F00491B6-A6E6-054B-9511-7DA5884FB294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7944697" y="5115751"/>
              <a:ext cx="432000" cy="432000"/>
            </a:xfrm>
            <a:prstGeom prst="rect">
              <a:avLst/>
            </a:prstGeom>
          </p:spPr>
        </p:pic>
        <p:pic>
          <p:nvPicPr>
            <p:cNvPr id="150" name="Graphic 149" descr="Harvey Balls 100% with solid fill">
              <a:extLst>
                <a:ext uri="{FF2B5EF4-FFF2-40B4-BE49-F238E27FC236}">
                  <a16:creationId xmlns:a16="http://schemas.microsoft.com/office/drawing/2014/main" id="{E6FC8159-10A2-12C0-2967-3072E6649BCB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7944697" y="5533088"/>
              <a:ext cx="432000" cy="432000"/>
            </a:xfrm>
            <a:prstGeom prst="rect">
              <a:avLst/>
            </a:prstGeom>
          </p:spPr>
        </p:pic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7A78101B-0923-B2BE-AB5B-CF8EEBEBD9F6}"/>
                </a:ext>
              </a:extLst>
            </p:cNvPr>
            <p:cNvSpPr txBox="1"/>
            <p:nvPr/>
          </p:nvSpPr>
          <p:spPr>
            <a:xfrm>
              <a:off x="8000236" y="5142392"/>
              <a:ext cx="32092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dirty="0">
                  <a:solidFill>
                    <a:schemeClr val="bg1"/>
                  </a:solidFill>
                </a:rPr>
                <a:t>B</a:t>
              </a:r>
            </a:p>
          </p:txBody>
        </p:sp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5DCEF4EF-AFBA-1AE4-8A81-1E515E7EACA2}"/>
                </a:ext>
              </a:extLst>
            </p:cNvPr>
            <p:cNvSpPr txBox="1"/>
            <p:nvPr/>
          </p:nvSpPr>
          <p:spPr>
            <a:xfrm>
              <a:off x="8000236" y="5560464"/>
              <a:ext cx="3449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dirty="0">
                  <a:solidFill>
                    <a:schemeClr val="bg1"/>
                  </a:solidFill>
                </a:rPr>
                <a:t>C</a:t>
              </a:r>
            </a:p>
          </p:txBody>
        </p:sp>
        <p:pic>
          <p:nvPicPr>
            <p:cNvPr id="153" name="Graphic 152" descr="Harvey Balls 100% with solid fill">
              <a:extLst>
                <a:ext uri="{FF2B5EF4-FFF2-40B4-BE49-F238E27FC236}">
                  <a16:creationId xmlns:a16="http://schemas.microsoft.com/office/drawing/2014/main" id="{09CC4F83-69EA-DCF1-8C34-ECF28E1E2C61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7944697" y="5938447"/>
              <a:ext cx="432000" cy="432000"/>
            </a:xfrm>
            <a:prstGeom prst="rect">
              <a:avLst/>
            </a:prstGeom>
          </p:spPr>
        </p:pic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id="{1ECA0717-DB6B-E6D8-7CCF-9A3B31D6B3B2}"/>
                </a:ext>
              </a:extLst>
            </p:cNvPr>
            <p:cNvSpPr txBox="1"/>
            <p:nvPr/>
          </p:nvSpPr>
          <p:spPr>
            <a:xfrm>
              <a:off x="8000236" y="5965088"/>
              <a:ext cx="3433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dirty="0">
                  <a:solidFill>
                    <a:schemeClr val="bg1"/>
                  </a:solidFill>
                </a:rPr>
                <a:t>D</a:t>
              </a:r>
            </a:p>
          </p:txBody>
        </p:sp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0C5F3DC6-5A1C-5EDD-D001-05477DB73C91}"/>
                </a:ext>
              </a:extLst>
            </p:cNvPr>
            <p:cNvSpPr txBox="1"/>
            <p:nvPr/>
          </p:nvSpPr>
          <p:spPr>
            <a:xfrm>
              <a:off x="7998242" y="4708729"/>
              <a:ext cx="32092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dirty="0">
                  <a:solidFill>
                    <a:schemeClr val="bg1"/>
                  </a:solidFill>
                </a:rPr>
                <a:t>A</a:t>
              </a:r>
            </a:p>
          </p:txBody>
        </p:sp>
        <p:pic>
          <p:nvPicPr>
            <p:cNvPr id="156" name="Graphic 155" descr="Harvey Balls 100% with solid fill">
              <a:extLst>
                <a:ext uri="{FF2B5EF4-FFF2-40B4-BE49-F238E27FC236}">
                  <a16:creationId xmlns:a16="http://schemas.microsoft.com/office/drawing/2014/main" id="{B4CD1781-4A8F-7C9B-A650-638F9E0C81B9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8770475" y="5110369"/>
              <a:ext cx="432000" cy="432000"/>
            </a:xfrm>
            <a:prstGeom prst="rect">
              <a:avLst/>
            </a:prstGeom>
          </p:spPr>
        </p:pic>
        <p:pic>
          <p:nvPicPr>
            <p:cNvPr id="157" name="Graphic 156" descr="Harvey Balls 100% with solid fill">
              <a:extLst>
                <a:ext uri="{FF2B5EF4-FFF2-40B4-BE49-F238E27FC236}">
                  <a16:creationId xmlns:a16="http://schemas.microsoft.com/office/drawing/2014/main" id="{A813E2DF-B71C-19DD-4465-E1B07B0058B8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8770475" y="5527706"/>
              <a:ext cx="432000" cy="432000"/>
            </a:xfrm>
            <a:prstGeom prst="rect">
              <a:avLst/>
            </a:prstGeom>
          </p:spPr>
        </p:pic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962F50FC-6254-7263-9E1C-7D5CE0E5D180}"/>
                </a:ext>
              </a:extLst>
            </p:cNvPr>
            <p:cNvSpPr txBox="1"/>
            <p:nvPr/>
          </p:nvSpPr>
          <p:spPr>
            <a:xfrm>
              <a:off x="8826014" y="5137010"/>
              <a:ext cx="32092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dirty="0">
                  <a:solidFill>
                    <a:schemeClr val="bg1"/>
                  </a:solidFill>
                </a:rPr>
                <a:t>C</a:t>
              </a:r>
            </a:p>
          </p:txBody>
        </p:sp>
        <p:sp>
          <p:nvSpPr>
            <p:cNvPr id="159" name="TextBox 158">
              <a:extLst>
                <a:ext uri="{FF2B5EF4-FFF2-40B4-BE49-F238E27FC236}">
                  <a16:creationId xmlns:a16="http://schemas.microsoft.com/office/drawing/2014/main" id="{14823FB4-33AB-42A5-8933-946AFC00F686}"/>
                </a:ext>
              </a:extLst>
            </p:cNvPr>
            <p:cNvSpPr txBox="1"/>
            <p:nvPr/>
          </p:nvSpPr>
          <p:spPr>
            <a:xfrm>
              <a:off x="8826014" y="5555082"/>
              <a:ext cx="3209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dirty="0">
                  <a:solidFill>
                    <a:schemeClr val="bg1"/>
                  </a:solidFill>
                </a:rPr>
                <a:t>A</a:t>
              </a:r>
            </a:p>
          </p:txBody>
        </p:sp>
        <p:pic>
          <p:nvPicPr>
            <p:cNvPr id="160" name="Graphic 159" descr="Harvey Balls 100% with solid fill">
              <a:extLst>
                <a:ext uri="{FF2B5EF4-FFF2-40B4-BE49-F238E27FC236}">
                  <a16:creationId xmlns:a16="http://schemas.microsoft.com/office/drawing/2014/main" id="{D2F48025-27D8-BB78-E775-8867E0DA722C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8770475" y="5933065"/>
              <a:ext cx="432000" cy="432000"/>
            </a:xfrm>
            <a:prstGeom prst="rect">
              <a:avLst/>
            </a:prstGeom>
          </p:spPr>
        </p:pic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FB6CB418-187A-141B-14C2-CDCDE0876F66}"/>
                </a:ext>
              </a:extLst>
            </p:cNvPr>
            <p:cNvSpPr txBox="1"/>
            <p:nvPr/>
          </p:nvSpPr>
          <p:spPr>
            <a:xfrm>
              <a:off x="8826014" y="5959706"/>
              <a:ext cx="3241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dirty="0">
                  <a:solidFill>
                    <a:schemeClr val="bg1"/>
                  </a:solidFill>
                </a:rPr>
                <a:t>B</a:t>
              </a:r>
            </a:p>
          </p:txBody>
        </p:sp>
        <p:sp>
          <p:nvSpPr>
            <p:cNvPr id="162" name="TextBox 161">
              <a:extLst>
                <a:ext uri="{FF2B5EF4-FFF2-40B4-BE49-F238E27FC236}">
                  <a16:creationId xmlns:a16="http://schemas.microsoft.com/office/drawing/2014/main" id="{B848D1D7-1B4D-E49A-8241-39D44D00834B}"/>
                </a:ext>
              </a:extLst>
            </p:cNvPr>
            <p:cNvSpPr txBox="1"/>
            <p:nvPr/>
          </p:nvSpPr>
          <p:spPr>
            <a:xfrm>
              <a:off x="8824020" y="4703347"/>
              <a:ext cx="32092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dirty="0">
                  <a:solidFill>
                    <a:schemeClr val="bg1"/>
                  </a:solidFill>
                </a:rPr>
                <a:t>A</a:t>
              </a:r>
            </a:p>
          </p:txBody>
        </p:sp>
        <p:pic>
          <p:nvPicPr>
            <p:cNvPr id="163" name="Graphic 162" descr="Harvey Balls 100% with solid fill">
              <a:extLst>
                <a:ext uri="{FF2B5EF4-FFF2-40B4-BE49-F238E27FC236}">
                  <a16:creationId xmlns:a16="http://schemas.microsoft.com/office/drawing/2014/main" id="{D0691A82-59A4-2F88-AFBF-D938BA9D2B4D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7930980" y="4692992"/>
              <a:ext cx="432000" cy="432000"/>
            </a:xfrm>
            <a:prstGeom prst="rect">
              <a:avLst/>
            </a:prstGeom>
          </p:spPr>
        </p:pic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8A5FE1EA-FD08-81F6-7C92-534C2C7E37A5}"/>
                </a:ext>
              </a:extLst>
            </p:cNvPr>
            <p:cNvSpPr txBox="1"/>
            <p:nvPr/>
          </p:nvSpPr>
          <p:spPr>
            <a:xfrm>
              <a:off x="7984926" y="4724005"/>
              <a:ext cx="32092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dirty="0">
                  <a:solidFill>
                    <a:schemeClr val="bg1"/>
                  </a:solidFill>
                </a:rPr>
                <a:t>A</a:t>
              </a:r>
            </a:p>
          </p:txBody>
        </p:sp>
        <p:pic>
          <p:nvPicPr>
            <p:cNvPr id="165" name="Graphic 164" descr="Harvey Balls 100% with solid fill">
              <a:extLst>
                <a:ext uri="{FF2B5EF4-FFF2-40B4-BE49-F238E27FC236}">
                  <a16:creationId xmlns:a16="http://schemas.microsoft.com/office/drawing/2014/main" id="{94738927-F949-63E1-CC0B-49085D506CB8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8756758" y="4687610"/>
              <a:ext cx="432000" cy="432000"/>
            </a:xfrm>
            <a:prstGeom prst="rect">
              <a:avLst/>
            </a:prstGeom>
          </p:spPr>
        </p:pic>
        <p:sp>
          <p:nvSpPr>
            <p:cNvPr id="166" name="TextBox 165">
              <a:extLst>
                <a:ext uri="{FF2B5EF4-FFF2-40B4-BE49-F238E27FC236}">
                  <a16:creationId xmlns:a16="http://schemas.microsoft.com/office/drawing/2014/main" id="{07218BD3-75A7-88D1-DE24-D827B5F2D588}"/>
                </a:ext>
              </a:extLst>
            </p:cNvPr>
            <p:cNvSpPr txBox="1"/>
            <p:nvPr/>
          </p:nvSpPr>
          <p:spPr>
            <a:xfrm>
              <a:off x="8812297" y="4714251"/>
              <a:ext cx="32092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dirty="0">
                  <a:solidFill>
                    <a:schemeClr val="bg1"/>
                  </a:solidFill>
                </a:rPr>
                <a:t>D</a:t>
              </a:r>
            </a:p>
          </p:txBody>
        </p:sp>
        <p:cxnSp>
          <p:nvCxnSpPr>
            <p:cNvPr id="167" name="Straight Arrow Connector 166">
              <a:extLst>
                <a:ext uri="{FF2B5EF4-FFF2-40B4-BE49-F238E27FC236}">
                  <a16:creationId xmlns:a16="http://schemas.microsoft.com/office/drawing/2014/main" id="{CB0CF0C7-AFB9-5C1C-97FE-379E5077AE23}"/>
                </a:ext>
              </a:extLst>
            </p:cNvPr>
            <p:cNvCxnSpPr>
              <a:cxnSpLocks/>
              <a:stCxn id="164" idx="3"/>
              <a:endCxn id="159" idx="1"/>
            </p:cNvCxnSpPr>
            <p:nvPr/>
          </p:nvCxnSpPr>
          <p:spPr>
            <a:xfrm>
              <a:off x="8305848" y="4908671"/>
              <a:ext cx="520166" cy="831077"/>
            </a:xfrm>
            <a:prstGeom prst="straightConnector1">
              <a:avLst/>
            </a:prstGeom>
            <a:ln w="63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68" name="Straight Arrow Connector 167">
              <a:extLst>
                <a:ext uri="{FF2B5EF4-FFF2-40B4-BE49-F238E27FC236}">
                  <a16:creationId xmlns:a16="http://schemas.microsoft.com/office/drawing/2014/main" id="{CA441E57-0535-1BDF-741D-69C3E8FD5118}"/>
                </a:ext>
              </a:extLst>
            </p:cNvPr>
            <p:cNvCxnSpPr>
              <a:cxnSpLocks/>
              <a:stCxn id="151" idx="3"/>
              <a:endCxn id="161" idx="1"/>
            </p:cNvCxnSpPr>
            <p:nvPr/>
          </p:nvCxnSpPr>
          <p:spPr>
            <a:xfrm>
              <a:off x="8321158" y="5327058"/>
              <a:ext cx="504856" cy="817314"/>
            </a:xfrm>
            <a:prstGeom prst="straightConnector1">
              <a:avLst/>
            </a:prstGeom>
            <a:ln w="63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69" name="Straight Arrow Connector 168">
              <a:extLst>
                <a:ext uri="{FF2B5EF4-FFF2-40B4-BE49-F238E27FC236}">
                  <a16:creationId xmlns:a16="http://schemas.microsoft.com/office/drawing/2014/main" id="{86A25B19-33AF-A9FF-C3D0-0FDEBBFCE9E5}"/>
                </a:ext>
              </a:extLst>
            </p:cNvPr>
            <p:cNvCxnSpPr>
              <a:cxnSpLocks/>
              <a:endCxn id="158" idx="1"/>
            </p:cNvCxnSpPr>
            <p:nvPr/>
          </p:nvCxnSpPr>
          <p:spPr>
            <a:xfrm flipV="1">
              <a:off x="8234355" y="5321676"/>
              <a:ext cx="591659" cy="453364"/>
            </a:xfrm>
            <a:prstGeom prst="straightConnector1">
              <a:avLst/>
            </a:prstGeom>
            <a:ln w="63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70" name="Straight Arrow Connector 169">
              <a:extLst>
                <a:ext uri="{FF2B5EF4-FFF2-40B4-BE49-F238E27FC236}">
                  <a16:creationId xmlns:a16="http://schemas.microsoft.com/office/drawing/2014/main" id="{6E7895F8-32B7-735E-8CA1-D1740B3AE679}"/>
                </a:ext>
              </a:extLst>
            </p:cNvPr>
            <p:cNvCxnSpPr>
              <a:cxnSpLocks/>
              <a:endCxn id="166" idx="1"/>
            </p:cNvCxnSpPr>
            <p:nvPr/>
          </p:nvCxnSpPr>
          <p:spPr>
            <a:xfrm flipV="1">
              <a:off x="8240412" y="4898917"/>
              <a:ext cx="571885" cy="1178929"/>
            </a:xfrm>
            <a:prstGeom prst="straightConnector1">
              <a:avLst/>
            </a:prstGeom>
            <a:ln w="63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DE47FCE-5C85-FC39-ACBF-7EE091C9EF41}"/>
                  </a:ext>
                </a:extLst>
              </p:cNvPr>
              <p:cNvSpPr txBox="1"/>
              <p:nvPr/>
            </p:nvSpPr>
            <p:spPr>
              <a:xfrm rot="16200000">
                <a:off x="4460257" y="5029755"/>
                <a:ext cx="2294126" cy="7420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A" sz="2000" b="1" dirty="0"/>
                  <a:t>VARIANCE  </a:t>
                </a:r>
                <a:r>
                  <a:rPr lang="en-CA" sz="2000" dirty="0"/>
                  <a:t>(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CA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CA" sz="20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sSub>
                          <m:sSubPr>
                            <m:ctrlPr>
                              <a:rPr lang="en-CA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000" b="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  <m:sub>
                            <m:r>
                              <a:rPr lang="en-CA" sz="2000" b="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sub>
                        </m:sSub>
                      </m:sub>
                      <m:sup>
                        <m:r>
                          <a:rPr lang="en-CA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CA" sz="2000" dirty="0"/>
                  <a:t>) </a:t>
                </a:r>
              </a:p>
              <a:p>
                <a:endParaRPr lang="en-CA" sz="2000" b="1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DE47FCE-5C85-FC39-ACBF-7EE091C9EF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4460257" y="5029755"/>
                <a:ext cx="2294126" cy="742063"/>
              </a:xfrm>
              <a:prstGeom prst="rect">
                <a:avLst/>
              </a:prstGeom>
              <a:blipFill>
                <a:blip r:embed="rId19"/>
                <a:stretch>
                  <a:fillRect l="-3390" b="-2762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64F665E-1172-1926-AD7E-7B98F9BC10BE}"/>
              </a:ext>
            </a:extLst>
          </p:cNvPr>
          <p:cNvCxnSpPr>
            <a:cxnSpLocks/>
          </p:cNvCxnSpPr>
          <p:nvPr/>
        </p:nvCxnSpPr>
        <p:spPr>
          <a:xfrm flipV="1">
            <a:off x="-772119" y="1583128"/>
            <a:ext cx="0" cy="23208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F64B802-79C5-9316-B422-FCC8E26127FE}"/>
              </a:ext>
            </a:extLst>
          </p:cNvPr>
          <p:cNvCxnSpPr>
            <a:cxnSpLocks/>
          </p:cNvCxnSpPr>
          <p:nvPr/>
        </p:nvCxnSpPr>
        <p:spPr>
          <a:xfrm>
            <a:off x="-772119" y="4280374"/>
            <a:ext cx="0" cy="23642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65761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9AA9F9-650D-09F2-B3F3-0C6FC7E2B6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5872D809-B323-DF8D-435E-7B96DFA03323}"/>
              </a:ext>
            </a:extLst>
          </p:cNvPr>
          <p:cNvGrpSpPr/>
          <p:nvPr/>
        </p:nvGrpSpPr>
        <p:grpSpPr>
          <a:xfrm>
            <a:off x="-1667435" y="663388"/>
            <a:ext cx="10650070" cy="6936752"/>
            <a:chOff x="-1667435" y="663388"/>
            <a:chExt cx="10650070" cy="6936752"/>
          </a:xfrm>
        </p:grpSpPr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72424FE1-5729-C8A2-4D25-4BDB1EF5B5F2}"/>
                </a:ext>
              </a:extLst>
            </p:cNvPr>
            <p:cNvGrpSpPr/>
            <p:nvPr/>
          </p:nvGrpSpPr>
          <p:grpSpPr>
            <a:xfrm>
              <a:off x="-1667435" y="663388"/>
              <a:ext cx="10650070" cy="6936752"/>
              <a:chOff x="-566053" y="831028"/>
              <a:chExt cx="10650070" cy="6936752"/>
            </a:xfrm>
          </p:grpSpPr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B7A507A9-02FB-7DE4-FDDB-607E5C0CA89F}"/>
                  </a:ext>
                </a:extLst>
              </p:cNvPr>
              <p:cNvSpPr/>
              <p:nvPr/>
            </p:nvSpPr>
            <p:spPr>
              <a:xfrm>
                <a:off x="-566053" y="831028"/>
                <a:ext cx="10650070" cy="693675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grpSp>
            <p:nvGrpSpPr>
              <p:cNvPr id="38" name="Group 37">
                <a:extLst>
                  <a:ext uri="{FF2B5EF4-FFF2-40B4-BE49-F238E27FC236}">
                    <a16:creationId xmlns:a16="http://schemas.microsoft.com/office/drawing/2014/main" id="{F9E64D41-0DAA-ED01-45B6-83D601A8AFA6}"/>
                  </a:ext>
                </a:extLst>
              </p:cNvPr>
              <p:cNvGrpSpPr/>
              <p:nvPr/>
            </p:nvGrpSpPr>
            <p:grpSpPr>
              <a:xfrm>
                <a:off x="514764" y="983677"/>
                <a:ext cx="7990261" cy="6660268"/>
                <a:chOff x="514764" y="983677"/>
                <a:chExt cx="7990261" cy="6660268"/>
              </a:xfrm>
            </p:grpSpPr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17D35E8C-4237-CA34-0C6B-6AA4F2DC5478}"/>
                    </a:ext>
                  </a:extLst>
                </p:cNvPr>
                <p:cNvSpPr/>
                <p:nvPr/>
              </p:nvSpPr>
              <p:spPr>
                <a:xfrm rot="10800000">
                  <a:off x="522288" y="1630144"/>
                  <a:ext cx="400110" cy="5145437"/>
                </a:xfrm>
                <a:prstGeom prst="rect">
                  <a:avLst/>
                </a:prstGeom>
                <a:gradFill>
                  <a:gsLst>
                    <a:gs pos="50000">
                      <a:schemeClr val="accent1">
                        <a:lumMod val="5000"/>
                        <a:lumOff val="95000"/>
                      </a:schemeClr>
                    </a:gs>
                    <a:gs pos="16995">
                      <a:srgbClr val="8CBAE6"/>
                    </a:gs>
                    <a:gs pos="33000">
                      <a:srgbClr val="CAE8FE"/>
                    </a:gs>
                    <a:gs pos="75991">
                      <a:srgbClr val="F5B0B2"/>
                    </a:gs>
                    <a:gs pos="0">
                      <a:srgbClr val="2C77A6"/>
                    </a:gs>
                    <a:gs pos="100000">
                      <a:srgbClr val="BC2726"/>
                    </a:gs>
                  </a:gsLst>
                  <a:lin ang="5400000" scaled="1"/>
                </a:gradFill>
                <a:ln w="63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A"/>
                </a:p>
              </p:txBody>
            </p:sp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C56531DF-9DF0-7BB6-EA8D-C0BC1E6169EF}"/>
                    </a:ext>
                  </a:extLst>
                </p:cNvPr>
                <p:cNvSpPr/>
                <p:nvPr/>
              </p:nvSpPr>
              <p:spPr>
                <a:xfrm rot="16200000">
                  <a:off x="3439392" y="4579030"/>
                  <a:ext cx="400111" cy="5145437"/>
                </a:xfrm>
                <a:prstGeom prst="rect">
                  <a:avLst/>
                </a:prstGeom>
                <a:gradFill>
                  <a:gsLst>
                    <a:gs pos="72000">
                      <a:srgbClr val="C8E69D"/>
                    </a:gs>
                    <a:gs pos="14000">
                      <a:srgbClr val="F3B37A"/>
                    </a:gs>
                    <a:gs pos="48000">
                      <a:srgbClr val="F8FBC7"/>
                    </a:gs>
                    <a:gs pos="84000">
                      <a:srgbClr val="9FD276"/>
                    </a:gs>
                    <a:gs pos="0">
                      <a:srgbClr val="DE5441"/>
                    </a:gs>
                    <a:gs pos="100000">
                      <a:srgbClr val="5AB359"/>
                    </a:gs>
                  </a:gsLst>
                  <a:lin ang="5400000" scaled="1"/>
                </a:gradFill>
                <a:ln w="63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A" dirty="0"/>
                </a:p>
              </p:txBody>
            </p:sp>
            <p:sp>
              <p:nvSpPr>
                <p:cNvPr id="4" name="Rectangle 3">
                  <a:extLst>
                    <a:ext uri="{FF2B5EF4-FFF2-40B4-BE49-F238E27FC236}">
                      <a16:creationId xmlns:a16="http://schemas.microsoft.com/office/drawing/2014/main" id="{E0609081-3986-B781-54FA-BB32F440CF0D}"/>
                    </a:ext>
                  </a:extLst>
                </p:cNvPr>
                <p:cNvSpPr/>
                <p:nvPr/>
              </p:nvSpPr>
              <p:spPr>
                <a:xfrm>
                  <a:off x="1062855" y="1666784"/>
                  <a:ext cx="5149311" cy="5145437"/>
                </a:xfrm>
                <a:prstGeom prst="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CA"/>
                </a:p>
              </p:txBody>
            </p:sp>
            <p:cxnSp>
              <p:nvCxnSpPr>
                <p:cNvPr id="6" name="Straight Connector 5">
                  <a:extLst>
                    <a:ext uri="{FF2B5EF4-FFF2-40B4-BE49-F238E27FC236}">
                      <a16:creationId xmlns:a16="http://schemas.microsoft.com/office/drawing/2014/main" id="{0EFFB9A6-76E0-C123-5B59-DC7F677DBB96}"/>
                    </a:ext>
                  </a:extLst>
                </p:cNvPr>
                <p:cNvCxnSpPr>
                  <a:cxnSpLocks/>
                  <a:stCxn id="4" idx="0"/>
                  <a:endCxn id="4" idx="2"/>
                </p:cNvCxnSpPr>
                <p:nvPr/>
              </p:nvCxnSpPr>
              <p:spPr>
                <a:xfrm>
                  <a:off x="3637511" y="1666784"/>
                  <a:ext cx="0" cy="5145437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" name="Straight Connector 6">
                  <a:extLst>
                    <a:ext uri="{FF2B5EF4-FFF2-40B4-BE49-F238E27FC236}">
                      <a16:creationId xmlns:a16="http://schemas.microsoft.com/office/drawing/2014/main" id="{F3F6E593-9E48-938C-7843-ADE7F9A15AED}"/>
                    </a:ext>
                  </a:extLst>
                </p:cNvPr>
                <p:cNvCxnSpPr>
                  <a:cxnSpLocks/>
                  <a:stCxn id="4" idx="1"/>
                  <a:endCxn id="4" idx="3"/>
                </p:cNvCxnSpPr>
                <p:nvPr/>
              </p:nvCxnSpPr>
              <p:spPr>
                <a:xfrm>
                  <a:off x="1062855" y="4239503"/>
                  <a:ext cx="5149311" cy="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0" name="TextBox 9">
                      <a:extLst>
                        <a:ext uri="{FF2B5EF4-FFF2-40B4-BE49-F238E27FC236}">
                          <a16:creationId xmlns:a16="http://schemas.microsoft.com/office/drawing/2014/main" id="{22E3437D-4544-67EA-1BEE-2147FB542F1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713220" y="6936059"/>
                      <a:ext cx="2006027" cy="70788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en-CA" sz="2000" b="1" dirty="0"/>
                        <a:t>TREND (</a:t>
                      </a:r>
                      <a14:m>
                        <m:oMath xmlns:m="http://schemas.openxmlformats.org/officeDocument/2006/math">
                          <m:sSub>
                            <m:sSubPr>
                              <m:ctrlPr>
                                <a:rPr lang="en-CA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sz="20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CA" sz="2000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CA" sz="20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sub>
                          </m:sSub>
                        </m:oMath>
                      </a14:m>
                      <a:r>
                        <a:rPr lang="en-CA" sz="2000" b="1" dirty="0"/>
                        <a:t> )</a:t>
                      </a:r>
                    </a:p>
                    <a:p>
                      <a:pPr algn="ctr"/>
                      <a:endParaRPr lang="en-CA" sz="2000" b="1" dirty="0"/>
                    </a:p>
                  </p:txBody>
                </p:sp>
              </mc:Choice>
              <mc:Fallback xmlns="">
                <p:sp>
                  <p:nvSpPr>
                    <p:cNvPr id="10" name="TextBox 9">
                      <a:extLst>
                        <a:ext uri="{FF2B5EF4-FFF2-40B4-BE49-F238E27FC236}">
                          <a16:creationId xmlns:a16="http://schemas.microsoft.com/office/drawing/2014/main" id="{22E3437D-4544-67EA-1BEE-2147FB542F16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713220" y="6936059"/>
                      <a:ext cx="2006027" cy="707886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 t="-1754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CA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1" name="TextBox 10">
                      <a:extLst>
                        <a:ext uri="{FF2B5EF4-FFF2-40B4-BE49-F238E27FC236}">
                          <a16:creationId xmlns:a16="http://schemas.microsoft.com/office/drawing/2014/main" id="{D8D44CB0-68C1-92C5-4AB4-670E331FC43C}"/>
                        </a:ext>
                      </a:extLst>
                    </p:cNvPr>
                    <p:cNvSpPr txBox="1"/>
                    <p:nvPr/>
                  </p:nvSpPr>
                  <p:spPr>
                    <a:xfrm rot="16200000">
                      <a:off x="-471733" y="4149376"/>
                      <a:ext cx="2424638" cy="4001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CA" sz="2000" b="1" dirty="0"/>
                        <a:t>CORRELATION  </a:t>
                      </a:r>
                      <a:r>
                        <a:rPr lang="en-CA" sz="2000" dirty="0"/>
                        <a:t>(</a:t>
                      </a:r>
                      <a14:m>
                        <m:oMath xmlns:m="http://schemas.openxmlformats.org/officeDocument/2006/math">
                          <m:sSub>
                            <m:sSubPr>
                              <m:ctrlPr>
                                <a:rPr lang="en-CA" sz="2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sz="20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CA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sub>
                          </m:sSub>
                        </m:oMath>
                      </a14:m>
                      <a:r>
                        <a:rPr lang="en-CA" sz="2000" dirty="0"/>
                        <a:t>)</a:t>
                      </a:r>
                    </a:p>
                  </p:txBody>
                </p:sp>
              </mc:Choice>
              <mc:Fallback xmlns="">
                <p:sp>
                  <p:nvSpPr>
                    <p:cNvPr id="11" name="TextBox 10">
                      <a:extLst>
                        <a:ext uri="{FF2B5EF4-FFF2-40B4-BE49-F238E27FC236}">
                          <a16:creationId xmlns:a16="http://schemas.microsoft.com/office/drawing/2014/main" id="{D8D44CB0-68C1-92C5-4AB4-670E331FC43C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 rot="16200000">
                      <a:off x="-471733" y="4149376"/>
                      <a:ext cx="2424638" cy="400110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 l="-3030" t="-1563" r="-27273" b="-2604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CA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5FA87494-405F-5003-2023-256DD2F8887F}"/>
                    </a:ext>
                  </a:extLst>
                </p:cNvPr>
                <p:cNvSpPr txBox="1"/>
                <p:nvPr/>
              </p:nvSpPr>
              <p:spPr>
                <a:xfrm>
                  <a:off x="5652289" y="6852330"/>
                  <a:ext cx="404278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CA" sz="3200" dirty="0"/>
                    <a:t>+</a:t>
                  </a:r>
                </a:p>
              </p:txBody>
            </p:sp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13E001F2-5B9B-C344-BC67-160732972BCC}"/>
                    </a:ext>
                  </a:extLst>
                </p:cNvPr>
                <p:cNvSpPr txBox="1"/>
                <p:nvPr/>
              </p:nvSpPr>
              <p:spPr>
                <a:xfrm>
                  <a:off x="1144879" y="6859362"/>
                  <a:ext cx="324128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CA" sz="3200" dirty="0"/>
                    <a:t>-</a:t>
                  </a:r>
                </a:p>
              </p:txBody>
            </p:sp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35AD6EB6-AC42-B6A2-414A-2E290FEB4752}"/>
                    </a:ext>
                  </a:extLst>
                </p:cNvPr>
                <p:cNvSpPr txBox="1"/>
                <p:nvPr/>
              </p:nvSpPr>
              <p:spPr>
                <a:xfrm>
                  <a:off x="561304" y="6183488"/>
                  <a:ext cx="324128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CA" sz="3200" b="1" dirty="0"/>
                    <a:t>-</a:t>
                  </a:r>
                </a:p>
              </p:txBody>
            </p:sp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11500A52-9387-62DA-6709-EE25A89F12EB}"/>
                    </a:ext>
                  </a:extLst>
                </p:cNvPr>
                <p:cNvSpPr txBox="1"/>
                <p:nvPr/>
              </p:nvSpPr>
              <p:spPr>
                <a:xfrm>
                  <a:off x="514764" y="1643277"/>
                  <a:ext cx="404278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CA" sz="3200" b="1" dirty="0"/>
                    <a:t>+</a:t>
                  </a:r>
                </a:p>
              </p:txBody>
            </p:sp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A599828A-2090-8D62-9F26-85CF0EDE7F23}"/>
                    </a:ext>
                  </a:extLst>
                </p:cNvPr>
                <p:cNvSpPr txBox="1"/>
                <p:nvPr/>
              </p:nvSpPr>
              <p:spPr>
                <a:xfrm>
                  <a:off x="1200486" y="3513130"/>
                  <a:ext cx="2352932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CA" dirty="0"/>
                    <a:t>Decline without reshuffling</a:t>
                  </a:r>
                </a:p>
              </p:txBody>
            </p:sp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AF12310D-0F57-1D33-6FD3-CBA796BC9EA6}"/>
                    </a:ext>
                  </a:extLst>
                </p:cNvPr>
                <p:cNvSpPr txBox="1"/>
                <p:nvPr/>
              </p:nvSpPr>
              <p:spPr>
                <a:xfrm>
                  <a:off x="1200486" y="6048800"/>
                  <a:ext cx="2352932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CA" dirty="0"/>
                    <a:t>Decline with reshuffling</a:t>
                  </a:r>
                </a:p>
              </p:txBody>
            </p:sp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E51F6876-E4E8-E8F1-5AFC-EB56A957F2BF}"/>
                    </a:ext>
                  </a:extLst>
                </p:cNvPr>
                <p:cNvSpPr txBox="1"/>
                <p:nvPr/>
              </p:nvSpPr>
              <p:spPr>
                <a:xfrm>
                  <a:off x="3748373" y="3535709"/>
                  <a:ext cx="2352932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CA" dirty="0"/>
                    <a:t>Growth without reshuffling</a:t>
                  </a:r>
                </a:p>
              </p:txBody>
            </p:sp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7B625A65-B2DA-F275-C878-A8BB8FEC4AB3}"/>
                    </a:ext>
                  </a:extLst>
                </p:cNvPr>
                <p:cNvSpPr txBox="1"/>
                <p:nvPr/>
              </p:nvSpPr>
              <p:spPr>
                <a:xfrm>
                  <a:off x="3732835" y="6065229"/>
                  <a:ext cx="2352932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CA" dirty="0"/>
                    <a:t>Growth with reshuffling</a:t>
                  </a:r>
                </a:p>
              </p:txBody>
            </p:sp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5EF65CDC-A938-D692-7B32-ED77FCC6EA52}"/>
                    </a:ext>
                  </a:extLst>
                </p:cNvPr>
                <p:cNvSpPr txBox="1"/>
                <p:nvPr/>
              </p:nvSpPr>
              <p:spPr>
                <a:xfrm>
                  <a:off x="6620431" y="4546087"/>
                  <a:ext cx="1884594" cy="203132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CA" b="1" dirty="0"/>
                    <a:t>Community reshuffling </a:t>
                  </a:r>
                  <a:r>
                    <a:rPr lang="en-CA" dirty="0"/>
                    <a:t>Species are reshuffled within the community, altering its functioning.</a:t>
                  </a:r>
                </a:p>
              </p:txBody>
            </p:sp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E6549E51-53F4-2D60-8EF4-B1EE7A0ACAEA}"/>
                    </a:ext>
                  </a:extLst>
                </p:cNvPr>
                <p:cNvSpPr txBox="1"/>
                <p:nvPr/>
              </p:nvSpPr>
              <p:spPr>
                <a:xfrm>
                  <a:off x="6595780" y="1840810"/>
                  <a:ext cx="1888305" cy="203132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CA" b="1" dirty="0"/>
                    <a:t>Absolute community-level change </a:t>
                  </a:r>
                  <a:r>
                    <a:rPr lang="en-CA" dirty="0"/>
                    <a:t>Species-level changes amplify change at the community level.</a:t>
                  </a:r>
                </a:p>
              </p:txBody>
            </p:sp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2A25AE64-3AFB-BE65-FC72-1EFAD95596D5}"/>
                    </a:ext>
                  </a:extLst>
                </p:cNvPr>
                <p:cNvSpPr txBox="1"/>
                <p:nvPr/>
              </p:nvSpPr>
              <p:spPr>
                <a:xfrm>
                  <a:off x="1173834" y="983677"/>
                  <a:ext cx="237958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CA" dirty="0"/>
                    <a:t>Most species decline</a:t>
                  </a:r>
                </a:p>
              </p:txBody>
            </p:sp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0D29C3E8-0868-5269-40EE-8A5E35776FD5}"/>
                    </a:ext>
                  </a:extLst>
                </p:cNvPr>
                <p:cNvSpPr txBox="1"/>
                <p:nvPr/>
              </p:nvSpPr>
              <p:spPr>
                <a:xfrm>
                  <a:off x="3679475" y="999035"/>
                  <a:ext cx="249072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CA" dirty="0"/>
                    <a:t>Most species grow</a:t>
                  </a:r>
                </a:p>
              </p:txBody>
            </p:sp>
            <p:cxnSp>
              <p:nvCxnSpPr>
                <p:cNvPr id="51" name="Straight Arrow Connector 50">
                  <a:extLst>
                    <a:ext uri="{FF2B5EF4-FFF2-40B4-BE49-F238E27FC236}">
                      <a16:creationId xmlns:a16="http://schemas.microsoft.com/office/drawing/2014/main" id="{89A70165-1092-6D23-DA49-49BA371E9C5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416298" y="1666784"/>
                  <a:ext cx="0" cy="2320807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Straight Arrow Connector 51">
                  <a:extLst>
                    <a:ext uri="{FF2B5EF4-FFF2-40B4-BE49-F238E27FC236}">
                      <a16:creationId xmlns:a16="http://schemas.microsoft.com/office/drawing/2014/main" id="{44232F6B-2EE2-9F11-52A1-5B1AB9E918C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416298" y="4448014"/>
                  <a:ext cx="0" cy="2364207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Arrow Connector 56">
                  <a:extLst>
                    <a:ext uri="{FF2B5EF4-FFF2-40B4-BE49-F238E27FC236}">
                      <a16:creationId xmlns:a16="http://schemas.microsoft.com/office/drawing/2014/main" id="{031A2D42-9841-97C3-C1D4-6736EBBF480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748373" y="1434587"/>
                  <a:ext cx="2463793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0" name="Straight Arrow Connector 59">
                  <a:extLst>
                    <a:ext uri="{FF2B5EF4-FFF2-40B4-BE49-F238E27FC236}">
                      <a16:creationId xmlns:a16="http://schemas.microsoft.com/office/drawing/2014/main" id="{FCBF1727-C430-FFA3-CB15-AD6D52915EA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121652" y="1434587"/>
                  <a:ext cx="2431766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3" name="Freeform 2">
                  <a:extLst>
                    <a:ext uri="{FF2B5EF4-FFF2-40B4-BE49-F238E27FC236}">
                      <a16:creationId xmlns:a16="http://schemas.microsoft.com/office/drawing/2014/main" id="{AB6669FF-9315-A466-A7C9-24D7E8455EE9}"/>
                    </a:ext>
                  </a:extLst>
                </p:cNvPr>
                <p:cNvSpPr/>
                <p:nvPr/>
              </p:nvSpPr>
              <p:spPr>
                <a:xfrm>
                  <a:off x="3996023" y="5232245"/>
                  <a:ext cx="1764280" cy="637340"/>
                </a:xfrm>
                <a:custGeom>
                  <a:avLst/>
                  <a:gdLst>
                    <a:gd name="connsiteX0" fmla="*/ 0 w 914400"/>
                    <a:gd name="connsiteY0" fmla="*/ 950271 h 968201"/>
                    <a:gd name="connsiteX1" fmla="*/ 376518 w 914400"/>
                    <a:gd name="connsiteY1" fmla="*/ 13 h 968201"/>
                    <a:gd name="connsiteX2" fmla="*/ 896470 w 914400"/>
                    <a:gd name="connsiteY2" fmla="*/ 968201 h 968201"/>
                    <a:gd name="connsiteX3" fmla="*/ 896470 w 914400"/>
                    <a:gd name="connsiteY3" fmla="*/ 968201 h 968201"/>
                    <a:gd name="connsiteX4" fmla="*/ 914400 w 914400"/>
                    <a:gd name="connsiteY4" fmla="*/ 968201 h 968201"/>
                    <a:gd name="connsiteX0" fmla="*/ 0 w 914400"/>
                    <a:gd name="connsiteY0" fmla="*/ 791293 h 809223"/>
                    <a:gd name="connsiteX1" fmla="*/ 439628 w 914400"/>
                    <a:gd name="connsiteY1" fmla="*/ 21 h 809223"/>
                    <a:gd name="connsiteX2" fmla="*/ 896470 w 914400"/>
                    <a:gd name="connsiteY2" fmla="*/ 809223 h 809223"/>
                    <a:gd name="connsiteX3" fmla="*/ 896470 w 914400"/>
                    <a:gd name="connsiteY3" fmla="*/ 809223 h 809223"/>
                    <a:gd name="connsiteX4" fmla="*/ 914400 w 914400"/>
                    <a:gd name="connsiteY4" fmla="*/ 809223 h 809223"/>
                    <a:gd name="connsiteX0" fmla="*/ 0 w 914400"/>
                    <a:gd name="connsiteY0" fmla="*/ 876926 h 894856"/>
                    <a:gd name="connsiteX1" fmla="*/ 439628 w 914400"/>
                    <a:gd name="connsiteY1" fmla="*/ 85654 h 894856"/>
                    <a:gd name="connsiteX2" fmla="*/ 896470 w 914400"/>
                    <a:gd name="connsiteY2" fmla="*/ 894856 h 894856"/>
                    <a:gd name="connsiteX3" fmla="*/ 896470 w 914400"/>
                    <a:gd name="connsiteY3" fmla="*/ 894856 h 894856"/>
                    <a:gd name="connsiteX4" fmla="*/ 914400 w 914400"/>
                    <a:gd name="connsiteY4" fmla="*/ 894856 h 894856"/>
                    <a:gd name="connsiteX0" fmla="*/ 0 w 914400"/>
                    <a:gd name="connsiteY0" fmla="*/ 918291 h 936221"/>
                    <a:gd name="connsiteX1" fmla="*/ 547770 w 914400"/>
                    <a:gd name="connsiteY1" fmla="*/ 83236 h 936221"/>
                    <a:gd name="connsiteX2" fmla="*/ 896470 w 914400"/>
                    <a:gd name="connsiteY2" fmla="*/ 936221 h 936221"/>
                    <a:gd name="connsiteX3" fmla="*/ 896470 w 914400"/>
                    <a:gd name="connsiteY3" fmla="*/ 936221 h 936221"/>
                    <a:gd name="connsiteX4" fmla="*/ 914400 w 914400"/>
                    <a:gd name="connsiteY4" fmla="*/ 936221 h 936221"/>
                    <a:gd name="connsiteX0" fmla="*/ 0 w 914400"/>
                    <a:gd name="connsiteY0" fmla="*/ 835213 h 853143"/>
                    <a:gd name="connsiteX1" fmla="*/ 547770 w 914400"/>
                    <a:gd name="connsiteY1" fmla="*/ 158 h 853143"/>
                    <a:gd name="connsiteX2" fmla="*/ 896470 w 914400"/>
                    <a:gd name="connsiteY2" fmla="*/ 853143 h 853143"/>
                    <a:gd name="connsiteX3" fmla="*/ 896470 w 914400"/>
                    <a:gd name="connsiteY3" fmla="*/ 853143 h 853143"/>
                    <a:gd name="connsiteX4" fmla="*/ 914400 w 914400"/>
                    <a:gd name="connsiteY4" fmla="*/ 853143 h 853143"/>
                    <a:gd name="connsiteX0" fmla="*/ 0 w 914400"/>
                    <a:gd name="connsiteY0" fmla="*/ 791451 h 809381"/>
                    <a:gd name="connsiteX1" fmla="*/ 640463 w 914400"/>
                    <a:gd name="connsiteY1" fmla="*/ 179 h 809381"/>
                    <a:gd name="connsiteX2" fmla="*/ 896470 w 914400"/>
                    <a:gd name="connsiteY2" fmla="*/ 809381 h 809381"/>
                    <a:gd name="connsiteX3" fmla="*/ 896470 w 914400"/>
                    <a:gd name="connsiteY3" fmla="*/ 809381 h 809381"/>
                    <a:gd name="connsiteX4" fmla="*/ 914400 w 914400"/>
                    <a:gd name="connsiteY4" fmla="*/ 809381 h 809381"/>
                    <a:gd name="connsiteX0" fmla="*/ 0 w 914400"/>
                    <a:gd name="connsiteY0" fmla="*/ 813339 h 831269"/>
                    <a:gd name="connsiteX1" fmla="*/ 640463 w 914400"/>
                    <a:gd name="connsiteY1" fmla="*/ 22067 h 831269"/>
                    <a:gd name="connsiteX2" fmla="*/ 896470 w 914400"/>
                    <a:gd name="connsiteY2" fmla="*/ 831269 h 831269"/>
                    <a:gd name="connsiteX3" fmla="*/ 896470 w 914400"/>
                    <a:gd name="connsiteY3" fmla="*/ 831269 h 831269"/>
                    <a:gd name="connsiteX4" fmla="*/ 914400 w 914400"/>
                    <a:gd name="connsiteY4" fmla="*/ 831269 h 831269"/>
                    <a:gd name="connsiteX0" fmla="*/ 0 w 914400"/>
                    <a:gd name="connsiteY0" fmla="*/ 827648 h 845578"/>
                    <a:gd name="connsiteX1" fmla="*/ 424180 w 914400"/>
                    <a:gd name="connsiteY1" fmla="*/ 21781 h 845578"/>
                    <a:gd name="connsiteX2" fmla="*/ 896470 w 914400"/>
                    <a:gd name="connsiteY2" fmla="*/ 845578 h 845578"/>
                    <a:gd name="connsiteX3" fmla="*/ 896470 w 914400"/>
                    <a:gd name="connsiteY3" fmla="*/ 845578 h 845578"/>
                    <a:gd name="connsiteX4" fmla="*/ 914400 w 914400"/>
                    <a:gd name="connsiteY4" fmla="*/ 845578 h 845578"/>
                    <a:gd name="connsiteX0" fmla="*/ 0 w 914400"/>
                    <a:gd name="connsiteY0" fmla="*/ 806228 h 824158"/>
                    <a:gd name="connsiteX1" fmla="*/ 424180 w 914400"/>
                    <a:gd name="connsiteY1" fmla="*/ 361 h 824158"/>
                    <a:gd name="connsiteX2" fmla="*/ 896470 w 914400"/>
                    <a:gd name="connsiteY2" fmla="*/ 824158 h 824158"/>
                    <a:gd name="connsiteX3" fmla="*/ 896470 w 914400"/>
                    <a:gd name="connsiteY3" fmla="*/ 824158 h 824158"/>
                    <a:gd name="connsiteX4" fmla="*/ 914400 w 914400"/>
                    <a:gd name="connsiteY4" fmla="*/ 824158 h 824158"/>
                    <a:gd name="connsiteX0" fmla="*/ 0 w 914400"/>
                    <a:gd name="connsiteY0" fmla="*/ 879172 h 897102"/>
                    <a:gd name="connsiteX1" fmla="*/ 455077 w 914400"/>
                    <a:gd name="connsiteY1" fmla="*/ 332 h 897102"/>
                    <a:gd name="connsiteX2" fmla="*/ 896470 w 914400"/>
                    <a:gd name="connsiteY2" fmla="*/ 897102 h 897102"/>
                    <a:gd name="connsiteX3" fmla="*/ 896470 w 914400"/>
                    <a:gd name="connsiteY3" fmla="*/ 897102 h 897102"/>
                    <a:gd name="connsiteX4" fmla="*/ 914400 w 914400"/>
                    <a:gd name="connsiteY4" fmla="*/ 897102 h 897102"/>
                    <a:gd name="connsiteX0" fmla="*/ 0 w 1115234"/>
                    <a:gd name="connsiteY0" fmla="*/ 879172 h 897102"/>
                    <a:gd name="connsiteX1" fmla="*/ 455077 w 1115234"/>
                    <a:gd name="connsiteY1" fmla="*/ 332 h 897102"/>
                    <a:gd name="connsiteX2" fmla="*/ 896470 w 1115234"/>
                    <a:gd name="connsiteY2" fmla="*/ 897102 h 897102"/>
                    <a:gd name="connsiteX3" fmla="*/ 896470 w 1115234"/>
                    <a:gd name="connsiteY3" fmla="*/ 897102 h 897102"/>
                    <a:gd name="connsiteX4" fmla="*/ 1115234 w 1115234"/>
                    <a:gd name="connsiteY4" fmla="*/ 882507 h 897102"/>
                    <a:gd name="connsiteX0" fmla="*/ 0 w 1115234"/>
                    <a:gd name="connsiteY0" fmla="*/ 879172 h 897102"/>
                    <a:gd name="connsiteX1" fmla="*/ 455077 w 1115234"/>
                    <a:gd name="connsiteY1" fmla="*/ 332 h 897102"/>
                    <a:gd name="connsiteX2" fmla="*/ 896470 w 1115234"/>
                    <a:gd name="connsiteY2" fmla="*/ 897102 h 897102"/>
                    <a:gd name="connsiteX3" fmla="*/ 1081855 w 1115234"/>
                    <a:gd name="connsiteY3" fmla="*/ 882508 h 897102"/>
                    <a:gd name="connsiteX4" fmla="*/ 1115234 w 1115234"/>
                    <a:gd name="connsiteY4" fmla="*/ 882507 h 897102"/>
                    <a:gd name="connsiteX0" fmla="*/ 0 w 1115234"/>
                    <a:gd name="connsiteY0" fmla="*/ 878948 h 882284"/>
                    <a:gd name="connsiteX1" fmla="*/ 455077 w 1115234"/>
                    <a:gd name="connsiteY1" fmla="*/ 108 h 882284"/>
                    <a:gd name="connsiteX2" fmla="*/ 1057788 w 1115234"/>
                    <a:gd name="connsiteY2" fmla="*/ 813307 h 882284"/>
                    <a:gd name="connsiteX3" fmla="*/ 1081855 w 1115234"/>
                    <a:gd name="connsiteY3" fmla="*/ 882284 h 882284"/>
                    <a:gd name="connsiteX4" fmla="*/ 1115234 w 1115234"/>
                    <a:gd name="connsiteY4" fmla="*/ 882283 h 882284"/>
                    <a:gd name="connsiteX0" fmla="*/ 0 w 1141253"/>
                    <a:gd name="connsiteY0" fmla="*/ 878948 h 882284"/>
                    <a:gd name="connsiteX1" fmla="*/ 455077 w 1141253"/>
                    <a:gd name="connsiteY1" fmla="*/ 108 h 882284"/>
                    <a:gd name="connsiteX2" fmla="*/ 1057788 w 1141253"/>
                    <a:gd name="connsiteY2" fmla="*/ 813307 h 882284"/>
                    <a:gd name="connsiteX3" fmla="*/ 1081855 w 1141253"/>
                    <a:gd name="connsiteY3" fmla="*/ 882284 h 882284"/>
                    <a:gd name="connsiteX4" fmla="*/ 1141253 w 1141253"/>
                    <a:gd name="connsiteY4" fmla="*/ 862619 h 882284"/>
                    <a:gd name="connsiteX0" fmla="*/ 0 w 1081855"/>
                    <a:gd name="connsiteY0" fmla="*/ 878948 h 882284"/>
                    <a:gd name="connsiteX1" fmla="*/ 455077 w 1081855"/>
                    <a:gd name="connsiteY1" fmla="*/ 108 h 882284"/>
                    <a:gd name="connsiteX2" fmla="*/ 1057788 w 1081855"/>
                    <a:gd name="connsiteY2" fmla="*/ 813307 h 882284"/>
                    <a:gd name="connsiteX3" fmla="*/ 1081855 w 1081855"/>
                    <a:gd name="connsiteY3" fmla="*/ 882284 h 882284"/>
                    <a:gd name="connsiteX0" fmla="*/ 0 w 1057788"/>
                    <a:gd name="connsiteY0" fmla="*/ 878948 h 878948"/>
                    <a:gd name="connsiteX1" fmla="*/ 455077 w 1057788"/>
                    <a:gd name="connsiteY1" fmla="*/ 108 h 878948"/>
                    <a:gd name="connsiteX2" fmla="*/ 1057788 w 1057788"/>
                    <a:gd name="connsiteY2" fmla="*/ 813307 h 878948"/>
                    <a:gd name="connsiteX0" fmla="*/ 0 w 1146253"/>
                    <a:gd name="connsiteY0" fmla="*/ 878847 h 878847"/>
                    <a:gd name="connsiteX1" fmla="*/ 455077 w 1146253"/>
                    <a:gd name="connsiteY1" fmla="*/ 7 h 878847"/>
                    <a:gd name="connsiteX2" fmla="*/ 1146253 w 1146253"/>
                    <a:gd name="connsiteY2" fmla="*/ 862366 h 878847"/>
                    <a:gd name="connsiteX0" fmla="*/ 0 w 1146253"/>
                    <a:gd name="connsiteY0" fmla="*/ 886730 h 886730"/>
                    <a:gd name="connsiteX1" fmla="*/ 455077 w 1146253"/>
                    <a:gd name="connsiteY1" fmla="*/ 7890 h 886730"/>
                    <a:gd name="connsiteX2" fmla="*/ 901419 w 1146253"/>
                    <a:gd name="connsiteY2" fmla="*/ 476918 h 886730"/>
                    <a:gd name="connsiteX3" fmla="*/ 1146253 w 1146253"/>
                    <a:gd name="connsiteY3" fmla="*/ 870249 h 886730"/>
                    <a:gd name="connsiteX0" fmla="*/ 0 w 1146253"/>
                    <a:gd name="connsiteY0" fmla="*/ 893192 h 893192"/>
                    <a:gd name="connsiteX1" fmla="*/ 455077 w 1146253"/>
                    <a:gd name="connsiteY1" fmla="*/ 14352 h 893192"/>
                    <a:gd name="connsiteX2" fmla="*/ 1005495 w 1146253"/>
                    <a:gd name="connsiteY2" fmla="*/ 385060 h 893192"/>
                    <a:gd name="connsiteX3" fmla="*/ 1146253 w 1146253"/>
                    <a:gd name="connsiteY3" fmla="*/ 876711 h 893192"/>
                    <a:gd name="connsiteX0" fmla="*/ 0 w 1146253"/>
                    <a:gd name="connsiteY0" fmla="*/ 888633 h 888633"/>
                    <a:gd name="connsiteX1" fmla="*/ 455077 w 1146253"/>
                    <a:gd name="connsiteY1" fmla="*/ 9793 h 888633"/>
                    <a:gd name="connsiteX2" fmla="*/ 1005495 w 1146253"/>
                    <a:gd name="connsiteY2" fmla="*/ 380501 h 888633"/>
                    <a:gd name="connsiteX3" fmla="*/ 1146253 w 1146253"/>
                    <a:gd name="connsiteY3" fmla="*/ 872152 h 888633"/>
                    <a:gd name="connsiteX0" fmla="*/ 0 w 1146253"/>
                    <a:gd name="connsiteY0" fmla="*/ 887498 h 887498"/>
                    <a:gd name="connsiteX1" fmla="*/ 455077 w 1146253"/>
                    <a:gd name="connsiteY1" fmla="*/ 8658 h 887498"/>
                    <a:gd name="connsiteX2" fmla="*/ 1005495 w 1146253"/>
                    <a:gd name="connsiteY2" fmla="*/ 379366 h 887498"/>
                    <a:gd name="connsiteX3" fmla="*/ 1146253 w 1146253"/>
                    <a:gd name="connsiteY3" fmla="*/ 871017 h 887498"/>
                    <a:gd name="connsiteX0" fmla="*/ 0 w 1146253"/>
                    <a:gd name="connsiteY0" fmla="*/ 887498 h 887498"/>
                    <a:gd name="connsiteX1" fmla="*/ 455077 w 1146253"/>
                    <a:gd name="connsiteY1" fmla="*/ 8658 h 887498"/>
                    <a:gd name="connsiteX2" fmla="*/ 1005495 w 1146253"/>
                    <a:gd name="connsiteY2" fmla="*/ 379366 h 887498"/>
                    <a:gd name="connsiteX3" fmla="*/ 1146253 w 1146253"/>
                    <a:gd name="connsiteY3" fmla="*/ 871017 h 887498"/>
                    <a:gd name="connsiteX0" fmla="*/ 0 w 1146253"/>
                    <a:gd name="connsiteY0" fmla="*/ 709220 h 709220"/>
                    <a:gd name="connsiteX1" fmla="*/ 335391 w 1146253"/>
                    <a:gd name="connsiteY1" fmla="*/ 12272 h 709220"/>
                    <a:gd name="connsiteX2" fmla="*/ 1005495 w 1146253"/>
                    <a:gd name="connsiteY2" fmla="*/ 201088 h 709220"/>
                    <a:gd name="connsiteX3" fmla="*/ 1146253 w 1146253"/>
                    <a:gd name="connsiteY3" fmla="*/ 692739 h 709220"/>
                    <a:gd name="connsiteX0" fmla="*/ 0 w 1146253"/>
                    <a:gd name="connsiteY0" fmla="*/ 709912 h 709912"/>
                    <a:gd name="connsiteX1" fmla="*/ 335391 w 1146253"/>
                    <a:gd name="connsiteY1" fmla="*/ 12964 h 709912"/>
                    <a:gd name="connsiteX2" fmla="*/ 911828 w 1146253"/>
                    <a:gd name="connsiteY2" fmla="*/ 191947 h 709912"/>
                    <a:gd name="connsiteX3" fmla="*/ 1146253 w 1146253"/>
                    <a:gd name="connsiteY3" fmla="*/ 693431 h 709912"/>
                    <a:gd name="connsiteX0" fmla="*/ 0 w 1146253"/>
                    <a:gd name="connsiteY0" fmla="*/ 709912 h 709912"/>
                    <a:gd name="connsiteX1" fmla="*/ 335391 w 1146253"/>
                    <a:gd name="connsiteY1" fmla="*/ 12964 h 709912"/>
                    <a:gd name="connsiteX2" fmla="*/ 911828 w 1146253"/>
                    <a:gd name="connsiteY2" fmla="*/ 191947 h 709912"/>
                    <a:gd name="connsiteX3" fmla="*/ 1146253 w 1146253"/>
                    <a:gd name="connsiteY3" fmla="*/ 693431 h 709912"/>
                    <a:gd name="connsiteX0" fmla="*/ 0 w 1146253"/>
                    <a:gd name="connsiteY0" fmla="*/ 717500 h 717500"/>
                    <a:gd name="connsiteX1" fmla="*/ 335391 w 1146253"/>
                    <a:gd name="connsiteY1" fmla="*/ 20552 h 717500"/>
                    <a:gd name="connsiteX2" fmla="*/ 911828 w 1146253"/>
                    <a:gd name="connsiteY2" fmla="*/ 199535 h 717500"/>
                    <a:gd name="connsiteX3" fmla="*/ 1146253 w 1146253"/>
                    <a:gd name="connsiteY3" fmla="*/ 701019 h 717500"/>
                    <a:gd name="connsiteX0" fmla="*/ 0 w 1146253"/>
                    <a:gd name="connsiteY0" fmla="*/ 530916 h 530916"/>
                    <a:gd name="connsiteX1" fmla="*/ 293761 w 1146253"/>
                    <a:gd name="connsiteY1" fmla="*/ 178088 h 530916"/>
                    <a:gd name="connsiteX2" fmla="*/ 911828 w 1146253"/>
                    <a:gd name="connsiteY2" fmla="*/ 12951 h 530916"/>
                    <a:gd name="connsiteX3" fmla="*/ 1146253 w 1146253"/>
                    <a:gd name="connsiteY3" fmla="*/ 514435 h 530916"/>
                    <a:gd name="connsiteX0" fmla="*/ 0 w 1146253"/>
                    <a:gd name="connsiteY0" fmla="*/ 533602 h 533602"/>
                    <a:gd name="connsiteX1" fmla="*/ 293761 w 1146253"/>
                    <a:gd name="connsiteY1" fmla="*/ 180774 h 533602"/>
                    <a:gd name="connsiteX2" fmla="*/ 911828 w 1146253"/>
                    <a:gd name="connsiteY2" fmla="*/ 15637 h 533602"/>
                    <a:gd name="connsiteX3" fmla="*/ 1146253 w 1146253"/>
                    <a:gd name="connsiteY3" fmla="*/ 517121 h 533602"/>
                    <a:gd name="connsiteX0" fmla="*/ 0 w 1146253"/>
                    <a:gd name="connsiteY0" fmla="*/ 527286 h 527286"/>
                    <a:gd name="connsiteX1" fmla="*/ 293761 w 1146253"/>
                    <a:gd name="connsiteY1" fmla="*/ 174458 h 527286"/>
                    <a:gd name="connsiteX2" fmla="*/ 911828 w 1146253"/>
                    <a:gd name="connsiteY2" fmla="*/ 9321 h 527286"/>
                    <a:gd name="connsiteX3" fmla="*/ 1146253 w 1146253"/>
                    <a:gd name="connsiteY3" fmla="*/ 510805 h 527286"/>
                    <a:gd name="connsiteX0" fmla="*/ 0 w 1146253"/>
                    <a:gd name="connsiteY0" fmla="*/ 530915 h 530915"/>
                    <a:gd name="connsiteX1" fmla="*/ 293761 w 1146253"/>
                    <a:gd name="connsiteY1" fmla="*/ 178087 h 530915"/>
                    <a:gd name="connsiteX2" fmla="*/ 911828 w 1146253"/>
                    <a:gd name="connsiteY2" fmla="*/ 12950 h 530915"/>
                    <a:gd name="connsiteX3" fmla="*/ 1146253 w 1146253"/>
                    <a:gd name="connsiteY3" fmla="*/ 514434 h 530915"/>
                    <a:gd name="connsiteX0" fmla="*/ 0 w 1146253"/>
                    <a:gd name="connsiteY0" fmla="*/ 535588 h 535588"/>
                    <a:gd name="connsiteX1" fmla="*/ 293761 w 1146253"/>
                    <a:gd name="connsiteY1" fmla="*/ 182760 h 535588"/>
                    <a:gd name="connsiteX2" fmla="*/ 911828 w 1146253"/>
                    <a:gd name="connsiteY2" fmla="*/ 17623 h 535588"/>
                    <a:gd name="connsiteX3" fmla="*/ 1146253 w 1146253"/>
                    <a:gd name="connsiteY3" fmla="*/ 519107 h 535588"/>
                    <a:gd name="connsiteX0" fmla="*/ 0 w 1146253"/>
                    <a:gd name="connsiteY0" fmla="*/ 529452 h 529452"/>
                    <a:gd name="connsiteX1" fmla="*/ 293761 w 1146253"/>
                    <a:gd name="connsiteY1" fmla="*/ 176624 h 529452"/>
                    <a:gd name="connsiteX2" fmla="*/ 911828 w 1146253"/>
                    <a:gd name="connsiteY2" fmla="*/ 11487 h 529452"/>
                    <a:gd name="connsiteX3" fmla="*/ 1146253 w 1146253"/>
                    <a:gd name="connsiteY3" fmla="*/ 512971 h 529452"/>
                    <a:gd name="connsiteX0" fmla="*/ 0 w 1146253"/>
                    <a:gd name="connsiteY0" fmla="*/ 529452 h 529452"/>
                    <a:gd name="connsiteX1" fmla="*/ 293761 w 1146253"/>
                    <a:gd name="connsiteY1" fmla="*/ 176624 h 529452"/>
                    <a:gd name="connsiteX2" fmla="*/ 911828 w 1146253"/>
                    <a:gd name="connsiteY2" fmla="*/ 11487 h 529452"/>
                    <a:gd name="connsiteX3" fmla="*/ 1146253 w 1146253"/>
                    <a:gd name="connsiteY3" fmla="*/ 512971 h 529452"/>
                    <a:gd name="connsiteX0" fmla="*/ 0 w 1146253"/>
                    <a:gd name="connsiteY0" fmla="*/ 524406 h 524406"/>
                    <a:gd name="connsiteX1" fmla="*/ 175114 w 1146253"/>
                    <a:gd name="connsiteY1" fmla="*/ 329430 h 524406"/>
                    <a:gd name="connsiteX2" fmla="*/ 911828 w 1146253"/>
                    <a:gd name="connsiteY2" fmla="*/ 6441 h 524406"/>
                    <a:gd name="connsiteX3" fmla="*/ 1146253 w 1146253"/>
                    <a:gd name="connsiteY3" fmla="*/ 507925 h 524406"/>
                    <a:gd name="connsiteX0" fmla="*/ 0 w 1146253"/>
                    <a:gd name="connsiteY0" fmla="*/ 425737 h 425737"/>
                    <a:gd name="connsiteX1" fmla="*/ 175114 w 1146253"/>
                    <a:gd name="connsiteY1" fmla="*/ 230761 h 425737"/>
                    <a:gd name="connsiteX2" fmla="*/ 971151 w 1146253"/>
                    <a:gd name="connsiteY2" fmla="*/ 9249 h 425737"/>
                    <a:gd name="connsiteX3" fmla="*/ 1146253 w 1146253"/>
                    <a:gd name="connsiteY3" fmla="*/ 409256 h 425737"/>
                    <a:gd name="connsiteX0" fmla="*/ 0 w 1146253"/>
                    <a:gd name="connsiteY0" fmla="*/ 425737 h 425737"/>
                    <a:gd name="connsiteX1" fmla="*/ 175114 w 1146253"/>
                    <a:gd name="connsiteY1" fmla="*/ 230761 h 425737"/>
                    <a:gd name="connsiteX2" fmla="*/ 971151 w 1146253"/>
                    <a:gd name="connsiteY2" fmla="*/ 9249 h 425737"/>
                    <a:gd name="connsiteX3" fmla="*/ 1146253 w 1146253"/>
                    <a:gd name="connsiteY3" fmla="*/ 409256 h 425737"/>
                    <a:gd name="connsiteX0" fmla="*/ 0 w 1146253"/>
                    <a:gd name="connsiteY0" fmla="*/ 491678 h 491678"/>
                    <a:gd name="connsiteX1" fmla="*/ 175114 w 1146253"/>
                    <a:gd name="connsiteY1" fmla="*/ 296702 h 491678"/>
                    <a:gd name="connsiteX2" fmla="*/ 812956 w 1146253"/>
                    <a:gd name="connsiteY2" fmla="*/ 7539 h 491678"/>
                    <a:gd name="connsiteX3" fmla="*/ 1146253 w 1146253"/>
                    <a:gd name="connsiteY3" fmla="*/ 475197 h 491678"/>
                    <a:gd name="connsiteX0" fmla="*/ 0 w 1146253"/>
                    <a:gd name="connsiteY0" fmla="*/ 484139 h 484139"/>
                    <a:gd name="connsiteX1" fmla="*/ 175114 w 1146253"/>
                    <a:gd name="connsiteY1" fmla="*/ 289163 h 484139"/>
                    <a:gd name="connsiteX2" fmla="*/ 812956 w 1146253"/>
                    <a:gd name="connsiteY2" fmla="*/ 0 h 484139"/>
                    <a:gd name="connsiteX3" fmla="*/ 1146253 w 1146253"/>
                    <a:gd name="connsiteY3" fmla="*/ 467658 h 484139"/>
                    <a:gd name="connsiteX0" fmla="*/ 0 w 1146253"/>
                    <a:gd name="connsiteY0" fmla="*/ 484139 h 484139"/>
                    <a:gd name="connsiteX1" fmla="*/ 175114 w 1146253"/>
                    <a:gd name="connsiteY1" fmla="*/ 289163 h 484139"/>
                    <a:gd name="connsiteX2" fmla="*/ 812956 w 1146253"/>
                    <a:gd name="connsiteY2" fmla="*/ 0 h 484139"/>
                    <a:gd name="connsiteX3" fmla="*/ 1146253 w 1146253"/>
                    <a:gd name="connsiteY3" fmla="*/ 467658 h 484139"/>
                    <a:gd name="connsiteX0" fmla="*/ 0 w 1146253"/>
                    <a:gd name="connsiteY0" fmla="*/ 484139 h 484139"/>
                    <a:gd name="connsiteX1" fmla="*/ 175114 w 1146253"/>
                    <a:gd name="connsiteY1" fmla="*/ 289163 h 484139"/>
                    <a:gd name="connsiteX2" fmla="*/ 812956 w 1146253"/>
                    <a:gd name="connsiteY2" fmla="*/ 0 h 484139"/>
                    <a:gd name="connsiteX3" fmla="*/ 1146253 w 1146253"/>
                    <a:gd name="connsiteY3" fmla="*/ 467658 h 484139"/>
                    <a:gd name="connsiteX0" fmla="*/ 0 w 1146253"/>
                    <a:gd name="connsiteY0" fmla="*/ 484139 h 484139"/>
                    <a:gd name="connsiteX1" fmla="*/ 175114 w 1146253"/>
                    <a:gd name="connsiteY1" fmla="*/ 289163 h 484139"/>
                    <a:gd name="connsiteX2" fmla="*/ 812956 w 1146253"/>
                    <a:gd name="connsiteY2" fmla="*/ 0 h 484139"/>
                    <a:gd name="connsiteX3" fmla="*/ 1146253 w 1146253"/>
                    <a:gd name="connsiteY3" fmla="*/ 467658 h 484139"/>
                    <a:gd name="connsiteX0" fmla="*/ 0 w 1146253"/>
                    <a:gd name="connsiteY0" fmla="*/ 484139 h 484139"/>
                    <a:gd name="connsiteX1" fmla="*/ 158816 w 1146253"/>
                    <a:gd name="connsiteY1" fmla="*/ 239602 h 484139"/>
                    <a:gd name="connsiteX2" fmla="*/ 812956 w 1146253"/>
                    <a:gd name="connsiteY2" fmla="*/ 0 h 484139"/>
                    <a:gd name="connsiteX3" fmla="*/ 1146253 w 1146253"/>
                    <a:gd name="connsiteY3" fmla="*/ 467658 h 484139"/>
                    <a:gd name="connsiteX0" fmla="*/ 0 w 1146253"/>
                    <a:gd name="connsiteY0" fmla="*/ 484139 h 484139"/>
                    <a:gd name="connsiteX1" fmla="*/ 158816 w 1146253"/>
                    <a:gd name="connsiteY1" fmla="*/ 239602 h 484139"/>
                    <a:gd name="connsiteX2" fmla="*/ 812956 w 1146253"/>
                    <a:gd name="connsiteY2" fmla="*/ 0 h 484139"/>
                    <a:gd name="connsiteX3" fmla="*/ 1146253 w 1146253"/>
                    <a:gd name="connsiteY3" fmla="*/ 467658 h 484139"/>
                    <a:gd name="connsiteX0" fmla="*/ 0 w 1146253"/>
                    <a:gd name="connsiteY0" fmla="*/ 484139 h 484139"/>
                    <a:gd name="connsiteX1" fmla="*/ 158816 w 1146253"/>
                    <a:gd name="connsiteY1" fmla="*/ 239602 h 484139"/>
                    <a:gd name="connsiteX2" fmla="*/ 812956 w 1146253"/>
                    <a:gd name="connsiteY2" fmla="*/ 0 h 484139"/>
                    <a:gd name="connsiteX3" fmla="*/ 1146253 w 1146253"/>
                    <a:gd name="connsiteY3" fmla="*/ 467658 h 484139"/>
                    <a:gd name="connsiteX0" fmla="*/ 0 w 1146253"/>
                    <a:gd name="connsiteY0" fmla="*/ 484139 h 484139"/>
                    <a:gd name="connsiteX1" fmla="*/ 812956 w 1146253"/>
                    <a:gd name="connsiteY1" fmla="*/ 0 h 484139"/>
                    <a:gd name="connsiteX2" fmla="*/ 1146253 w 1146253"/>
                    <a:gd name="connsiteY2" fmla="*/ 467658 h 484139"/>
                    <a:gd name="connsiteX0" fmla="*/ 0 w 1146253"/>
                    <a:gd name="connsiteY0" fmla="*/ 592554 h 592554"/>
                    <a:gd name="connsiteX1" fmla="*/ 840118 w 1146253"/>
                    <a:gd name="connsiteY1" fmla="*/ 0 h 592554"/>
                    <a:gd name="connsiteX2" fmla="*/ 1146253 w 1146253"/>
                    <a:gd name="connsiteY2" fmla="*/ 576073 h 592554"/>
                    <a:gd name="connsiteX0" fmla="*/ 0 w 1146253"/>
                    <a:gd name="connsiteY0" fmla="*/ 394309 h 394309"/>
                    <a:gd name="connsiteX1" fmla="*/ 986797 w 1146253"/>
                    <a:gd name="connsiteY1" fmla="*/ 0 h 394309"/>
                    <a:gd name="connsiteX2" fmla="*/ 1146253 w 1146253"/>
                    <a:gd name="connsiteY2" fmla="*/ 377828 h 394309"/>
                    <a:gd name="connsiteX0" fmla="*/ 0 w 1146253"/>
                    <a:gd name="connsiteY0" fmla="*/ 396358 h 396358"/>
                    <a:gd name="connsiteX1" fmla="*/ 329457 w 1146253"/>
                    <a:gd name="connsiteY1" fmla="*/ 236225 h 396358"/>
                    <a:gd name="connsiteX2" fmla="*/ 986797 w 1146253"/>
                    <a:gd name="connsiteY2" fmla="*/ 2049 h 396358"/>
                    <a:gd name="connsiteX3" fmla="*/ 1146253 w 1146253"/>
                    <a:gd name="connsiteY3" fmla="*/ 379877 h 396358"/>
                    <a:gd name="connsiteX0" fmla="*/ 0 w 1146253"/>
                    <a:gd name="connsiteY0" fmla="*/ 397090 h 397090"/>
                    <a:gd name="connsiteX1" fmla="*/ 166480 w 1146253"/>
                    <a:gd name="connsiteY1" fmla="*/ 181200 h 397090"/>
                    <a:gd name="connsiteX2" fmla="*/ 986797 w 1146253"/>
                    <a:gd name="connsiteY2" fmla="*/ 2781 h 397090"/>
                    <a:gd name="connsiteX3" fmla="*/ 1146253 w 1146253"/>
                    <a:gd name="connsiteY3" fmla="*/ 380609 h 397090"/>
                    <a:gd name="connsiteX0" fmla="*/ 0 w 1146253"/>
                    <a:gd name="connsiteY0" fmla="*/ 395886 h 395886"/>
                    <a:gd name="connsiteX1" fmla="*/ 166480 w 1146253"/>
                    <a:gd name="connsiteY1" fmla="*/ 179996 h 395886"/>
                    <a:gd name="connsiteX2" fmla="*/ 986797 w 1146253"/>
                    <a:gd name="connsiteY2" fmla="*/ 1577 h 395886"/>
                    <a:gd name="connsiteX3" fmla="*/ 1146253 w 1146253"/>
                    <a:gd name="connsiteY3" fmla="*/ 379405 h 395886"/>
                    <a:gd name="connsiteX0" fmla="*/ 95212 w 1241465"/>
                    <a:gd name="connsiteY0" fmla="*/ 395886 h 395886"/>
                    <a:gd name="connsiteX1" fmla="*/ 261692 w 1241465"/>
                    <a:gd name="connsiteY1" fmla="*/ 179996 h 395886"/>
                    <a:gd name="connsiteX2" fmla="*/ 1082009 w 1241465"/>
                    <a:gd name="connsiteY2" fmla="*/ 1577 h 395886"/>
                    <a:gd name="connsiteX3" fmla="*/ 1241465 w 1241465"/>
                    <a:gd name="connsiteY3" fmla="*/ 379405 h 395886"/>
                    <a:gd name="connsiteX0" fmla="*/ 0 w 1146253"/>
                    <a:gd name="connsiteY0" fmla="*/ 396431 h 396431"/>
                    <a:gd name="connsiteX1" fmla="*/ 166480 w 1146253"/>
                    <a:gd name="connsiteY1" fmla="*/ 180541 h 396431"/>
                    <a:gd name="connsiteX2" fmla="*/ 986797 w 1146253"/>
                    <a:gd name="connsiteY2" fmla="*/ 2122 h 396431"/>
                    <a:gd name="connsiteX3" fmla="*/ 1146253 w 1146253"/>
                    <a:gd name="connsiteY3" fmla="*/ 379950 h 396431"/>
                    <a:gd name="connsiteX0" fmla="*/ 0 w 1146253"/>
                    <a:gd name="connsiteY0" fmla="*/ 395863 h 395863"/>
                    <a:gd name="connsiteX1" fmla="*/ 334889 w 1146253"/>
                    <a:gd name="connsiteY1" fmla="*/ 254315 h 395863"/>
                    <a:gd name="connsiteX2" fmla="*/ 986797 w 1146253"/>
                    <a:gd name="connsiteY2" fmla="*/ 1554 h 395863"/>
                    <a:gd name="connsiteX3" fmla="*/ 1146253 w 1146253"/>
                    <a:gd name="connsiteY3" fmla="*/ 379382 h 395863"/>
                    <a:gd name="connsiteX0" fmla="*/ 0 w 1146253"/>
                    <a:gd name="connsiteY0" fmla="*/ 395506 h 395506"/>
                    <a:gd name="connsiteX1" fmla="*/ 334889 w 1146253"/>
                    <a:gd name="connsiteY1" fmla="*/ 253958 h 395506"/>
                    <a:gd name="connsiteX2" fmla="*/ 986797 w 1146253"/>
                    <a:gd name="connsiteY2" fmla="*/ 1197 h 395506"/>
                    <a:gd name="connsiteX3" fmla="*/ 1146253 w 1146253"/>
                    <a:gd name="connsiteY3" fmla="*/ 379025 h 395506"/>
                    <a:gd name="connsiteX0" fmla="*/ 0 w 1146253"/>
                    <a:gd name="connsiteY0" fmla="*/ 395581 h 395581"/>
                    <a:gd name="connsiteX1" fmla="*/ 334889 w 1146253"/>
                    <a:gd name="connsiteY1" fmla="*/ 254033 h 395581"/>
                    <a:gd name="connsiteX2" fmla="*/ 986797 w 1146253"/>
                    <a:gd name="connsiteY2" fmla="*/ 1272 h 395581"/>
                    <a:gd name="connsiteX3" fmla="*/ 1146253 w 1146253"/>
                    <a:gd name="connsiteY3" fmla="*/ 379100 h 395581"/>
                    <a:gd name="connsiteX0" fmla="*/ 0 w 1146253"/>
                    <a:gd name="connsiteY0" fmla="*/ 395695 h 395695"/>
                    <a:gd name="connsiteX1" fmla="*/ 242536 w 1146253"/>
                    <a:gd name="connsiteY1" fmla="*/ 226269 h 395695"/>
                    <a:gd name="connsiteX2" fmla="*/ 986797 w 1146253"/>
                    <a:gd name="connsiteY2" fmla="*/ 1386 h 395695"/>
                    <a:gd name="connsiteX3" fmla="*/ 1146253 w 1146253"/>
                    <a:gd name="connsiteY3" fmla="*/ 379214 h 395695"/>
                    <a:gd name="connsiteX0" fmla="*/ 0 w 1146253"/>
                    <a:gd name="connsiteY0" fmla="*/ 399523 h 399523"/>
                    <a:gd name="connsiteX1" fmla="*/ 242536 w 1146253"/>
                    <a:gd name="connsiteY1" fmla="*/ 230097 h 399523"/>
                    <a:gd name="connsiteX2" fmla="*/ 899876 w 1146253"/>
                    <a:gd name="connsiteY2" fmla="*/ 2116 h 399523"/>
                    <a:gd name="connsiteX3" fmla="*/ 1146253 w 1146253"/>
                    <a:gd name="connsiteY3" fmla="*/ 383042 h 399523"/>
                    <a:gd name="connsiteX0" fmla="*/ 0 w 1146253"/>
                    <a:gd name="connsiteY0" fmla="*/ 398796 h 398796"/>
                    <a:gd name="connsiteX1" fmla="*/ 242536 w 1146253"/>
                    <a:gd name="connsiteY1" fmla="*/ 229370 h 398796"/>
                    <a:gd name="connsiteX2" fmla="*/ 899876 w 1146253"/>
                    <a:gd name="connsiteY2" fmla="*/ 1389 h 398796"/>
                    <a:gd name="connsiteX3" fmla="*/ 1146253 w 1146253"/>
                    <a:gd name="connsiteY3" fmla="*/ 382315 h 398796"/>
                    <a:gd name="connsiteX0" fmla="*/ 0 w 1146253"/>
                    <a:gd name="connsiteY0" fmla="*/ 398873 h 398873"/>
                    <a:gd name="connsiteX1" fmla="*/ 242536 w 1146253"/>
                    <a:gd name="connsiteY1" fmla="*/ 229447 h 398873"/>
                    <a:gd name="connsiteX2" fmla="*/ 899876 w 1146253"/>
                    <a:gd name="connsiteY2" fmla="*/ 1466 h 398873"/>
                    <a:gd name="connsiteX3" fmla="*/ 1146253 w 1146253"/>
                    <a:gd name="connsiteY3" fmla="*/ 382392 h 398873"/>
                    <a:gd name="connsiteX0" fmla="*/ 0 w 1146253"/>
                    <a:gd name="connsiteY0" fmla="*/ 398550 h 398550"/>
                    <a:gd name="connsiteX1" fmla="*/ 250788 w 1146253"/>
                    <a:gd name="connsiteY1" fmla="*/ 312156 h 398550"/>
                    <a:gd name="connsiteX2" fmla="*/ 899876 w 1146253"/>
                    <a:gd name="connsiteY2" fmla="*/ 1143 h 398550"/>
                    <a:gd name="connsiteX3" fmla="*/ 1146253 w 1146253"/>
                    <a:gd name="connsiteY3" fmla="*/ 382069 h 398550"/>
                    <a:gd name="connsiteX0" fmla="*/ 0 w 1146253"/>
                    <a:gd name="connsiteY0" fmla="*/ 392033 h 392033"/>
                    <a:gd name="connsiteX1" fmla="*/ 250788 w 1146253"/>
                    <a:gd name="connsiteY1" fmla="*/ 312511 h 392033"/>
                    <a:gd name="connsiteX2" fmla="*/ 899876 w 1146253"/>
                    <a:gd name="connsiteY2" fmla="*/ 1498 h 392033"/>
                    <a:gd name="connsiteX3" fmla="*/ 1146253 w 1146253"/>
                    <a:gd name="connsiteY3" fmla="*/ 382424 h 392033"/>
                    <a:gd name="connsiteX0" fmla="*/ 0 w 1146253"/>
                    <a:gd name="connsiteY0" fmla="*/ 397947 h 397947"/>
                    <a:gd name="connsiteX1" fmla="*/ 206402 w 1146253"/>
                    <a:gd name="connsiteY1" fmla="*/ 84790 h 397947"/>
                    <a:gd name="connsiteX2" fmla="*/ 899876 w 1146253"/>
                    <a:gd name="connsiteY2" fmla="*/ 7412 h 397947"/>
                    <a:gd name="connsiteX3" fmla="*/ 1146253 w 1146253"/>
                    <a:gd name="connsiteY3" fmla="*/ 388338 h 397947"/>
                    <a:gd name="connsiteX0" fmla="*/ 0 w 1146253"/>
                    <a:gd name="connsiteY0" fmla="*/ 392533 h 392533"/>
                    <a:gd name="connsiteX1" fmla="*/ 206402 w 1146253"/>
                    <a:gd name="connsiteY1" fmla="*/ 79376 h 392533"/>
                    <a:gd name="connsiteX2" fmla="*/ 899876 w 1146253"/>
                    <a:gd name="connsiteY2" fmla="*/ 1998 h 392533"/>
                    <a:gd name="connsiteX3" fmla="*/ 1146253 w 1146253"/>
                    <a:gd name="connsiteY3" fmla="*/ 382924 h 392533"/>
                    <a:gd name="connsiteX0" fmla="*/ 0 w 1146253"/>
                    <a:gd name="connsiteY0" fmla="*/ 391706 h 391706"/>
                    <a:gd name="connsiteX1" fmla="*/ 226888 w 1146253"/>
                    <a:gd name="connsiteY1" fmla="*/ 229724 h 391706"/>
                    <a:gd name="connsiteX2" fmla="*/ 899876 w 1146253"/>
                    <a:gd name="connsiteY2" fmla="*/ 1171 h 391706"/>
                    <a:gd name="connsiteX3" fmla="*/ 1146253 w 1146253"/>
                    <a:gd name="connsiteY3" fmla="*/ 382097 h 391706"/>
                    <a:gd name="connsiteX0" fmla="*/ 0 w 1146253"/>
                    <a:gd name="connsiteY0" fmla="*/ 419909 h 419909"/>
                    <a:gd name="connsiteX1" fmla="*/ 226888 w 1146253"/>
                    <a:gd name="connsiteY1" fmla="*/ 257927 h 419909"/>
                    <a:gd name="connsiteX2" fmla="*/ 882805 w 1146253"/>
                    <a:gd name="connsiteY2" fmla="*/ 1888 h 419909"/>
                    <a:gd name="connsiteX3" fmla="*/ 1146253 w 1146253"/>
                    <a:gd name="connsiteY3" fmla="*/ 410300 h 419909"/>
                    <a:gd name="connsiteX0" fmla="*/ 0 w 1146253"/>
                    <a:gd name="connsiteY0" fmla="*/ 418021 h 418021"/>
                    <a:gd name="connsiteX1" fmla="*/ 226888 w 1146253"/>
                    <a:gd name="connsiteY1" fmla="*/ 256039 h 418021"/>
                    <a:gd name="connsiteX2" fmla="*/ 882805 w 1146253"/>
                    <a:gd name="connsiteY2" fmla="*/ 0 h 418021"/>
                    <a:gd name="connsiteX3" fmla="*/ 1146253 w 1146253"/>
                    <a:gd name="connsiteY3" fmla="*/ 408412 h 418021"/>
                    <a:gd name="connsiteX0" fmla="*/ 0 w 1146253"/>
                    <a:gd name="connsiteY0" fmla="*/ 418021 h 418021"/>
                    <a:gd name="connsiteX1" fmla="*/ 226888 w 1146253"/>
                    <a:gd name="connsiteY1" fmla="*/ 256039 h 418021"/>
                    <a:gd name="connsiteX2" fmla="*/ 882805 w 1146253"/>
                    <a:gd name="connsiteY2" fmla="*/ 0 h 418021"/>
                    <a:gd name="connsiteX3" fmla="*/ 1146253 w 1146253"/>
                    <a:gd name="connsiteY3" fmla="*/ 408412 h 4180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146253" h="418021">
                      <a:moveTo>
                        <a:pt x="0" y="418021"/>
                      </a:moveTo>
                      <a:cubicBezTo>
                        <a:pt x="54909" y="391332"/>
                        <a:pt x="35368" y="136740"/>
                        <a:pt x="226888" y="256039"/>
                      </a:cubicBezTo>
                      <a:cubicBezTo>
                        <a:pt x="418408" y="375338"/>
                        <a:pt x="647658" y="27596"/>
                        <a:pt x="882805" y="0"/>
                      </a:cubicBezTo>
                      <a:cubicBezTo>
                        <a:pt x="1018816" y="6078"/>
                        <a:pt x="1105447" y="342857"/>
                        <a:pt x="1146253" y="408412"/>
                      </a:cubicBezTo>
                    </a:path>
                  </a:pathLst>
                </a:custGeom>
                <a:gradFill flip="none" rotWithShape="1">
                  <a:gsLst>
                    <a:gs pos="0">
                      <a:srgbClr val="DA4035"/>
                    </a:gs>
                    <a:gs pos="50000">
                      <a:srgbClr val="F7FCC9"/>
                    </a:gs>
                    <a:gs pos="37000">
                      <a:srgbClr val="FEEC9D"/>
                    </a:gs>
                    <a:gs pos="90000">
                      <a:srgbClr val="8DCB65"/>
                    </a:gs>
                    <a:gs pos="100000">
                      <a:srgbClr val="2D9C52"/>
                    </a:gs>
                  </a:gsLst>
                  <a:lin ang="0" scaled="0"/>
                  <a:tileRect/>
                </a:gradFill>
                <a:ln w="127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A" dirty="0"/>
                </a:p>
              </p:txBody>
            </p:sp>
            <p:sp>
              <p:nvSpPr>
                <p:cNvPr id="8" name="Freeform 7">
                  <a:extLst>
                    <a:ext uri="{FF2B5EF4-FFF2-40B4-BE49-F238E27FC236}">
                      <a16:creationId xmlns:a16="http://schemas.microsoft.com/office/drawing/2014/main" id="{3BA37984-C065-79D3-E1FC-436AD871F434}"/>
                    </a:ext>
                  </a:extLst>
                </p:cNvPr>
                <p:cNvSpPr/>
                <p:nvPr/>
              </p:nvSpPr>
              <p:spPr>
                <a:xfrm flipH="1">
                  <a:off x="1490812" y="2257063"/>
                  <a:ext cx="670252" cy="1111202"/>
                </a:xfrm>
                <a:custGeom>
                  <a:avLst/>
                  <a:gdLst>
                    <a:gd name="connsiteX0" fmla="*/ 0 w 914400"/>
                    <a:gd name="connsiteY0" fmla="*/ 950271 h 968201"/>
                    <a:gd name="connsiteX1" fmla="*/ 376518 w 914400"/>
                    <a:gd name="connsiteY1" fmla="*/ 13 h 968201"/>
                    <a:gd name="connsiteX2" fmla="*/ 896470 w 914400"/>
                    <a:gd name="connsiteY2" fmla="*/ 968201 h 968201"/>
                    <a:gd name="connsiteX3" fmla="*/ 896470 w 914400"/>
                    <a:gd name="connsiteY3" fmla="*/ 968201 h 968201"/>
                    <a:gd name="connsiteX4" fmla="*/ 914400 w 914400"/>
                    <a:gd name="connsiteY4" fmla="*/ 968201 h 968201"/>
                    <a:gd name="connsiteX0" fmla="*/ 0 w 914400"/>
                    <a:gd name="connsiteY0" fmla="*/ 791293 h 809223"/>
                    <a:gd name="connsiteX1" fmla="*/ 439628 w 914400"/>
                    <a:gd name="connsiteY1" fmla="*/ 21 h 809223"/>
                    <a:gd name="connsiteX2" fmla="*/ 896470 w 914400"/>
                    <a:gd name="connsiteY2" fmla="*/ 809223 h 809223"/>
                    <a:gd name="connsiteX3" fmla="*/ 896470 w 914400"/>
                    <a:gd name="connsiteY3" fmla="*/ 809223 h 809223"/>
                    <a:gd name="connsiteX4" fmla="*/ 914400 w 914400"/>
                    <a:gd name="connsiteY4" fmla="*/ 809223 h 809223"/>
                    <a:gd name="connsiteX0" fmla="*/ 0 w 914400"/>
                    <a:gd name="connsiteY0" fmla="*/ 876926 h 894856"/>
                    <a:gd name="connsiteX1" fmla="*/ 439628 w 914400"/>
                    <a:gd name="connsiteY1" fmla="*/ 85654 h 894856"/>
                    <a:gd name="connsiteX2" fmla="*/ 896470 w 914400"/>
                    <a:gd name="connsiteY2" fmla="*/ 894856 h 894856"/>
                    <a:gd name="connsiteX3" fmla="*/ 896470 w 914400"/>
                    <a:gd name="connsiteY3" fmla="*/ 894856 h 894856"/>
                    <a:gd name="connsiteX4" fmla="*/ 914400 w 914400"/>
                    <a:gd name="connsiteY4" fmla="*/ 894856 h 894856"/>
                    <a:gd name="connsiteX0" fmla="*/ 0 w 914400"/>
                    <a:gd name="connsiteY0" fmla="*/ 918291 h 936221"/>
                    <a:gd name="connsiteX1" fmla="*/ 547770 w 914400"/>
                    <a:gd name="connsiteY1" fmla="*/ 83236 h 936221"/>
                    <a:gd name="connsiteX2" fmla="*/ 896470 w 914400"/>
                    <a:gd name="connsiteY2" fmla="*/ 936221 h 936221"/>
                    <a:gd name="connsiteX3" fmla="*/ 896470 w 914400"/>
                    <a:gd name="connsiteY3" fmla="*/ 936221 h 936221"/>
                    <a:gd name="connsiteX4" fmla="*/ 914400 w 914400"/>
                    <a:gd name="connsiteY4" fmla="*/ 936221 h 936221"/>
                    <a:gd name="connsiteX0" fmla="*/ 0 w 914400"/>
                    <a:gd name="connsiteY0" fmla="*/ 835213 h 853143"/>
                    <a:gd name="connsiteX1" fmla="*/ 547770 w 914400"/>
                    <a:gd name="connsiteY1" fmla="*/ 158 h 853143"/>
                    <a:gd name="connsiteX2" fmla="*/ 896470 w 914400"/>
                    <a:gd name="connsiteY2" fmla="*/ 853143 h 853143"/>
                    <a:gd name="connsiteX3" fmla="*/ 896470 w 914400"/>
                    <a:gd name="connsiteY3" fmla="*/ 853143 h 853143"/>
                    <a:gd name="connsiteX4" fmla="*/ 914400 w 914400"/>
                    <a:gd name="connsiteY4" fmla="*/ 853143 h 853143"/>
                    <a:gd name="connsiteX0" fmla="*/ 0 w 914400"/>
                    <a:gd name="connsiteY0" fmla="*/ 791451 h 809381"/>
                    <a:gd name="connsiteX1" fmla="*/ 640463 w 914400"/>
                    <a:gd name="connsiteY1" fmla="*/ 179 h 809381"/>
                    <a:gd name="connsiteX2" fmla="*/ 896470 w 914400"/>
                    <a:gd name="connsiteY2" fmla="*/ 809381 h 809381"/>
                    <a:gd name="connsiteX3" fmla="*/ 896470 w 914400"/>
                    <a:gd name="connsiteY3" fmla="*/ 809381 h 809381"/>
                    <a:gd name="connsiteX4" fmla="*/ 914400 w 914400"/>
                    <a:gd name="connsiteY4" fmla="*/ 809381 h 809381"/>
                    <a:gd name="connsiteX0" fmla="*/ 0 w 914400"/>
                    <a:gd name="connsiteY0" fmla="*/ 813339 h 831269"/>
                    <a:gd name="connsiteX1" fmla="*/ 640463 w 914400"/>
                    <a:gd name="connsiteY1" fmla="*/ 22067 h 831269"/>
                    <a:gd name="connsiteX2" fmla="*/ 896470 w 914400"/>
                    <a:gd name="connsiteY2" fmla="*/ 831269 h 831269"/>
                    <a:gd name="connsiteX3" fmla="*/ 896470 w 914400"/>
                    <a:gd name="connsiteY3" fmla="*/ 831269 h 831269"/>
                    <a:gd name="connsiteX4" fmla="*/ 914400 w 914400"/>
                    <a:gd name="connsiteY4" fmla="*/ 831269 h 831269"/>
                    <a:gd name="connsiteX0" fmla="*/ 0 w 914400"/>
                    <a:gd name="connsiteY0" fmla="*/ 827648 h 845578"/>
                    <a:gd name="connsiteX1" fmla="*/ 424180 w 914400"/>
                    <a:gd name="connsiteY1" fmla="*/ 21781 h 845578"/>
                    <a:gd name="connsiteX2" fmla="*/ 896470 w 914400"/>
                    <a:gd name="connsiteY2" fmla="*/ 845578 h 845578"/>
                    <a:gd name="connsiteX3" fmla="*/ 896470 w 914400"/>
                    <a:gd name="connsiteY3" fmla="*/ 845578 h 845578"/>
                    <a:gd name="connsiteX4" fmla="*/ 914400 w 914400"/>
                    <a:gd name="connsiteY4" fmla="*/ 845578 h 845578"/>
                    <a:gd name="connsiteX0" fmla="*/ 0 w 914400"/>
                    <a:gd name="connsiteY0" fmla="*/ 806228 h 824158"/>
                    <a:gd name="connsiteX1" fmla="*/ 424180 w 914400"/>
                    <a:gd name="connsiteY1" fmla="*/ 361 h 824158"/>
                    <a:gd name="connsiteX2" fmla="*/ 896470 w 914400"/>
                    <a:gd name="connsiteY2" fmla="*/ 824158 h 824158"/>
                    <a:gd name="connsiteX3" fmla="*/ 896470 w 914400"/>
                    <a:gd name="connsiteY3" fmla="*/ 824158 h 824158"/>
                    <a:gd name="connsiteX4" fmla="*/ 914400 w 914400"/>
                    <a:gd name="connsiteY4" fmla="*/ 824158 h 824158"/>
                    <a:gd name="connsiteX0" fmla="*/ 0 w 914400"/>
                    <a:gd name="connsiteY0" fmla="*/ 879172 h 897102"/>
                    <a:gd name="connsiteX1" fmla="*/ 455077 w 914400"/>
                    <a:gd name="connsiteY1" fmla="*/ 332 h 897102"/>
                    <a:gd name="connsiteX2" fmla="*/ 896470 w 914400"/>
                    <a:gd name="connsiteY2" fmla="*/ 897102 h 897102"/>
                    <a:gd name="connsiteX3" fmla="*/ 896470 w 914400"/>
                    <a:gd name="connsiteY3" fmla="*/ 897102 h 897102"/>
                    <a:gd name="connsiteX4" fmla="*/ 914400 w 914400"/>
                    <a:gd name="connsiteY4" fmla="*/ 897102 h 897102"/>
                    <a:gd name="connsiteX0" fmla="*/ 0 w 1115234"/>
                    <a:gd name="connsiteY0" fmla="*/ 879172 h 897102"/>
                    <a:gd name="connsiteX1" fmla="*/ 455077 w 1115234"/>
                    <a:gd name="connsiteY1" fmla="*/ 332 h 897102"/>
                    <a:gd name="connsiteX2" fmla="*/ 896470 w 1115234"/>
                    <a:gd name="connsiteY2" fmla="*/ 897102 h 897102"/>
                    <a:gd name="connsiteX3" fmla="*/ 896470 w 1115234"/>
                    <a:gd name="connsiteY3" fmla="*/ 897102 h 897102"/>
                    <a:gd name="connsiteX4" fmla="*/ 1115234 w 1115234"/>
                    <a:gd name="connsiteY4" fmla="*/ 882507 h 897102"/>
                    <a:gd name="connsiteX0" fmla="*/ 0 w 1115234"/>
                    <a:gd name="connsiteY0" fmla="*/ 879172 h 897102"/>
                    <a:gd name="connsiteX1" fmla="*/ 455077 w 1115234"/>
                    <a:gd name="connsiteY1" fmla="*/ 332 h 897102"/>
                    <a:gd name="connsiteX2" fmla="*/ 896470 w 1115234"/>
                    <a:gd name="connsiteY2" fmla="*/ 897102 h 897102"/>
                    <a:gd name="connsiteX3" fmla="*/ 1081855 w 1115234"/>
                    <a:gd name="connsiteY3" fmla="*/ 882508 h 897102"/>
                    <a:gd name="connsiteX4" fmla="*/ 1115234 w 1115234"/>
                    <a:gd name="connsiteY4" fmla="*/ 882507 h 897102"/>
                    <a:gd name="connsiteX0" fmla="*/ 0 w 1115234"/>
                    <a:gd name="connsiteY0" fmla="*/ 878948 h 882284"/>
                    <a:gd name="connsiteX1" fmla="*/ 455077 w 1115234"/>
                    <a:gd name="connsiteY1" fmla="*/ 108 h 882284"/>
                    <a:gd name="connsiteX2" fmla="*/ 1057788 w 1115234"/>
                    <a:gd name="connsiteY2" fmla="*/ 813307 h 882284"/>
                    <a:gd name="connsiteX3" fmla="*/ 1081855 w 1115234"/>
                    <a:gd name="connsiteY3" fmla="*/ 882284 h 882284"/>
                    <a:gd name="connsiteX4" fmla="*/ 1115234 w 1115234"/>
                    <a:gd name="connsiteY4" fmla="*/ 882283 h 882284"/>
                    <a:gd name="connsiteX0" fmla="*/ 0 w 1141253"/>
                    <a:gd name="connsiteY0" fmla="*/ 878948 h 882284"/>
                    <a:gd name="connsiteX1" fmla="*/ 455077 w 1141253"/>
                    <a:gd name="connsiteY1" fmla="*/ 108 h 882284"/>
                    <a:gd name="connsiteX2" fmla="*/ 1057788 w 1141253"/>
                    <a:gd name="connsiteY2" fmla="*/ 813307 h 882284"/>
                    <a:gd name="connsiteX3" fmla="*/ 1081855 w 1141253"/>
                    <a:gd name="connsiteY3" fmla="*/ 882284 h 882284"/>
                    <a:gd name="connsiteX4" fmla="*/ 1141253 w 1141253"/>
                    <a:gd name="connsiteY4" fmla="*/ 862619 h 882284"/>
                    <a:gd name="connsiteX0" fmla="*/ 0 w 1081855"/>
                    <a:gd name="connsiteY0" fmla="*/ 878948 h 882284"/>
                    <a:gd name="connsiteX1" fmla="*/ 455077 w 1081855"/>
                    <a:gd name="connsiteY1" fmla="*/ 108 h 882284"/>
                    <a:gd name="connsiteX2" fmla="*/ 1057788 w 1081855"/>
                    <a:gd name="connsiteY2" fmla="*/ 813307 h 882284"/>
                    <a:gd name="connsiteX3" fmla="*/ 1081855 w 1081855"/>
                    <a:gd name="connsiteY3" fmla="*/ 882284 h 882284"/>
                    <a:gd name="connsiteX0" fmla="*/ 0 w 1057788"/>
                    <a:gd name="connsiteY0" fmla="*/ 878948 h 878948"/>
                    <a:gd name="connsiteX1" fmla="*/ 455077 w 1057788"/>
                    <a:gd name="connsiteY1" fmla="*/ 108 h 878948"/>
                    <a:gd name="connsiteX2" fmla="*/ 1057788 w 1057788"/>
                    <a:gd name="connsiteY2" fmla="*/ 813307 h 878948"/>
                    <a:gd name="connsiteX0" fmla="*/ 0 w 1146253"/>
                    <a:gd name="connsiteY0" fmla="*/ 878847 h 878847"/>
                    <a:gd name="connsiteX1" fmla="*/ 455077 w 1146253"/>
                    <a:gd name="connsiteY1" fmla="*/ 7 h 878847"/>
                    <a:gd name="connsiteX2" fmla="*/ 1146253 w 1146253"/>
                    <a:gd name="connsiteY2" fmla="*/ 862366 h 878847"/>
                    <a:gd name="connsiteX0" fmla="*/ 0 w 1146253"/>
                    <a:gd name="connsiteY0" fmla="*/ 886730 h 886730"/>
                    <a:gd name="connsiteX1" fmla="*/ 455077 w 1146253"/>
                    <a:gd name="connsiteY1" fmla="*/ 7890 h 886730"/>
                    <a:gd name="connsiteX2" fmla="*/ 901419 w 1146253"/>
                    <a:gd name="connsiteY2" fmla="*/ 476918 h 886730"/>
                    <a:gd name="connsiteX3" fmla="*/ 1146253 w 1146253"/>
                    <a:gd name="connsiteY3" fmla="*/ 870249 h 886730"/>
                    <a:gd name="connsiteX0" fmla="*/ 0 w 1146253"/>
                    <a:gd name="connsiteY0" fmla="*/ 893192 h 893192"/>
                    <a:gd name="connsiteX1" fmla="*/ 455077 w 1146253"/>
                    <a:gd name="connsiteY1" fmla="*/ 14352 h 893192"/>
                    <a:gd name="connsiteX2" fmla="*/ 1005495 w 1146253"/>
                    <a:gd name="connsiteY2" fmla="*/ 385060 h 893192"/>
                    <a:gd name="connsiteX3" fmla="*/ 1146253 w 1146253"/>
                    <a:gd name="connsiteY3" fmla="*/ 876711 h 893192"/>
                    <a:gd name="connsiteX0" fmla="*/ 0 w 1146253"/>
                    <a:gd name="connsiteY0" fmla="*/ 888633 h 888633"/>
                    <a:gd name="connsiteX1" fmla="*/ 455077 w 1146253"/>
                    <a:gd name="connsiteY1" fmla="*/ 9793 h 888633"/>
                    <a:gd name="connsiteX2" fmla="*/ 1005495 w 1146253"/>
                    <a:gd name="connsiteY2" fmla="*/ 380501 h 888633"/>
                    <a:gd name="connsiteX3" fmla="*/ 1146253 w 1146253"/>
                    <a:gd name="connsiteY3" fmla="*/ 872152 h 888633"/>
                    <a:gd name="connsiteX0" fmla="*/ 0 w 1146253"/>
                    <a:gd name="connsiteY0" fmla="*/ 887498 h 887498"/>
                    <a:gd name="connsiteX1" fmla="*/ 455077 w 1146253"/>
                    <a:gd name="connsiteY1" fmla="*/ 8658 h 887498"/>
                    <a:gd name="connsiteX2" fmla="*/ 1005495 w 1146253"/>
                    <a:gd name="connsiteY2" fmla="*/ 379366 h 887498"/>
                    <a:gd name="connsiteX3" fmla="*/ 1146253 w 1146253"/>
                    <a:gd name="connsiteY3" fmla="*/ 871017 h 887498"/>
                    <a:gd name="connsiteX0" fmla="*/ 0 w 1146253"/>
                    <a:gd name="connsiteY0" fmla="*/ 887498 h 887498"/>
                    <a:gd name="connsiteX1" fmla="*/ 455077 w 1146253"/>
                    <a:gd name="connsiteY1" fmla="*/ 8658 h 887498"/>
                    <a:gd name="connsiteX2" fmla="*/ 1005495 w 1146253"/>
                    <a:gd name="connsiteY2" fmla="*/ 379366 h 887498"/>
                    <a:gd name="connsiteX3" fmla="*/ 1146253 w 1146253"/>
                    <a:gd name="connsiteY3" fmla="*/ 871017 h 887498"/>
                    <a:gd name="connsiteX0" fmla="*/ 0 w 1146253"/>
                    <a:gd name="connsiteY0" fmla="*/ 709220 h 709220"/>
                    <a:gd name="connsiteX1" fmla="*/ 335391 w 1146253"/>
                    <a:gd name="connsiteY1" fmla="*/ 12272 h 709220"/>
                    <a:gd name="connsiteX2" fmla="*/ 1005495 w 1146253"/>
                    <a:gd name="connsiteY2" fmla="*/ 201088 h 709220"/>
                    <a:gd name="connsiteX3" fmla="*/ 1146253 w 1146253"/>
                    <a:gd name="connsiteY3" fmla="*/ 692739 h 709220"/>
                    <a:gd name="connsiteX0" fmla="*/ 0 w 1146253"/>
                    <a:gd name="connsiteY0" fmla="*/ 709912 h 709912"/>
                    <a:gd name="connsiteX1" fmla="*/ 335391 w 1146253"/>
                    <a:gd name="connsiteY1" fmla="*/ 12964 h 709912"/>
                    <a:gd name="connsiteX2" fmla="*/ 911828 w 1146253"/>
                    <a:gd name="connsiteY2" fmla="*/ 191947 h 709912"/>
                    <a:gd name="connsiteX3" fmla="*/ 1146253 w 1146253"/>
                    <a:gd name="connsiteY3" fmla="*/ 693431 h 709912"/>
                    <a:gd name="connsiteX0" fmla="*/ 0 w 1146253"/>
                    <a:gd name="connsiteY0" fmla="*/ 709912 h 709912"/>
                    <a:gd name="connsiteX1" fmla="*/ 335391 w 1146253"/>
                    <a:gd name="connsiteY1" fmla="*/ 12964 h 709912"/>
                    <a:gd name="connsiteX2" fmla="*/ 911828 w 1146253"/>
                    <a:gd name="connsiteY2" fmla="*/ 191947 h 709912"/>
                    <a:gd name="connsiteX3" fmla="*/ 1146253 w 1146253"/>
                    <a:gd name="connsiteY3" fmla="*/ 693431 h 709912"/>
                    <a:gd name="connsiteX0" fmla="*/ 0 w 1146253"/>
                    <a:gd name="connsiteY0" fmla="*/ 717500 h 717500"/>
                    <a:gd name="connsiteX1" fmla="*/ 335391 w 1146253"/>
                    <a:gd name="connsiteY1" fmla="*/ 20552 h 717500"/>
                    <a:gd name="connsiteX2" fmla="*/ 911828 w 1146253"/>
                    <a:gd name="connsiteY2" fmla="*/ 199535 h 717500"/>
                    <a:gd name="connsiteX3" fmla="*/ 1146253 w 1146253"/>
                    <a:gd name="connsiteY3" fmla="*/ 701019 h 717500"/>
                    <a:gd name="connsiteX0" fmla="*/ 0 w 1146253"/>
                    <a:gd name="connsiteY0" fmla="*/ 530916 h 530916"/>
                    <a:gd name="connsiteX1" fmla="*/ 293761 w 1146253"/>
                    <a:gd name="connsiteY1" fmla="*/ 178088 h 530916"/>
                    <a:gd name="connsiteX2" fmla="*/ 911828 w 1146253"/>
                    <a:gd name="connsiteY2" fmla="*/ 12951 h 530916"/>
                    <a:gd name="connsiteX3" fmla="*/ 1146253 w 1146253"/>
                    <a:gd name="connsiteY3" fmla="*/ 514435 h 530916"/>
                    <a:gd name="connsiteX0" fmla="*/ 0 w 1146253"/>
                    <a:gd name="connsiteY0" fmla="*/ 533602 h 533602"/>
                    <a:gd name="connsiteX1" fmla="*/ 293761 w 1146253"/>
                    <a:gd name="connsiteY1" fmla="*/ 180774 h 533602"/>
                    <a:gd name="connsiteX2" fmla="*/ 911828 w 1146253"/>
                    <a:gd name="connsiteY2" fmla="*/ 15637 h 533602"/>
                    <a:gd name="connsiteX3" fmla="*/ 1146253 w 1146253"/>
                    <a:gd name="connsiteY3" fmla="*/ 517121 h 533602"/>
                    <a:gd name="connsiteX0" fmla="*/ 0 w 1146253"/>
                    <a:gd name="connsiteY0" fmla="*/ 527286 h 527286"/>
                    <a:gd name="connsiteX1" fmla="*/ 293761 w 1146253"/>
                    <a:gd name="connsiteY1" fmla="*/ 174458 h 527286"/>
                    <a:gd name="connsiteX2" fmla="*/ 911828 w 1146253"/>
                    <a:gd name="connsiteY2" fmla="*/ 9321 h 527286"/>
                    <a:gd name="connsiteX3" fmla="*/ 1146253 w 1146253"/>
                    <a:gd name="connsiteY3" fmla="*/ 510805 h 527286"/>
                    <a:gd name="connsiteX0" fmla="*/ 0 w 1146253"/>
                    <a:gd name="connsiteY0" fmla="*/ 530915 h 530915"/>
                    <a:gd name="connsiteX1" fmla="*/ 293761 w 1146253"/>
                    <a:gd name="connsiteY1" fmla="*/ 178087 h 530915"/>
                    <a:gd name="connsiteX2" fmla="*/ 911828 w 1146253"/>
                    <a:gd name="connsiteY2" fmla="*/ 12950 h 530915"/>
                    <a:gd name="connsiteX3" fmla="*/ 1146253 w 1146253"/>
                    <a:gd name="connsiteY3" fmla="*/ 514434 h 530915"/>
                    <a:gd name="connsiteX0" fmla="*/ 0 w 1146253"/>
                    <a:gd name="connsiteY0" fmla="*/ 535588 h 535588"/>
                    <a:gd name="connsiteX1" fmla="*/ 293761 w 1146253"/>
                    <a:gd name="connsiteY1" fmla="*/ 182760 h 535588"/>
                    <a:gd name="connsiteX2" fmla="*/ 911828 w 1146253"/>
                    <a:gd name="connsiteY2" fmla="*/ 17623 h 535588"/>
                    <a:gd name="connsiteX3" fmla="*/ 1146253 w 1146253"/>
                    <a:gd name="connsiteY3" fmla="*/ 519107 h 535588"/>
                    <a:gd name="connsiteX0" fmla="*/ 0 w 1146253"/>
                    <a:gd name="connsiteY0" fmla="*/ 529452 h 529452"/>
                    <a:gd name="connsiteX1" fmla="*/ 293761 w 1146253"/>
                    <a:gd name="connsiteY1" fmla="*/ 176624 h 529452"/>
                    <a:gd name="connsiteX2" fmla="*/ 911828 w 1146253"/>
                    <a:gd name="connsiteY2" fmla="*/ 11487 h 529452"/>
                    <a:gd name="connsiteX3" fmla="*/ 1146253 w 1146253"/>
                    <a:gd name="connsiteY3" fmla="*/ 512971 h 529452"/>
                    <a:gd name="connsiteX0" fmla="*/ 0 w 1146253"/>
                    <a:gd name="connsiteY0" fmla="*/ 529452 h 529452"/>
                    <a:gd name="connsiteX1" fmla="*/ 293761 w 1146253"/>
                    <a:gd name="connsiteY1" fmla="*/ 176624 h 529452"/>
                    <a:gd name="connsiteX2" fmla="*/ 911828 w 1146253"/>
                    <a:gd name="connsiteY2" fmla="*/ 11487 h 529452"/>
                    <a:gd name="connsiteX3" fmla="*/ 1146253 w 1146253"/>
                    <a:gd name="connsiteY3" fmla="*/ 512971 h 529452"/>
                    <a:gd name="connsiteX0" fmla="*/ 0 w 1146253"/>
                    <a:gd name="connsiteY0" fmla="*/ 524406 h 524406"/>
                    <a:gd name="connsiteX1" fmla="*/ 175114 w 1146253"/>
                    <a:gd name="connsiteY1" fmla="*/ 329430 h 524406"/>
                    <a:gd name="connsiteX2" fmla="*/ 911828 w 1146253"/>
                    <a:gd name="connsiteY2" fmla="*/ 6441 h 524406"/>
                    <a:gd name="connsiteX3" fmla="*/ 1146253 w 1146253"/>
                    <a:gd name="connsiteY3" fmla="*/ 507925 h 524406"/>
                    <a:gd name="connsiteX0" fmla="*/ 0 w 1146253"/>
                    <a:gd name="connsiteY0" fmla="*/ 425737 h 425737"/>
                    <a:gd name="connsiteX1" fmla="*/ 175114 w 1146253"/>
                    <a:gd name="connsiteY1" fmla="*/ 230761 h 425737"/>
                    <a:gd name="connsiteX2" fmla="*/ 971151 w 1146253"/>
                    <a:gd name="connsiteY2" fmla="*/ 9249 h 425737"/>
                    <a:gd name="connsiteX3" fmla="*/ 1146253 w 1146253"/>
                    <a:gd name="connsiteY3" fmla="*/ 409256 h 425737"/>
                    <a:gd name="connsiteX0" fmla="*/ 0 w 1146253"/>
                    <a:gd name="connsiteY0" fmla="*/ 425737 h 425737"/>
                    <a:gd name="connsiteX1" fmla="*/ 175114 w 1146253"/>
                    <a:gd name="connsiteY1" fmla="*/ 230761 h 425737"/>
                    <a:gd name="connsiteX2" fmla="*/ 971151 w 1146253"/>
                    <a:gd name="connsiteY2" fmla="*/ 9249 h 425737"/>
                    <a:gd name="connsiteX3" fmla="*/ 1146253 w 1146253"/>
                    <a:gd name="connsiteY3" fmla="*/ 409256 h 425737"/>
                    <a:gd name="connsiteX0" fmla="*/ 0 w 1146253"/>
                    <a:gd name="connsiteY0" fmla="*/ 491678 h 491678"/>
                    <a:gd name="connsiteX1" fmla="*/ 175114 w 1146253"/>
                    <a:gd name="connsiteY1" fmla="*/ 296702 h 491678"/>
                    <a:gd name="connsiteX2" fmla="*/ 812956 w 1146253"/>
                    <a:gd name="connsiteY2" fmla="*/ 7539 h 491678"/>
                    <a:gd name="connsiteX3" fmla="*/ 1146253 w 1146253"/>
                    <a:gd name="connsiteY3" fmla="*/ 475197 h 491678"/>
                    <a:gd name="connsiteX0" fmla="*/ 0 w 1146253"/>
                    <a:gd name="connsiteY0" fmla="*/ 484139 h 484139"/>
                    <a:gd name="connsiteX1" fmla="*/ 175114 w 1146253"/>
                    <a:gd name="connsiteY1" fmla="*/ 289163 h 484139"/>
                    <a:gd name="connsiteX2" fmla="*/ 812956 w 1146253"/>
                    <a:gd name="connsiteY2" fmla="*/ 0 h 484139"/>
                    <a:gd name="connsiteX3" fmla="*/ 1146253 w 1146253"/>
                    <a:gd name="connsiteY3" fmla="*/ 467658 h 484139"/>
                    <a:gd name="connsiteX0" fmla="*/ 0 w 1146253"/>
                    <a:gd name="connsiteY0" fmla="*/ 484139 h 484139"/>
                    <a:gd name="connsiteX1" fmla="*/ 175114 w 1146253"/>
                    <a:gd name="connsiteY1" fmla="*/ 289163 h 484139"/>
                    <a:gd name="connsiteX2" fmla="*/ 812956 w 1146253"/>
                    <a:gd name="connsiteY2" fmla="*/ 0 h 484139"/>
                    <a:gd name="connsiteX3" fmla="*/ 1146253 w 1146253"/>
                    <a:gd name="connsiteY3" fmla="*/ 467658 h 484139"/>
                    <a:gd name="connsiteX0" fmla="*/ 0 w 1146253"/>
                    <a:gd name="connsiteY0" fmla="*/ 484139 h 484139"/>
                    <a:gd name="connsiteX1" fmla="*/ 175114 w 1146253"/>
                    <a:gd name="connsiteY1" fmla="*/ 289163 h 484139"/>
                    <a:gd name="connsiteX2" fmla="*/ 812956 w 1146253"/>
                    <a:gd name="connsiteY2" fmla="*/ 0 h 484139"/>
                    <a:gd name="connsiteX3" fmla="*/ 1146253 w 1146253"/>
                    <a:gd name="connsiteY3" fmla="*/ 467658 h 484139"/>
                    <a:gd name="connsiteX0" fmla="*/ 0 w 1146253"/>
                    <a:gd name="connsiteY0" fmla="*/ 484139 h 484139"/>
                    <a:gd name="connsiteX1" fmla="*/ 175114 w 1146253"/>
                    <a:gd name="connsiteY1" fmla="*/ 289163 h 484139"/>
                    <a:gd name="connsiteX2" fmla="*/ 812956 w 1146253"/>
                    <a:gd name="connsiteY2" fmla="*/ 0 h 484139"/>
                    <a:gd name="connsiteX3" fmla="*/ 1146253 w 1146253"/>
                    <a:gd name="connsiteY3" fmla="*/ 467658 h 484139"/>
                    <a:gd name="connsiteX0" fmla="*/ 0 w 1146253"/>
                    <a:gd name="connsiteY0" fmla="*/ 484139 h 484139"/>
                    <a:gd name="connsiteX1" fmla="*/ 158816 w 1146253"/>
                    <a:gd name="connsiteY1" fmla="*/ 239602 h 484139"/>
                    <a:gd name="connsiteX2" fmla="*/ 812956 w 1146253"/>
                    <a:gd name="connsiteY2" fmla="*/ 0 h 484139"/>
                    <a:gd name="connsiteX3" fmla="*/ 1146253 w 1146253"/>
                    <a:gd name="connsiteY3" fmla="*/ 467658 h 484139"/>
                    <a:gd name="connsiteX0" fmla="*/ 0 w 1146253"/>
                    <a:gd name="connsiteY0" fmla="*/ 484139 h 484139"/>
                    <a:gd name="connsiteX1" fmla="*/ 158816 w 1146253"/>
                    <a:gd name="connsiteY1" fmla="*/ 239602 h 484139"/>
                    <a:gd name="connsiteX2" fmla="*/ 812956 w 1146253"/>
                    <a:gd name="connsiteY2" fmla="*/ 0 h 484139"/>
                    <a:gd name="connsiteX3" fmla="*/ 1146253 w 1146253"/>
                    <a:gd name="connsiteY3" fmla="*/ 467658 h 484139"/>
                    <a:gd name="connsiteX0" fmla="*/ 0 w 1146253"/>
                    <a:gd name="connsiteY0" fmla="*/ 484139 h 484139"/>
                    <a:gd name="connsiteX1" fmla="*/ 158816 w 1146253"/>
                    <a:gd name="connsiteY1" fmla="*/ 239602 h 484139"/>
                    <a:gd name="connsiteX2" fmla="*/ 812956 w 1146253"/>
                    <a:gd name="connsiteY2" fmla="*/ 0 h 484139"/>
                    <a:gd name="connsiteX3" fmla="*/ 1146253 w 1146253"/>
                    <a:gd name="connsiteY3" fmla="*/ 467658 h 484139"/>
                    <a:gd name="connsiteX0" fmla="*/ 0 w 1146253"/>
                    <a:gd name="connsiteY0" fmla="*/ 484139 h 484139"/>
                    <a:gd name="connsiteX1" fmla="*/ 812956 w 1146253"/>
                    <a:gd name="connsiteY1" fmla="*/ 0 h 484139"/>
                    <a:gd name="connsiteX2" fmla="*/ 1146253 w 1146253"/>
                    <a:gd name="connsiteY2" fmla="*/ 467658 h 484139"/>
                    <a:gd name="connsiteX0" fmla="*/ 0 w 1146253"/>
                    <a:gd name="connsiteY0" fmla="*/ 592554 h 592554"/>
                    <a:gd name="connsiteX1" fmla="*/ 840118 w 1146253"/>
                    <a:gd name="connsiteY1" fmla="*/ 0 h 592554"/>
                    <a:gd name="connsiteX2" fmla="*/ 1146253 w 1146253"/>
                    <a:gd name="connsiteY2" fmla="*/ 576073 h 592554"/>
                    <a:gd name="connsiteX0" fmla="*/ 0 w 1146253"/>
                    <a:gd name="connsiteY0" fmla="*/ 394309 h 394309"/>
                    <a:gd name="connsiteX1" fmla="*/ 986797 w 1146253"/>
                    <a:gd name="connsiteY1" fmla="*/ 0 h 394309"/>
                    <a:gd name="connsiteX2" fmla="*/ 1146253 w 1146253"/>
                    <a:gd name="connsiteY2" fmla="*/ 377828 h 394309"/>
                    <a:gd name="connsiteX0" fmla="*/ 0 w 1146253"/>
                    <a:gd name="connsiteY0" fmla="*/ 396358 h 396358"/>
                    <a:gd name="connsiteX1" fmla="*/ 329457 w 1146253"/>
                    <a:gd name="connsiteY1" fmla="*/ 236225 h 396358"/>
                    <a:gd name="connsiteX2" fmla="*/ 986797 w 1146253"/>
                    <a:gd name="connsiteY2" fmla="*/ 2049 h 396358"/>
                    <a:gd name="connsiteX3" fmla="*/ 1146253 w 1146253"/>
                    <a:gd name="connsiteY3" fmla="*/ 379877 h 396358"/>
                    <a:gd name="connsiteX0" fmla="*/ 0 w 1146253"/>
                    <a:gd name="connsiteY0" fmla="*/ 397090 h 397090"/>
                    <a:gd name="connsiteX1" fmla="*/ 166480 w 1146253"/>
                    <a:gd name="connsiteY1" fmla="*/ 181200 h 397090"/>
                    <a:gd name="connsiteX2" fmla="*/ 986797 w 1146253"/>
                    <a:gd name="connsiteY2" fmla="*/ 2781 h 397090"/>
                    <a:gd name="connsiteX3" fmla="*/ 1146253 w 1146253"/>
                    <a:gd name="connsiteY3" fmla="*/ 380609 h 397090"/>
                    <a:gd name="connsiteX0" fmla="*/ 0 w 1146253"/>
                    <a:gd name="connsiteY0" fmla="*/ 395886 h 395886"/>
                    <a:gd name="connsiteX1" fmla="*/ 166480 w 1146253"/>
                    <a:gd name="connsiteY1" fmla="*/ 179996 h 395886"/>
                    <a:gd name="connsiteX2" fmla="*/ 986797 w 1146253"/>
                    <a:gd name="connsiteY2" fmla="*/ 1577 h 395886"/>
                    <a:gd name="connsiteX3" fmla="*/ 1146253 w 1146253"/>
                    <a:gd name="connsiteY3" fmla="*/ 379405 h 395886"/>
                    <a:gd name="connsiteX0" fmla="*/ 95212 w 1241465"/>
                    <a:gd name="connsiteY0" fmla="*/ 395886 h 395886"/>
                    <a:gd name="connsiteX1" fmla="*/ 261692 w 1241465"/>
                    <a:gd name="connsiteY1" fmla="*/ 179996 h 395886"/>
                    <a:gd name="connsiteX2" fmla="*/ 1082009 w 1241465"/>
                    <a:gd name="connsiteY2" fmla="*/ 1577 h 395886"/>
                    <a:gd name="connsiteX3" fmla="*/ 1241465 w 1241465"/>
                    <a:gd name="connsiteY3" fmla="*/ 379405 h 395886"/>
                    <a:gd name="connsiteX0" fmla="*/ 0 w 1146253"/>
                    <a:gd name="connsiteY0" fmla="*/ 396431 h 396431"/>
                    <a:gd name="connsiteX1" fmla="*/ 166480 w 1146253"/>
                    <a:gd name="connsiteY1" fmla="*/ 180541 h 396431"/>
                    <a:gd name="connsiteX2" fmla="*/ 986797 w 1146253"/>
                    <a:gd name="connsiteY2" fmla="*/ 2122 h 396431"/>
                    <a:gd name="connsiteX3" fmla="*/ 1146253 w 1146253"/>
                    <a:gd name="connsiteY3" fmla="*/ 379950 h 396431"/>
                    <a:gd name="connsiteX0" fmla="*/ 0 w 1146253"/>
                    <a:gd name="connsiteY0" fmla="*/ 395863 h 395863"/>
                    <a:gd name="connsiteX1" fmla="*/ 334889 w 1146253"/>
                    <a:gd name="connsiteY1" fmla="*/ 254315 h 395863"/>
                    <a:gd name="connsiteX2" fmla="*/ 986797 w 1146253"/>
                    <a:gd name="connsiteY2" fmla="*/ 1554 h 395863"/>
                    <a:gd name="connsiteX3" fmla="*/ 1146253 w 1146253"/>
                    <a:gd name="connsiteY3" fmla="*/ 379382 h 395863"/>
                    <a:gd name="connsiteX0" fmla="*/ 0 w 1146253"/>
                    <a:gd name="connsiteY0" fmla="*/ 395506 h 395506"/>
                    <a:gd name="connsiteX1" fmla="*/ 334889 w 1146253"/>
                    <a:gd name="connsiteY1" fmla="*/ 253958 h 395506"/>
                    <a:gd name="connsiteX2" fmla="*/ 986797 w 1146253"/>
                    <a:gd name="connsiteY2" fmla="*/ 1197 h 395506"/>
                    <a:gd name="connsiteX3" fmla="*/ 1146253 w 1146253"/>
                    <a:gd name="connsiteY3" fmla="*/ 379025 h 395506"/>
                    <a:gd name="connsiteX0" fmla="*/ 0 w 1146253"/>
                    <a:gd name="connsiteY0" fmla="*/ 395581 h 395581"/>
                    <a:gd name="connsiteX1" fmla="*/ 334889 w 1146253"/>
                    <a:gd name="connsiteY1" fmla="*/ 254033 h 395581"/>
                    <a:gd name="connsiteX2" fmla="*/ 986797 w 1146253"/>
                    <a:gd name="connsiteY2" fmla="*/ 1272 h 395581"/>
                    <a:gd name="connsiteX3" fmla="*/ 1146253 w 1146253"/>
                    <a:gd name="connsiteY3" fmla="*/ 379100 h 395581"/>
                    <a:gd name="connsiteX0" fmla="*/ 0 w 1146253"/>
                    <a:gd name="connsiteY0" fmla="*/ 395695 h 395695"/>
                    <a:gd name="connsiteX1" fmla="*/ 242536 w 1146253"/>
                    <a:gd name="connsiteY1" fmla="*/ 226269 h 395695"/>
                    <a:gd name="connsiteX2" fmla="*/ 986797 w 1146253"/>
                    <a:gd name="connsiteY2" fmla="*/ 1386 h 395695"/>
                    <a:gd name="connsiteX3" fmla="*/ 1146253 w 1146253"/>
                    <a:gd name="connsiteY3" fmla="*/ 379214 h 395695"/>
                    <a:gd name="connsiteX0" fmla="*/ 0 w 1146253"/>
                    <a:gd name="connsiteY0" fmla="*/ 399523 h 399523"/>
                    <a:gd name="connsiteX1" fmla="*/ 242536 w 1146253"/>
                    <a:gd name="connsiteY1" fmla="*/ 230097 h 399523"/>
                    <a:gd name="connsiteX2" fmla="*/ 899876 w 1146253"/>
                    <a:gd name="connsiteY2" fmla="*/ 2116 h 399523"/>
                    <a:gd name="connsiteX3" fmla="*/ 1146253 w 1146253"/>
                    <a:gd name="connsiteY3" fmla="*/ 383042 h 399523"/>
                    <a:gd name="connsiteX0" fmla="*/ 0 w 1146253"/>
                    <a:gd name="connsiteY0" fmla="*/ 398796 h 398796"/>
                    <a:gd name="connsiteX1" fmla="*/ 242536 w 1146253"/>
                    <a:gd name="connsiteY1" fmla="*/ 229370 h 398796"/>
                    <a:gd name="connsiteX2" fmla="*/ 899876 w 1146253"/>
                    <a:gd name="connsiteY2" fmla="*/ 1389 h 398796"/>
                    <a:gd name="connsiteX3" fmla="*/ 1146253 w 1146253"/>
                    <a:gd name="connsiteY3" fmla="*/ 382315 h 398796"/>
                    <a:gd name="connsiteX0" fmla="*/ 0 w 1146253"/>
                    <a:gd name="connsiteY0" fmla="*/ 398873 h 398873"/>
                    <a:gd name="connsiteX1" fmla="*/ 242536 w 1146253"/>
                    <a:gd name="connsiteY1" fmla="*/ 229447 h 398873"/>
                    <a:gd name="connsiteX2" fmla="*/ 899876 w 1146253"/>
                    <a:gd name="connsiteY2" fmla="*/ 1466 h 398873"/>
                    <a:gd name="connsiteX3" fmla="*/ 1146253 w 1146253"/>
                    <a:gd name="connsiteY3" fmla="*/ 382392 h 398873"/>
                    <a:gd name="connsiteX0" fmla="*/ 0 w 1146253"/>
                    <a:gd name="connsiteY0" fmla="*/ 398550 h 398550"/>
                    <a:gd name="connsiteX1" fmla="*/ 250788 w 1146253"/>
                    <a:gd name="connsiteY1" fmla="*/ 312156 h 398550"/>
                    <a:gd name="connsiteX2" fmla="*/ 899876 w 1146253"/>
                    <a:gd name="connsiteY2" fmla="*/ 1143 h 398550"/>
                    <a:gd name="connsiteX3" fmla="*/ 1146253 w 1146253"/>
                    <a:gd name="connsiteY3" fmla="*/ 382069 h 398550"/>
                    <a:gd name="connsiteX0" fmla="*/ 0 w 1146253"/>
                    <a:gd name="connsiteY0" fmla="*/ 397407 h 397407"/>
                    <a:gd name="connsiteX1" fmla="*/ 899876 w 1146253"/>
                    <a:gd name="connsiteY1" fmla="*/ 0 h 397407"/>
                    <a:gd name="connsiteX2" fmla="*/ 1146253 w 1146253"/>
                    <a:gd name="connsiteY2" fmla="*/ 380926 h 397407"/>
                    <a:gd name="connsiteX0" fmla="*/ 0 w 552167"/>
                    <a:gd name="connsiteY0" fmla="*/ 405710 h 405710"/>
                    <a:gd name="connsiteX1" fmla="*/ 305790 w 552167"/>
                    <a:gd name="connsiteY1" fmla="*/ 0 h 405710"/>
                    <a:gd name="connsiteX2" fmla="*/ 552167 w 552167"/>
                    <a:gd name="connsiteY2" fmla="*/ 380926 h 405710"/>
                    <a:gd name="connsiteX0" fmla="*/ 0 w 552167"/>
                    <a:gd name="connsiteY0" fmla="*/ 405710 h 405710"/>
                    <a:gd name="connsiteX1" fmla="*/ 305790 w 552167"/>
                    <a:gd name="connsiteY1" fmla="*/ 0 h 405710"/>
                    <a:gd name="connsiteX2" fmla="*/ 552167 w 552167"/>
                    <a:gd name="connsiteY2" fmla="*/ 404297 h 405710"/>
                    <a:gd name="connsiteX0" fmla="*/ 0 w 556530"/>
                    <a:gd name="connsiteY0" fmla="*/ 405710 h 414920"/>
                    <a:gd name="connsiteX1" fmla="*/ 305790 w 556530"/>
                    <a:gd name="connsiteY1" fmla="*/ 0 h 414920"/>
                    <a:gd name="connsiteX2" fmla="*/ 556530 w 556530"/>
                    <a:gd name="connsiteY2" fmla="*/ 414920 h 414920"/>
                    <a:gd name="connsiteX0" fmla="*/ 0 w 556530"/>
                    <a:gd name="connsiteY0" fmla="*/ 405710 h 414920"/>
                    <a:gd name="connsiteX1" fmla="*/ 305790 w 556530"/>
                    <a:gd name="connsiteY1" fmla="*/ 0 h 414920"/>
                    <a:gd name="connsiteX2" fmla="*/ 556530 w 556530"/>
                    <a:gd name="connsiteY2" fmla="*/ 414920 h 414920"/>
                    <a:gd name="connsiteX0" fmla="*/ 0 w 556530"/>
                    <a:gd name="connsiteY0" fmla="*/ 405710 h 414920"/>
                    <a:gd name="connsiteX1" fmla="*/ 292700 w 556530"/>
                    <a:gd name="connsiteY1" fmla="*/ 0 h 414920"/>
                    <a:gd name="connsiteX2" fmla="*/ 556530 w 556530"/>
                    <a:gd name="connsiteY2" fmla="*/ 414920 h 414920"/>
                    <a:gd name="connsiteX0" fmla="*/ 0 w 556530"/>
                    <a:gd name="connsiteY0" fmla="*/ 405710 h 414920"/>
                    <a:gd name="connsiteX1" fmla="*/ 292700 w 556530"/>
                    <a:gd name="connsiteY1" fmla="*/ 0 h 414920"/>
                    <a:gd name="connsiteX2" fmla="*/ 556530 w 556530"/>
                    <a:gd name="connsiteY2" fmla="*/ 414920 h 414920"/>
                    <a:gd name="connsiteX0" fmla="*/ 0 w 556530"/>
                    <a:gd name="connsiteY0" fmla="*/ 405710 h 414920"/>
                    <a:gd name="connsiteX1" fmla="*/ 292700 w 556530"/>
                    <a:gd name="connsiteY1" fmla="*/ 0 h 414920"/>
                    <a:gd name="connsiteX2" fmla="*/ 556530 w 556530"/>
                    <a:gd name="connsiteY2" fmla="*/ 414920 h 414920"/>
                    <a:gd name="connsiteX0" fmla="*/ 0 w 556530"/>
                    <a:gd name="connsiteY0" fmla="*/ 405710 h 405710"/>
                    <a:gd name="connsiteX1" fmla="*/ 292700 w 556530"/>
                    <a:gd name="connsiteY1" fmla="*/ 0 h 405710"/>
                    <a:gd name="connsiteX2" fmla="*/ 556530 w 556530"/>
                    <a:gd name="connsiteY2" fmla="*/ 402172 h 405710"/>
                    <a:gd name="connsiteX0" fmla="*/ 0 w 560893"/>
                    <a:gd name="connsiteY0" fmla="*/ 405710 h 414920"/>
                    <a:gd name="connsiteX1" fmla="*/ 292700 w 560893"/>
                    <a:gd name="connsiteY1" fmla="*/ 0 h 414920"/>
                    <a:gd name="connsiteX2" fmla="*/ 560893 w 560893"/>
                    <a:gd name="connsiteY2" fmla="*/ 414920 h 414920"/>
                    <a:gd name="connsiteX0" fmla="*/ 0 w 556530"/>
                    <a:gd name="connsiteY0" fmla="*/ 405710 h 405710"/>
                    <a:gd name="connsiteX1" fmla="*/ 292700 w 556530"/>
                    <a:gd name="connsiteY1" fmla="*/ 0 h 405710"/>
                    <a:gd name="connsiteX2" fmla="*/ 556530 w 556530"/>
                    <a:gd name="connsiteY2" fmla="*/ 404297 h 4057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556530" h="405710">
                      <a:moveTo>
                        <a:pt x="0" y="405710"/>
                      </a:moveTo>
                      <a:cubicBezTo>
                        <a:pt x="95840" y="293173"/>
                        <a:pt x="162747" y="623"/>
                        <a:pt x="292700" y="0"/>
                      </a:cubicBezTo>
                      <a:cubicBezTo>
                        <a:pt x="428711" y="6078"/>
                        <a:pt x="506998" y="325994"/>
                        <a:pt x="556530" y="404297"/>
                      </a:cubicBezTo>
                    </a:path>
                  </a:pathLst>
                </a:custGeom>
                <a:gradFill flip="none" rotWithShape="1">
                  <a:gsLst>
                    <a:gs pos="0">
                      <a:srgbClr val="DA4035"/>
                    </a:gs>
                    <a:gs pos="100000">
                      <a:srgbClr val="F7FCC9"/>
                    </a:gs>
                    <a:gs pos="61000">
                      <a:srgbClr val="FEEC9D"/>
                    </a:gs>
                  </a:gsLst>
                  <a:lin ang="10800000" scaled="1"/>
                  <a:tileRect/>
                </a:gradFill>
                <a:ln w="127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A" dirty="0"/>
                </a:p>
              </p:txBody>
            </p:sp>
            <p:sp>
              <p:nvSpPr>
                <p:cNvPr id="9" name="Freeform 8">
                  <a:extLst>
                    <a:ext uri="{FF2B5EF4-FFF2-40B4-BE49-F238E27FC236}">
                      <a16:creationId xmlns:a16="http://schemas.microsoft.com/office/drawing/2014/main" id="{C41C477B-F62D-AEF7-FEE7-0AB6AD704D9B}"/>
                    </a:ext>
                  </a:extLst>
                </p:cNvPr>
                <p:cNvSpPr/>
                <p:nvPr/>
              </p:nvSpPr>
              <p:spPr>
                <a:xfrm flipH="1">
                  <a:off x="4982037" y="2257063"/>
                  <a:ext cx="670252" cy="1111202"/>
                </a:xfrm>
                <a:custGeom>
                  <a:avLst/>
                  <a:gdLst>
                    <a:gd name="connsiteX0" fmla="*/ 0 w 914400"/>
                    <a:gd name="connsiteY0" fmla="*/ 950271 h 968201"/>
                    <a:gd name="connsiteX1" fmla="*/ 376518 w 914400"/>
                    <a:gd name="connsiteY1" fmla="*/ 13 h 968201"/>
                    <a:gd name="connsiteX2" fmla="*/ 896470 w 914400"/>
                    <a:gd name="connsiteY2" fmla="*/ 968201 h 968201"/>
                    <a:gd name="connsiteX3" fmla="*/ 896470 w 914400"/>
                    <a:gd name="connsiteY3" fmla="*/ 968201 h 968201"/>
                    <a:gd name="connsiteX4" fmla="*/ 914400 w 914400"/>
                    <a:gd name="connsiteY4" fmla="*/ 968201 h 968201"/>
                    <a:gd name="connsiteX0" fmla="*/ 0 w 914400"/>
                    <a:gd name="connsiteY0" fmla="*/ 791293 h 809223"/>
                    <a:gd name="connsiteX1" fmla="*/ 439628 w 914400"/>
                    <a:gd name="connsiteY1" fmla="*/ 21 h 809223"/>
                    <a:gd name="connsiteX2" fmla="*/ 896470 w 914400"/>
                    <a:gd name="connsiteY2" fmla="*/ 809223 h 809223"/>
                    <a:gd name="connsiteX3" fmla="*/ 896470 w 914400"/>
                    <a:gd name="connsiteY3" fmla="*/ 809223 h 809223"/>
                    <a:gd name="connsiteX4" fmla="*/ 914400 w 914400"/>
                    <a:gd name="connsiteY4" fmla="*/ 809223 h 809223"/>
                    <a:gd name="connsiteX0" fmla="*/ 0 w 914400"/>
                    <a:gd name="connsiteY0" fmla="*/ 876926 h 894856"/>
                    <a:gd name="connsiteX1" fmla="*/ 439628 w 914400"/>
                    <a:gd name="connsiteY1" fmla="*/ 85654 h 894856"/>
                    <a:gd name="connsiteX2" fmla="*/ 896470 w 914400"/>
                    <a:gd name="connsiteY2" fmla="*/ 894856 h 894856"/>
                    <a:gd name="connsiteX3" fmla="*/ 896470 w 914400"/>
                    <a:gd name="connsiteY3" fmla="*/ 894856 h 894856"/>
                    <a:gd name="connsiteX4" fmla="*/ 914400 w 914400"/>
                    <a:gd name="connsiteY4" fmla="*/ 894856 h 894856"/>
                    <a:gd name="connsiteX0" fmla="*/ 0 w 914400"/>
                    <a:gd name="connsiteY0" fmla="*/ 918291 h 936221"/>
                    <a:gd name="connsiteX1" fmla="*/ 547770 w 914400"/>
                    <a:gd name="connsiteY1" fmla="*/ 83236 h 936221"/>
                    <a:gd name="connsiteX2" fmla="*/ 896470 w 914400"/>
                    <a:gd name="connsiteY2" fmla="*/ 936221 h 936221"/>
                    <a:gd name="connsiteX3" fmla="*/ 896470 w 914400"/>
                    <a:gd name="connsiteY3" fmla="*/ 936221 h 936221"/>
                    <a:gd name="connsiteX4" fmla="*/ 914400 w 914400"/>
                    <a:gd name="connsiteY4" fmla="*/ 936221 h 936221"/>
                    <a:gd name="connsiteX0" fmla="*/ 0 w 914400"/>
                    <a:gd name="connsiteY0" fmla="*/ 835213 h 853143"/>
                    <a:gd name="connsiteX1" fmla="*/ 547770 w 914400"/>
                    <a:gd name="connsiteY1" fmla="*/ 158 h 853143"/>
                    <a:gd name="connsiteX2" fmla="*/ 896470 w 914400"/>
                    <a:gd name="connsiteY2" fmla="*/ 853143 h 853143"/>
                    <a:gd name="connsiteX3" fmla="*/ 896470 w 914400"/>
                    <a:gd name="connsiteY3" fmla="*/ 853143 h 853143"/>
                    <a:gd name="connsiteX4" fmla="*/ 914400 w 914400"/>
                    <a:gd name="connsiteY4" fmla="*/ 853143 h 853143"/>
                    <a:gd name="connsiteX0" fmla="*/ 0 w 914400"/>
                    <a:gd name="connsiteY0" fmla="*/ 791451 h 809381"/>
                    <a:gd name="connsiteX1" fmla="*/ 640463 w 914400"/>
                    <a:gd name="connsiteY1" fmla="*/ 179 h 809381"/>
                    <a:gd name="connsiteX2" fmla="*/ 896470 w 914400"/>
                    <a:gd name="connsiteY2" fmla="*/ 809381 h 809381"/>
                    <a:gd name="connsiteX3" fmla="*/ 896470 w 914400"/>
                    <a:gd name="connsiteY3" fmla="*/ 809381 h 809381"/>
                    <a:gd name="connsiteX4" fmla="*/ 914400 w 914400"/>
                    <a:gd name="connsiteY4" fmla="*/ 809381 h 809381"/>
                    <a:gd name="connsiteX0" fmla="*/ 0 w 914400"/>
                    <a:gd name="connsiteY0" fmla="*/ 813339 h 831269"/>
                    <a:gd name="connsiteX1" fmla="*/ 640463 w 914400"/>
                    <a:gd name="connsiteY1" fmla="*/ 22067 h 831269"/>
                    <a:gd name="connsiteX2" fmla="*/ 896470 w 914400"/>
                    <a:gd name="connsiteY2" fmla="*/ 831269 h 831269"/>
                    <a:gd name="connsiteX3" fmla="*/ 896470 w 914400"/>
                    <a:gd name="connsiteY3" fmla="*/ 831269 h 831269"/>
                    <a:gd name="connsiteX4" fmla="*/ 914400 w 914400"/>
                    <a:gd name="connsiteY4" fmla="*/ 831269 h 831269"/>
                    <a:gd name="connsiteX0" fmla="*/ 0 w 914400"/>
                    <a:gd name="connsiteY0" fmla="*/ 827648 h 845578"/>
                    <a:gd name="connsiteX1" fmla="*/ 424180 w 914400"/>
                    <a:gd name="connsiteY1" fmla="*/ 21781 h 845578"/>
                    <a:gd name="connsiteX2" fmla="*/ 896470 w 914400"/>
                    <a:gd name="connsiteY2" fmla="*/ 845578 h 845578"/>
                    <a:gd name="connsiteX3" fmla="*/ 896470 w 914400"/>
                    <a:gd name="connsiteY3" fmla="*/ 845578 h 845578"/>
                    <a:gd name="connsiteX4" fmla="*/ 914400 w 914400"/>
                    <a:gd name="connsiteY4" fmla="*/ 845578 h 845578"/>
                    <a:gd name="connsiteX0" fmla="*/ 0 w 914400"/>
                    <a:gd name="connsiteY0" fmla="*/ 806228 h 824158"/>
                    <a:gd name="connsiteX1" fmla="*/ 424180 w 914400"/>
                    <a:gd name="connsiteY1" fmla="*/ 361 h 824158"/>
                    <a:gd name="connsiteX2" fmla="*/ 896470 w 914400"/>
                    <a:gd name="connsiteY2" fmla="*/ 824158 h 824158"/>
                    <a:gd name="connsiteX3" fmla="*/ 896470 w 914400"/>
                    <a:gd name="connsiteY3" fmla="*/ 824158 h 824158"/>
                    <a:gd name="connsiteX4" fmla="*/ 914400 w 914400"/>
                    <a:gd name="connsiteY4" fmla="*/ 824158 h 824158"/>
                    <a:gd name="connsiteX0" fmla="*/ 0 w 914400"/>
                    <a:gd name="connsiteY0" fmla="*/ 879172 h 897102"/>
                    <a:gd name="connsiteX1" fmla="*/ 455077 w 914400"/>
                    <a:gd name="connsiteY1" fmla="*/ 332 h 897102"/>
                    <a:gd name="connsiteX2" fmla="*/ 896470 w 914400"/>
                    <a:gd name="connsiteY2" fmla="*/ 897102 h 897102"/>
                    <a:gd name="connsiteX3" fmla="*/ 896470 w 914400"/>
                    <a:gd name="connsiteY3" fmla="*/ 897102 h 897102"/>
                    <a:gd name="connsiteX4" fmla="*/ 914400 w 914400"/>
                    <a:gd name="connsiteY4" fmla="*/ 897102 h 897102"/>
                    <a:gd name="connsiteX0" fmla="*/ 0 w 1115234"/>
                    <a:gd name="connsiteY0" fmla="*/ 879172 h 897102"/>
                    <a:gd name="connsiteX1" fmla="*/ 455077 w 1115234"/>
                    <a:gd name="connsiteY1" fmla="*/ 332 h 897102"/>
                    <a:gd name="connsiteX2" fmla="*/ 896470 w 1115234"/>
                    <a:gd name="connsiteY2" fmla="*/ 897102 h 897102"/>
                    <a:gd name="connsiteX3" fmla="*/ 896470 w 1115234"/>
                    <a:gd name="connsiteY3" fmla="*/ 897102 h 897102"/>
                    <a:gd name="connsiteX4" fmla="*/ 1115234 w 1115234"/>
                    <a:gd name="connsiteY4" fmla="*/ 882507 h 897102"/>
                    <a:gd name="connsiteX0" fmla="*/ 0 w 1115234"/>
                    <a:gd name="connsiteY0" fmla="*/ 879172 h 897102"/>
                    <a:gd name="connsiteX1" fmla="*/ 455077 w 1115234"/>
                    <a:gd name="connsiteY1" fmla="*/ 332 h 897102"/>
                    <a:gd name="connsiteX2" fmla="*/ 896470 w 1115234"/>
                    <a:gd name="connsiteY2" fmla="*/ 897102 h 897102"/>
                    <a:gd name="connsiteX3" fmla="*/ 1081855 w 1115234"/>
                    <a:gd name="connsiteY3" fmla="*/ 882508 h 897102"/>
                    <a:gd name="connsiteX4" fmla="*/ 1115234 w 1115234"/>
                    <a:gd name="connsiteY4" fmla="*/ 882507 h 897102"/>
                    <a:gd name="connsiteX0" fmla="*/ 0 w 1115234"/>
                    <a:gd name="connsiteY0" fmla="*/ 878948 h 882284"/>
                    <a:gd name="connsiteX1" fmla="*/ 455077 w 1115234"/>
                    <a:gd name="connsiteY1" fmla="*/ 108 h 882284"/>
                    <a:gd name="connsiteX2" fmla="*/ 1057788 w 1115234"/>
                    <a:gd name="connsiteY2" fmla="*/ 813307 h 882284"/>
                    <a:gd name="connsiteX3" fmla="*/ 1081855 w 1115234"/>
                    <a:gd name="connsiteY3" fmla="*/ 882284 h 882284"/>
                    <a:gd name="connsiteX4" fmla="*/ 1115234 w 1115234"/>
                    <a:gd name="connsiteY4" fmla="*/ 882283 h 882284"/>
                    <a:gd name="connsiteX0" fmla="*/ 0 w 1141253"/>
                    <a:gd name="connsiteY0" fmla="*/ 878948 h 882284"/>
                    <a:gd name="connsiteX1" fmla="*/ 455077 w 1141253"/>
                    <a:gd name="connsiteY1" fmla="*/ 108 h 882284"/>
                    <a:gd name="connsiteX2" fmla="*/ 1057788 w 1141253"/>
                    <a:gd name="connsiteY2" fmla="*/ 813307 h 882284"/>
                    <a:gd name="connsiteX3" fmla="*/ 1081855 w 1141253"/>
                    <a:gd name="connsiteY3" fmla="*/ 882284 h 882284"/>
                    <a:gd name="connsiteX4" fmla="*/ 1141253 w 1141253"/>
                    <a:gd name="connsiteY4" fmla="*/ 862619 h 882284"/>
                    <a:gd name="connsiteX0" fmla="*/ 0 w 1081855"/>
                    <a:gd name="connsiteY0" fmla="*/ 878948 h 882284"/>
                    <a:gd name="connsiteX1" fmla="*/ 455077 w 1081855"/>
                    <a:gd name="connsiteY1" fmla="*/ 108 h 882284"/>
                    <a:gd name="connsiteX2" fmla="*/ 1057788 w 1081855"/>
                    <a:gd name="connsiteY2" fmla="*/ 813307 h 882284"/>
                    <a:gd name="connsiteX3" fmla="*/ 1081855 w 1081855"/>
                    <a:gd name="connsiteY3" fmla="*/ 882284 h 882284"/>
                    <a:gd name="connsiteX0" fmla="*/ 0 w 1057788"/>
                    <a:gd name="connsiteY0" fmla="*/ 878948 h 878948"/>
                    <a:gd name="connsiteX1" fmla="*/ 455077 w 1057788"/>
                    <a:gd name="connsiteY1" fmla="*/ 108 h 878948"/>
                    <a:gd name="connsiteX2" fmla="*/ 1057788 w 1057788"/>
                    <a:gd name="connsiteY2" fmla="*/ 813307 h 878948"/>
                    <a:gd name="connsiteX0" fmla="*/ 0 w 1146253"/>
                    <a:gd name="connsiteY0" fmla="*/ 878847 h 878847"/>
                    <a:gd name="connsiteX1" fmla="*/ 455077 w 1146253"/>
                    <a:gd name="connsiteY1" fmla="*/ 7 h 878847"/>
                    <a:gd name="connsiteX2" fmla="*/ 1146253 w 1146253"/>
                    <a:gd name="connsiteY2" fmla="*/ 862366 h 878847"/>
                    <a:gd name="connsiteX0" fmla="*/ 0 w 1146253"/>
                    <a:gd name="connsiteY0" fmla="*/ 886730 h 886730"/>
                    <a:gd name="connsiteX1" fmla="*/ 455077 w 1146253"/>
                    <a:gd name="connsiteY1" fmla="*/ 7890 h 886730"/>
                    <a:gd name="connsiteX2" fmla="*/ 901419 w 1146253"/>
                    <a:gd name="connsiteY2" fmla="*/ 476918 h 886730"/>
                    <a:gd name="connsiteX3" fmla="*/ 1146253 w 1146253"/>
                    <a:gd name="connsiteY3" fmla="*/ 870249 h 886730"/>
                    <a:gd name="connsiteX0" fmla="*/ 0 w 1146253"/>
                    <a:gd name="connsiteY0" fmla="*/ 893192 h 893192"/>
                    <a:gd name="connsiteX1" fmla="*/ 455077 w 1146253"/>
                    <a:gd name="connsiteY1" fmla="*/ 14352 h 893192"/>
                    <a:gd name="connsiteX2" fmla="*/ 1005495 w 1146253"/>
                    <a:gd name="connsiteY2" fmla="*/ 385060 h 893192"/>
                    <a:gd name="connsiteX3" fmla="*/ 1146253 w 1146253"/>
                    <a:gd name="connsiteY3" fmla="*/ 876711 h 893192"/>
                    <a:gd name="connsiteX0" fmla="*/ 0 w 1146253"/>
                    <a:gd name="connsiteY0" fmla="*/ 888633 h 888633"/>
                    <a:gd name="connsiteX1" fmla="*/ 455077 w 1146253"/>
                    <a:gd name="connsiteY1" fmla="*/ 9793 h 888633"/>
                    <a:gd name="connsiteX2" fmla="*/ 1005495 w 1146253"/>
                    <a:gd name="connsiteY2" fmla="*/ 380501 h 888633"/>
                    <a:gd name="connsiteX3" fmla="*/ 1146253 w 1146253"/>
                    <a:gd name="connsiteY3" fmla="*/ 872152 h 888633"/>
                    <a:gd name="connsiteX0" fmla="*/ 0 w 1146253"/>
                    <a:gd name="connsiteY0" fmla="*/ 887498 h 887498"/>
                    <a:gd name="connsiteX1" fmla="*/ 455077 w 1146253"/>
                    <a:gd name="connsiteY1" fmla="*/ 8658 h 887498"/>
                    <a:gd name="connsiteX2" fmla="*/ 1005495 w 1146253"/>
                    <a:gd name="connsiteY2" fmla="*/ 379366 h 887498"/>
                    <a:gd name="connsiteX3" fmla="*/ 1146253 w 1146253"/>
                    <a:gd name="connsiteY3" fmla="*/ 871017 h 887498"/>
                    <a:gd name="connsiteX0" fmla="*/ 0 w 1146253"/>
                    <a:gd name="connsiteY0" fmla="*/ 887498 h 887498"/>
                    <a:gd name="connsiteX1" fmla="*/ 455077 w 1146253"/>
                    <a:gd name="connsiteY1" fmla="*/ 8658 h 887498"/>
                    <a:gd name="connsiteX2" fmla="*/ 1005495 w 1146253"/>
                    <a:gd name="connsiteY2" fmla="*/ 379366 h 887498"/>
                    <a:gd name="connsiteX3" fmla="*/ 1146253 w 1146253"/>
                    <a:gd name="connsiteY3" fmla="*/ 871017 h 887498"/>
                    <a:gd name="connsiteX0" fmla="*/ 0 w 1146253"/>
                    <a:gd name="connsiteY0" fmla="*/ 709220 h 709220"/>
                    <a:gd name="connsiteX1" fmla="*/ 335391 w 1146253"/>
                    <a:gd name="connsiteY1" fmla="*/ 12272 h 709220"/>
                    <a:gd name="connsiteX2" fmla="*/ 1005495 w 1146253"/>
                    <a:gd name="connsiteY2" fmla="*/ 201088 h 709220"/>
                    <a:gd name="connsiteX3" fmla="*/ 1146253 w 1146253"/>
                    <a:gd name="connsiteY3" fmla="*/ 692739 h 709220"/>
                    <a:gd name="connsiteX0" fmla="*/ 0 w 1146253"/>
                    <a:gd name="connsiteY0" fmla="*/ 709912 h 709912"/>
                    <a:gd name="connsiteX1" fmla="*/ 335391 w 1146253"/>
                    <a:gd name="connsiteY1" fmla="*/ 12964 h 709912"/>
                    <a:gd name="connsiteX2" fmla="*/ 911828 w 1146253"/>
                    <a:gd name="connsiteY2" fmla="*/ 191947 h 709912"/>
                    <a:gd name="connsiteX3" fmla="*/ 1146253 w 1146253"/>
                    <a:gd name="connsiteY3" fmla="*/ 693431 h 709912"/>
                    <a:gd name="connsiteX0" fmla="*/ 0 w 1146253"/>
                    <a:gd name="connsiteY0" fmla="*/ 709912 h 709912"/>
                    <a:gd name="connsiteX1" fmla="*/ 335391 w 1146253"/>
                    <a:gd name="connsiteY1" fmla="*/ 12964 h 709912"/>
                    <a:gd name="connsiteX2" fmla="*/ 911828 w 1146253"/>
                    <a:gd name="connsiteY2" fmla="*/ 191947 h 709912"/>
                    <a:gd name="connsiteX3" fmla="*/ 1146253 w 1146253"/>
                    <a:gd name="connsiteY3" fmla="*/ 693431 h 709912"/>
                    <a:gd name="connsiteX0" fmla="*/ 0 w 1146253"/>
                    <a:gd name="connsiteY0" fmla="*/ 717500 h 717500"/>
                    <a:gd name="connsiteX1" fmla="*/ 335391 w 1146253"/>
                    <a:gd name="connsiteY1" fmla="*/ 20552 h 717500"/>
                    <a:gd name="connsiteX2" fmla="*/ 911828 w 1146253"/>
                    <a:gd name="connsiteY2" fmla="*/ 199535 h 717500"/>
                    <a:gd name="connsiteX3" fmla="*/ 1146253 w 1146253"/>
                    <a:gd name="connsiteY3" fmla="*/ 701019 h 717500"/>
                    <a:gd name="connsiteX0" fmla="*/ 0 w 1146253"/>
                    <a:gd name="connsiteY0" fmla="*/ 530916 h 530916"/>
                    <a:gd name="connsiteX1" fmla="*/ 293761 w 1146253"/>
                    <a:gd name="connsiteY1" fmla="*/ 178088 h 530916"/>
                    <a:gd name="connsiteX2" fmla="*/ 911828 w 1146253"/>
                    <a:gd name="connsiteY2" fmla="*/ 12951 h 530916"/>
                    <a:gd name="connsiteX3" fmla="*/ 1146253 w 1146253"/>
                    <a:gd name="connsiteY3" fmla="*/ 514435 h 530916"/>
                    <a:gd name="connsiteX0" fmla="*/ 0 w 1146253"/>
                    <a:gd name="connsiteY0" fmla="*/ 533602 h 533602"/>
                    <a:gd name="connsiteX1" fmla="*/ 293761 w 1146253"/>
                    <a:gd name="connsiteY1" fmla="*/ 180774 h 533602"/>
                    <a:gd name="connsiteX2" fmla="*/ 911828 w 1146253"/>
                    <a:gd name="connsiteY2" fmla="*/ 15637 h 533602"/>
                    <a:gd name="connsiteX3" fmla="*/ 1146253 w 1146253"/>
                    <a:gd name="connsiteY3" fmla="*/ 517121 h 533602"/>
                    <a:gd name="connsiteX0" fmla="*/ 0 w 1146253"/>
                    <a:gd name="connsiteY0" fmla="*/ 527286 h 527286"/>
                    <a:gd name="connsiteX1" fmla="*/ 293761 w 1146253"/>
                    <a:gd name="connsiteY1" fmla="*/ 174458 h 527286"/>
                    <a:gd name="connsiteX2" fmla="*/ 911828 w 1146253"/>
                    <a:gd name="connsiteY2" fmla="*/ 9321 h 527286"/>
                    <a:gd name="connsiteX3" fmla="*/ 1146253 w 1146253"/>
                    <a:gd name="connsiteY3" fmla="*/ 510805 h 527286"/>
                    <a:gd name="connsiteX0" fmla="*/ 0 w 1146253"/>
                    <a:gd name="connsiteY0" fmla="*/ 530915 h 530915"/>
                    <a:gd name="connsiteX1" fmla="*/ 293761 w 1146253"/>
                    <a:gd name="connsiteY1" fmla="*/ 178087 h 530915"/>
                    <a:gd name="connsiteX2" fmla="*/ 911828 w 1146253"/>
                    <a:gd name="connsiteY2" fmla="*/ 12950 h 530915"/>
                    <a:gd name="connsiteX3" fmla="*/ 1146253 w 1146253"/>
                    <a:gd name="connsiteY3" fmla="*/ 514434 h 530915"/>
                    <a:gd name="connsiteX0" fmla="*/ 0 w 1146253"/>
                    <a:gd name="connsiteY0" fmla="*/ 535588 h 535588"/>
                    <a:gd name="connsiteX1" fmla="*/ 293761 w 1146253"/>
                    <a:gd name="connsiteY1" fmla="*/ 182760 h 535588"/>
                    <a:gd name="connsiteX2" fmla="*/ 911828 w 1146253"/>
                    <a:gd name="connsiteY2" fmla="*/ 17623 h 535588"/>
                    <a:gd name="connsiteX3" fmla="*/ 1146253 w 1146253"/>
                    <a:gd name="connsiteY3" fmla="*/ 519107 h 535588"/>
                    <a:gd name="connsiteX0" fmla="*/ 0 w 1146253"/>
                    <a:gd name="connsiteY0" fmla="*/ 529452 h 529452"/>
                    <a:gd name="connsiteX1" fmla="*/ 293761 w 1146253"/>
                    <a:gd name="connsiteY1" fmla="*/ 176624 h 529452"/>
                    <a:gd name="connsiteX2" fmla="*/ 911828 w 1146253"/>
                    <a:gd name="connsiteY2" fmla="*/ 11487 h 529452"/>
                    <a:gd name="connsiteX3" fmla="*/ 1146253 w 1146253"/>
                    <a:gd name="connsiteY3" fmla="*/ 512971 h 529452"/>
                    <a:gd name="connsiteX0" fmla="*/ 0 w 1146253"/>
                    <a:gd name="connsiteY0" fmla="*/ 529452 h 529452"/>
                    <a:gd name="connsiteX1" fmla="*/ 293761 w 1146253"/>
                    <a:gd name="connsiteY1" fmla="*/ 176624 h 529452"/>
                    <a:gd name="connsiteX2" fmla="*/ 911828 w 1146253"/>
                    <a:gd name="connsiteY2" fmla="*/ 11487 h 529452"/>
                    <a:gd name="connsiteX3" fmla="*/ 1146253 w 1146253"/>
                    <a:gd name="connsiteY3" fmla="*/ 512971 h 529452"/>
                    <a:gd name="connsiteX0" fmla="*/ 0 w 1146253"/>
                    <a:gd name="connsiteY0" fmla="*/ 524406 h 524406"/>
                    <a:gd name="connsiteX1" fmla="*/ 175114 w 1146253"/>
                    <a:gd name="connsiteY1" fmla="*/ 329430 h 524406"/>
                    <a:gd name="connsiteX2" fmla="*/ 911828 w 1146253"/>
                    <a:gd name="connsiteY2" fmla="*/ 6441 h 524406"/>
                    <a:gd name="connsiteX3" fmla="*/ 1146253 w 1146253"/>
                    <a:gd name="connsiteY3" fmla="*/ 507925 h 524406"/>
                    <a:gd name="connsiteX0" fmla="*/ 0 w 1146253"/>
                    <a:gd name="connsiteY0" fmla="*/ 425737 h 425737"/>
                    <a:gd name="connsiteX1" fmla="*/ 175114 w 1146253"/>
                    <a:gd name="connsiteY1" fmla="*/ 230761 h 425737"/>
                    <a:gd name="connsiteX2" fmla="*/ 971151 w 1146253"/>
                    <a:gd name="connsiteY2" fmla="*/ 9249 h 425737"/>
                    <a:gd name="connsiteX3" fmla="*/ 1146253 w 1146253"/>
                    <a:gd name="connsiteY3" fmla="*/ 409256 h 425737"/>
                    <a:gd name="connsiteX0" fmla="*/ 0 w 1146253"/>
                    <a:gd name="connsiteY0" fmla="*/ 425737 h 425737"/>
                    <a:gd name="connsiteX1" fmla="*/ 175114 w 1146253"/>
                    <a:gd name="connsiteY1" fmla="*/ 230761 h 425737"/>
                    <a:gd name="connsiteX2" fmla="*/ 971151 w 1146253"/>
                    <a:gd name="connsiteY2" fmla="*/ 9249 h 425737"/>
                    <a:gd name="connsiteX3" fmla="*/ 1146253 w 1146253"/>
                    <a:gd name="connsiteY3" fmla="*/ 409256 h 425737"/>
                    <a:gd name="connsiteX0" fmla="*/ 0 w 1146253"/>
                    <a:gd name="connsiteY0" fmla="*/ 491678 h 491678"/>
                    <a:gd name="connsiteX1" fmla="*/ 175114 w 1146253"/>
                    <a:gd name="connsiteY1" fmla="*/ 296702 h 491678"/>
                    <a:gd name="connsiteX2" fmla="*/ 812956 w 1146253"/>
                    <a:gd name="connsiteY2" fmla="*/ 7539 h 491678"/>
                    <a:gd name="connsiteX3" fmla="*/ 1146253 w 1146253"/>
                    <a:gd name="connsiteY3" fmla="*/ 475197 h 491678"/>
                    <a:gd name="connsiteX0" fmla="*/ 0 w 1146253"/>
                    <a:gd name="connsiteY0" fmla="*/ 484139 h 484139"/>
                    <a:gd name="connsiteX1" fmla="*/ 175114 w 1146253"/>
                    <a:gd name="connsiteY1" fmla="*/ 289163 h 484139"/>
                    <a:gd name="connsiteX2" fmla="*/ 812956 w 1146253"/>
                    <a:gd name="connsiteY2" fmla="*/ 0 h 484139"/>
                    <a:gd name="connsiteX3" fmla="*/ 1146253 w 1146253"/>
                    <a:gd name="connsiteY3" fmla="*/ 467658 h 484139"/>
                    <a:gd name="connsiteX0" fmla="*/ 0 w 1146253"/>
                    <a:gd name="connsiteY0" fmla="*/ 484139 h 484139"/>
                    <a:gd name="connsiteX1" fmla="*/ 175114 w 1146253"/>
                    <a:gd name="connsiteY1" fmla="*/ 289163 h 484139"/>
                    <a:gd name="connsiteX2" fmla="*/ 812956 w 1146253"/>
                    <a:gd name="connsiteY2" fmla="*/ 0 h 484139"/>
                    <a:gd name="connsiteX3" fmla="*/ 1146253 w 1146253"/>
                    <a:gd name="connsiteY3" fmla="*/ 467658 h 484139"/>
                    <a:gd name="connsiteX0" fmla="*/ 0 w 1146253"/>
                    <a:gd name="connsiteY0" fmla="*/ 484139 h 484139"/>
                    <a:gd name="connsiteX1" fmla="*/ 175114 w 1146253"/>
                    <a:gd name="connsiteY1" fmla="*/ 289163 h 484139"/>
                    <a:gd name="connsiteX2" fmla="*/ 812956 w 1146253"/>
                    <a:gd name="connsiteY2" fmla="*/ 0 h 484139"/>
                    <a:gd name="connsiteX3" fmla="*/ 1146253 w 1146253"/>
                    <a:gd name="connsiteY3" fmla="*/ 467658 h 484139"/>
                    <a:gd name="connsiteX0" fmla="*/ 0 w 1146253"/>
                    <a:gd name="connsiteY0" fmla="*/ 484139 h 484139"/>
                    <a:gd name="connsiteX1" fmla="*/ 175114 w 1146253"/>
                    <a:gd name="connsiteY1" fmla="*/ 289163 h 484139"/>
                    <a:gd name="connsiteX2" fmla="*/ 812956 w 1146253"/>
                    <a:gd name="connsiteY2" fmla="*/ 0 h 484139"/>
                    <a:gd name="connsiteX3" fmla="*/ 1146253 w 1146253"/>
                    <a:gd name="connsiteY3" fmla="*/ 467658 h 484139"/>
                    <a:gd name="connsiteX0" fmla="*/ 0 w 1146253"/>
                    <a:gd name="connsiteY0" fmla="*/ 484139 h 484139"/>
                    <a:gd name="connsiteX1" fmla="*/ 158816 w 1146253"/>
                    <a:gd name="connsiteY1" fmla="*/ 239602 h 484139"/>
                    <a:gd name="connsiteX2" fmla="*/ 812956 w 1146253"/>
                    <a:gd name="connsiteY2" fmla="*/ 0 h 484139"/>
                    <a:gd name="connsiteX3" fmla="*/ 1146253 w 1146253"/>
                    <a:gd name="connsiteY3" fmla="*/ 467658 h 484139"/>
                    <a:gd name="connsiteX0" fmla="*/ 0 w 1146253"/>
                    <a:gd name="connsiteY0" fmla="*/ 484139 h 484139"/>
                    <a:gd name="connsiteX1" fmla="*/ 158816 w 1146253"/>
                    <a:gd name="connsiteY1" fmla="*/ 239602 h 484139"/>
                    <a:gd name="connsiteX2" fmla="*/ 812956 w 1146253"/>
                    <a:gd name="connsiteY2" fmla="*/ 0 h 484139"/>
                    <a:gd name="connsiteX3" fmla="*/ 1146253 w 1146253"/>
                    <a:gd name="connsiteY3" fmla="*/ 467658 h 484139"/>
                    <a:gd name="connsiteX0" fmla="*/ 0 w 1146253"/>
                    <a:gd name="connsiteY0" fmla="*/ 484139 h 484139"/>
                    <a:gd name="connsiteX1" fmla="*/ 158816 w 1146253"/>
                    <a:gd name="connsiteY1" fmla="*/ 239602 h 484139"/>
                    <a:gd name="connsiteX2" fmla="*/ 812956 w 1146253"/>
                    <a:gd name="connsiteY2" fmla="*/ 0 h 484139"/>
                    <a:gd name="connsiteX3" fmla="*/ 1146253 w 1146253"/>
                    <a:gd name="connsiteY3" fmla="*/ 467658 h 484139"/>
                    <a:gd name="connsiteX0" fmla="*/ 0 w 1146253"/>
                    <a:gd name="connsiteY0" fmla="*/ 484139 h 484139"/>
                    <a:gd name="connsiteX1" fmla="*/ 812956 w 1146253"/>
                    <a:gd name="connsiteY1" fmla="*/ 0 h 484139"/>
                    <a:gd name="connsiteX2" fmla="*/ 1146253 w 1146253"/>
                    <a:gd name="connsiteY2" fmla="*/ 467658 h 484139"/>
                    <a:gd name="connsiteX0" fmla="*/ 0 w 1146253"/>
                    <a:gd name="connsiteY0" fmla="*/ 592554 h 592554"/>
                    <a:gd name="connsiteX1" fmla="*/ 840118 w 1146253"/>
                    <a:gd name="connsiteY1" fmla="*/ 0 h 592554"/>
                    <a:gd name="connsiteX2" fmla="*/ 1146253 w 1146253"/>
                    <a:gd name="connsiteY2" fmla="*/ 576073 h 592554"/>
                    <a:gd name="connsiteX0" fmla="*/ 0 w 1146253"/>
                    <a:gd name="connsiteY0" fmla="*/ 394309 h 394309"/>
                    <a:gd name="connsiteX1" fmla="*/ 986797 w 1146253"/>
                    <a:gd name="connsiteY1" fmla="*/ 0 h 394309"/>
                    <a:gd name="connsiteX2" fmla="*/ 1146253 w 1146253"/>
                    <a:gd name="connsiteY2" fmla="*/ 377828 h 394309"/>
                    <a:gd name="connsiteX0" fmla="*/ 0 w 1146253"/>
                    <a:gd name="connsiteY0" fmla="*/ 396358 h 396358"/>
                    <a:gd name="connsiteX1" fmla="*/ 329457 w 1146253"/>
                    <a:gd name="connsiteY1" fmla="*/ 236225 h 396358"/>
                    <a:gd name="connsiteX2" fmla="*/ 986797 w 1146253"/>
                    <a:gd name="connsiteY2" fmla="*/ 2049 h 396358"/>
                    <a:gd name="connsiteX3" fmla="*/ 1146253 w 1146253"/>
                    <a:gd name="connsiteY3" fmla="*/ 379877 h 396358"/>
                    <a:gd name="connsiteX0" fmla="*/ 0 w 1146253"/>
                    <a:gd name="connsiteY0" fmla="*/ 397090 h 397090"/>
                    <a:gd name="connsiteX1" fmla="*/ 166480 w 1146253"/>
                    <a:gd name="connsiteY1" fmla="*/ 181200 h 397090"/>
                    <a:gd name="connsiteX2" fmla="*/ 986797 w 1146253"/>
                    <a:gd name="connsiteY2" fmla="*/ 2781 h 397090"/>
                    <a:gd name="connsiteX3" fmla="*/ 1146253 w 1146253"/>
                    <a:gd name="connsiteY3" fmla="*/ 380609 h 397090"/>
                    <a:gd name="connsiteX0" fmla="*/ 0 w 1146253"/>
                    <a:gd name="connsiteY0" fmla="*/ 395886 h 395886"/>
                    <a:gd name="connsiteX1" fmla="*/ 166480 w 1146253"/>
                    <a:gd name="connsiteY1" fmla="*/ 179996 h 395886"/>
                    <a:gd name="connsiteX2" fmla="*/ 986797 w 1146253"/>
                    <a:gd name="connsiteY2" fmla="*/ 1577 h 395886"/>
                    <a:gd name="connsiteX3" fmla="*/ 1146253 w 1146253"/>
                    <a:gd name="connsiteY3" fmla="*/ 379405 h 395886"/>
                    <a:gd name="connsiteX0" fmla="*/ 95212 w 1241465"/>
                    <a:gd name="connsiteY0" fmla="*/ 395886 h 395886"/>
                    <a:gd name="connsiteX1" fmla="*/ 261692 w 1241465"/>
                    <a:gd name="connsiteY1" fmla="*/ 179996 h 395886"/>
                    <a:gd name="connsiteX2" fmla="*/ 1082009 w 1241465"/>
                    <a:gd name="connsiteY2" fmla="*/ 1577 h 395886"/>
                    <a:gd name="connsiteX3" fmla="*/ 1241465 w 1241465"/>
                    <a:gd name="connsiteY3" fmla="*/ 379405 h 395886"/>
                    <a:gd name="connsiteX0" fmla="*/ 0 w 1146253"/>
                    <a:gd name="connsiteY0" fmla="*/ 396431 h 396431"/>
                    <a:gd name="connsiteX1" fmla="*/ 166480 w 1146253"/>
                    <a:gd name="connsiteY1" fmla="*/ 180541 h 396431"/>
                    <a:gd name="connsiteX2" fmla="*/ 986797 w 1146253"/>
                    <a:gd name="connsiteY2" fmla="*/ 2122 h 396431"/>
                    <a:gd name="connsiteX3" fmla="*/ 1146253 w 1146253"/>
                    <a:gd name="connsiteY3" fmla="*/ 379950 h 396431"/>
                    <a:gd name="connsiteX0" fmla="*/ 0 w 1146253"/>
                    <a:gd name="connsiteY0" fmla="*/ 395863 h 395863"/>
                    <a:gd name="connsiteX1" fmla="*/ 334889 w 1146253"/>
                    <a:gd name="connsiteY1" fmla="*/ 254315 h 395863"/>
                    <a:gd name="connsiteX2" fmla="*/ 986797 w 1146253"/>
                    <a:gd name="connsiteY2" fmla="*/ 1554 h 395863"/>
                    <a:gd name="connsiteX3" fmla="*/ 1146253 w 1146253"/>
                    <a:gd name="connsiteY3" fmla="*/ 379382 h 395863"/>
                    <a:gd name="connsiteX0" fmla="*/ 0 w 1146253"/>
                    <a:gd name="connsiteY0" fmla="*/ 395506 h 395506"/>
                    <a:gd name="connsiteX1" fmla="*/ 334889 w 1146253"/>
                    <a:gd name="connsiteY1" fmla="*/ 253958 h 395506"/>
                    <a:gd name="connsiteX2" fmla="*/ 986797 w 1146253"/>
                    <a:gd name="connsiteY2" fmla="*/ 1197 h 395506"/>
                    <a:gd name="connsiteX3" fmla="*/ 1146253 w 1146253"/>
                    <a:gd name="connsiteY3" fmla="*/ 379025 h 395506"/>
                    <a:gd name="connsiteX0" fmla="*/ 0 w 1146253"/>
                    <a:gd name="connsiteY0" fmla="*/ 395581 h 395581"/>
                    <a:gd name="connsiteX1" fmla="*/ 334889 w 1146253"/>
                    <a:gd name="connsiteY1" fmla="*/ 254033 h 395581"/>
                    <a:gd name="connsiteX2" fmla="*/ 986797 w 1146253"/>
                    <a:gd name="connsiteY2" fmla="*/ 1272 h 395581"/>
                    <a:gd name="connsiteX3" fmla="*/ 1146253 w 1146253"/>
                    <a:gd name="connsiteY3" fmla="*/ 379100 h 395581"/>
                    <a:gd name="connsiteX0" fmla="*/ 0 w 1146253"/>
                    <a:gd name="connsiteY0" fmla="*/ 395695 h 395695"/>
                    <a:gd name="connsiteX1" fmla="*/ 242536 w 1146253"/>
                    <a:gd name="connsiteY1" fmla="*/ 226269 h 395695"/>
                    <a:gd name="connsiteX2" fmla="*/ 986797 w 1146253"/>
                    <a:gd name="connsiteY2" fmla="*/ 1386 h 395695"/>
                    <a:gd name="connsiteX3" fmla="*/ 1146253 w 1146253"/>
                    <a:gd name="connsiteY3" fmla="*/ 379214 h 395695"/>
                    <a:gd name="connsiteX0" fmla="*/ 0 w 1146253"/>
                    <a:gd name="connsiteY0" fmla="*/ 399523 h 399523"/>
                    <a:gd name="connsiteX1" fmla="*/ 242536 w 1146253"/>
                    <a:gd name="connsiteY1" fmla="*/ 230097 h 399523"/>
                    <a:gd name="connsiteX2" fmla="*/ 899876 w 1146253"/>
                    <a:gd name="connsiteY2" fmla="*/ 2116 h 399523"/>
                    <a:gd name="connsiteX3" fmla="*/ 1146253 w 1146253"/>
                    <a:gd name="connsiteY3" fmla="*/ 383042 h 399523"/>
                    <a:gd name="connsiteX0" fmla="*/ 0 w 1146253"/>
                    <a:gd name="connsiteY0" fmla="*/ 398796 h 398796"/>
                    <a:gd name="connsiteX1" fmla="*/ 242536 w 1146253"/>
                    <a:gd name="connsiteY1" fmla="*/ 229370 h 398796"/>
                    <a:gd name="connsiteX2" fmla="*/ 899876 w 1146253"/>
                    <a:gd name="connsiteY2" fmla="*/ 1389 h 398796"/>
                    <a:gd name="connsiteX3" fmla="*/ 1146253 w 1146253"/>
                    <a:gd name="connsiteY3" fmla="*/ 382315 h 398796"/>
                    <a:gd name="connsiteX0" fmla="*/ 0 w 1146253"/>
                    <a:gd name="connsiteY0" fmla="*/ 398873 h 398873"/>
                    <a:gd name="connsiteX1" fmla="*/ 242536 w 1146253"/>
                    <a:gd name="connsiteY1" fmla="*/ 229447 h 398873"/>
                    <a:gd name="connsiteX2" fmla="*/ 899876 w 1146253"/>
                    <a:gd name="connsiteY2" fmla="*/ 1466 h 398873"/>
                    <a:gd name="connsiteX3" fmla="*/ 1146253 w 1146253"/>
                    <a:gd name="connsiteY3" fmla="*/ 382392 h 398873"/>
                    <a:gd name="connsiteX0" fmla="*/ 0 w 1146253"/>
                    <a:gd name="connsiteY0" fmla="*/ 398550 h 398550"/>
                    <a:gd name="connsiteX1" fmla="*/ 250788 w 1146253"/>
                    <a:gd name="connsiteY1" fmla="*/ 312156 h 398550"/>
                    <a:gd name="connsiteX2" fmla="*/ 899876 w 1146253"/>
                    <a:gd name="connsiteY2" fmla="*/ 1143 h 398550"/>
                    <a:gd name="connsiteX3" fmla="*/ 1146253 w 1146253"/>
                    <a:gd name="connsiteY3" fmla="*/ 382069 h 398550"/>
                    <a:gd name="connsiteX0" fmla="*/ 0 w 1146253"/>
                    <a:gd name="connsiteY0" fmla="*/ 397407 h 397407"/>
                    <a:gd name="connsiteX1" fmla="*/ 899876 w 1146253"/>
                    <a:gd name="connsiteY1" fmla="*/ 0 h 397407"/>
                    <a:gd name="connsiteX2" fmla="*/ 1146253 w 1146253"/>
                    <a:gd name="connsiteY2" fmla="*/ 380926 h 397407"/>
                    <a:gd name="connsiteX0" fmla="*/ 0 w 552167"/>
                    <a:gd name="connsiteY0" fmla="*/ 405710 h 405710"/>
                    <a:gd name="connsiteX1" fmla="*/ 305790 w 552167"/>
                    <a:gd name="connsiteY1" fmla="*/ 0 h 405710"/>
                    <a:gd name="connsiteX2" fmla="*/ 552167 w 552167"/>
                    <a:gd name="connsiteY2" fmla="*/ 380926 h 405710"/>
                    <a:gd name="connsiteX0" fmla="*/ 0 w 552167"/>
                    <a:gd name="connsiteY0" fmla="*/ 405710 h 405710"/>
                    <a:gd name="connsiteX1" fmla="*/ 305790 w 552167"/>
                    <a:gd name="connsiteY1" fmla="*/ 0 h 405710"/>
                    <a:gd name="connsiteX2" fmla="*/ 552167 w 552167"/>
                    <a:gd name="connsiteY2" fmla="*/ 404297 h 405710"/>
                    <a:gd name="connsiteX0" fmla="*/ 0 w 556530"/>
                    <a:gd name="connsiteY0" fmla="*/ 405710 h 414920"/>
                    <a:gd name="connsiteX1" fmla="*/ 305790 w 556530"/>
                    <a:gd name="connsiteY1" fmla="*/ 0 h 414920"/>
                    <a:gd name="connsiteX2" fmla="*/ 556530 w 556530"/>
                    <a:gd name="connsiteY2" fmla="*/ 414920 h 414920"/>
                    <a:gd name="connsiteX0" fmla="*/ 0 w 556530"/>
                    <a:gd name="connsiteY0" fmla="*/ 405710 h 414920"/>
                    <a:gd name="connsiteX1" fmla="*/ 305790 w 556530"/>
                    <a:gd name="connsiteY1" fmla="*/ 0 h 414920"/>
                    <a:gd name="connsiteX2" fmla="*/ 556530 w 556530"/>
                    <a:gd name="connsiteY2" fmla="*/ 414920 h 414920"/>
                    <a:gd name="connsiteX0" fmla="*/ 0 w 556530"/>
                    <a:gd name="connsiteY0" fmla="*/ 405710 h 414920"/>
                    <a:gd name="connsiteX1" fmla="*/ 292700 w 556530"/>
                    <a:gd name="connsiteY1" fmla="*/ 0 h 414920"/>
                    <a:gd name="connsiteX2" fmla="*/ 556530 w 556530"/>
                    <a:gd name="connsiteY2" fmla="*/ 414920 h 414920"/>
                    <a:gd name="connsiteX0" fmla="*/ 0 w 556530"/>
                    <a:gd name="connsiteY0" fmla="*/ 405710 h 414920"/>
                    <a:gd name="connsiteX1" fmla="*/ 292700 w 556530"/>
                    <a:gd name="connsiteY1" fmla="*/ 0 h 414920"/>
                    <a:gd name="connsiteX2" fmla="*/ 556530 w 556530"/>
                    <a:gd name="connsiteY2" fmla="*/ 414920 h 414920"/>
                    <a:gd name="connsiteX0" fmla="*/ 0 w 556530"/>
                    <a:gd name="connsiteY0" fmla="*/ 405710 h 414920"/>
                    <a:gd name="connsiteX1" fmla="*/ 292700 w 556530"/>
                    <a:gd name="connsiteY1" fmla="*/ 0 h 414920"/>
                    <a:gd name="connsiteX2" fmla="*/ 556530 w 556530"/>
                    <a:gd name="connsiteY2" fmla="*/ 414920 h 414920"/>
                    <a:gd name="connsiteX0" fmla="*/ 0 w 556530"/>
                    <a:gd name="connsiteY0" fmla="*/ 405710 h 405710"/>
                    <a:gd name="connsiteX1" fmla="*/ 292700 w 556530"/>
                    <a:gd name="connsiteY1" fmla="*/ 0 h 405710"/>
                    <a:gd name="connsiteX2" fmla="*/ 556530 w 556530"/>
                    <a:gd name="connsiteY2" fmla="*/ 402172 h 405710"/>
                    <a:gd name="connsiteX0" fmla="*/ 0 w 560893"/>
                    <a:gd name="connsiteY0" fmla="*/ 405710 h 414920"/>
                    <a:gd name="connsiteX1" fmla="*/ 292700 w 560893"/>
                    <a:gd name="connsiteY1" fmla="*/ 0 h 414920"/>
                    <a:gd name="connsiteX2" fmla="*/ 560893 w 560893"/>
                    <a:gd name="connsiteY2" fmla="*/ 414920 h 414920"/>
                    <a:gd name="connsiteX0" fmla="*/ 0 w 556530"/>
                    <a:gd name="connsiteY0" fmla="*/ 405710 h 405710"/>
                    <a:gd name="connsiteX1" fmla="*/ 292700 w 556530"/>
                    <a:gd name="connsiteY1" fmla="*/ 0 h 405710"/>
                    <a:gd name="connsiteX2" fmla="*/ 556530 w 556530"/>
                    <a:gd name="connsiteY2" fmla="*/ 404297 h 4057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556530" h="405710">
                      <a:moveTo>
                        <a:pt x="0" y="405710"/>
                      </a:moveTo>
                      <a:cubicBezTo>
                        <a:pt x="95840" y="293173"/>
                        <a:pt x="162747" y="623"/>
                        <a:pt x="292700" y="0"/>
                      </a:cubicBezTo>
                      <a:cubicBezTo>
                        <a:pt x="428711" y="6078"/>
                        <a:pt x="506998" y="325994"/>
                        <a:pt x="556530" y="404297"/>
                      </a:cubicBezTo>
                    </a:path>
                  </a:pathLst>
                </a:custGeom>
                <a:gradFill flip="none" rotWithShape="1">
                  <a:gsLst>
                    <a:gs pos="100000">
                      <a:srgbClr val="5AB359"/>
                    </a:gs>
                    <a:gs pos="81000">
                      <a:srgbClr val="9FD276"/>
                    </a:gs>
                    <a:gs pos="2000">
                      <a:srgbClr val="F8FBC7"/>
                    </a:gs>
                  </a:gsLst>
                  <a:lin ang="10800000" scaled="1"/>
                  <a:tileRect/>
                </a:gradFill>
                <a:ln w="127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A" dirty="0"/>
                </a:p>
              </p:txBody>
            </p:sp>
            <p:cxnSp>
              <p:nvCxnSpPr>
                <p:cNvPr id="32" name="Straight Connector 31">
                  <a:extLst>
                    <a:ext uri="{FF2B5EF4-FFF2-40B4-BE49-F238E27FC236}">
                      <a16:creationId xmlns:a16="http://schemas.microsoft.com/office/drawing/2014/main" id="{9573AE9E-6E0E-91AE-344E-E63503C974D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996023" y="5860190"/>
                  <a:ext cx="1764280" cy="1989"/>
                </a:xfrm>
                <a:prstGeom prst="line">
                  <a:avLst/>
                </a:prstGeom>
                <a:ln w="12700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>
                  <a:extLst>
                    <a:ext uri="{FF2B5EF4-FFF2-40B4-BE49-F238E27FC236}">
                      <a16:creationId xmlns:a16="http://schemas.microsoft.com/office/drawing/2014/main" id="{7D843846-DAFF-7CC5-AAAD-D4B2EF2C29E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996023" y="3368265"/>
                  <a:ext cx="1764280" cy="0"/>
                </a:xfrm>
                <a:prstGeom prst="line">
                  <a:avLst/>
                </a:prstGeom>
                <a:ln w="12700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43" name="Freeform 42">
                  <a:extLst>
                    <a:ext uri="{FF2B5EF4-FFF2-40B4-BE49-F238E27FC236}">
                      <a16:creationId xmlns:a16="http://schemas.microsoft.com/office/drawing/2014/main" id="{FD720547-6DC5-5A06-F52C-7A10F807E5A6}"/>
                    </a:ext>
                  </a:extLst>
                </p:cNvPr>
                <p:cNvSpPr/>
                <p:nvPr/>
              </p:nvSpPr>
              <p:spPr>
                <a:xfrm flipH="1">
                  <a:off x="1341148" y="5227664"/>
                  <a:ext cx="1764280" cy="637340"/>
                </a:xfrm>
                <a:custGeom>
                  <a:avLst/>
                  <a:gdLst>
                    <a:gd name="connsiteX0" fmla="*/ 0 w 914400"/>
                    <a:gd name="connsiteY0" fmla="*/ 950271 h 968201"/>
                    <a:gd name="connsiteX1" fmla="*/ 376518 w 914400"/>
                    <a:gd name="connsiteY1" fmla="*/ 13 h 968201"/>
                    <a:gd name="connsiteX2" fmla="*/ 896470 w 914400"/>
                    <a:gd name="connsiteY2" fmla="*/ 968201 h 968201"/>
                    <a:gd name="connsiteX3" fmla="*/ 896470 w 914400"/>
                    <a:gd name="connsiteY3" fmla="*/ 968201 h 968201"/>
                    <a:gd name="connsiteX4" fmla="*/ 914400 w 914400"/>
                    <a:gd name="connsiteY4" fmla="*/ 968201 h 968201"/>
                    <a:gd name="connsiteX0" fmla="*/ 0 w 914400"/>
                    <a:gd name="connsiteY0" fmla="*/ 791293 h 809223"/>
                    <a:gd name="connsiteX1" fmla="*/ 439628 w 914400"/>
                    <a:gd name="connsiteY1" fmla="*/ 21 h 809223"/>
                    <a:gd name="connsiteX2" fmla="*/ 896470 w 914400"/>
                    <a:gd name="connsiteY2" fmla="*/ 809223 h 809223"/>
                    <a:gd name="connsiteX3" fmla="*/ 896470 w 914400"/>
                    <a:gd name="connsiteY3" fmla="*/ 809223 h 809223"/>
                    <a:gd name="connsiteX4" fmla="*/ 914400 w 914400"/>
                    <a:gd name="connsiteY4" fmla="*/ 809223 h 809223"/>
                    <a:gd name="connsiteX0" fmla="*/ 0 w 914400"/>
                    <a:gd name="connsiteY0" fmla="*/ 876926 h 894856"/>
                    <a:gd name="connsiteX1" fmla="*/ 439628 w 914400"/>
                    <a:gd name="connsiteY1" fmla="*/ 85654 h 894856"/>
                    <a:gd name="connsiteX2" fmla="*/ 896470 w 914400"/>
                    <a:gd name="connsiteY2" fmla="*/ 894856 h 894856"/>
                    <a:gd name="connsiteX3" fmla="*/ 896470 w 914400"/>
                    <a:gd name="connsiteY3" fmla="*/ 894856 h 894856"/>
                    <a:gd name="connsiteX4" fmla="*/ 914400 w 914400"/>
                    <a:gd name="connsiteY4" fmla="*/ 894856 h 894856"/>
                    <a:gd name="connsiteX0" fmla="*/ 0 w 914400"/>
                    <a:gd name="connsiteY0" fmla="*/ 918291 h 936221"/>
                    <a:gd name="connsiteX1" fmla="*/ 547770 w 914400"/>
                    <a:gd name="connsiteY1" fmla="*/ 83236 h 936221"/>
                    <a:gd name="connsiteX2" fmla="*/ 896470 w 914400"/>
                    <a:gd name="connsiteY2" fmla="*/ 936221 h 936221"/>
                    <a:gd name="connsiteX3" fmla="*/ 896470 w 914400"/>
                    <a:gd name="connsiteY3" fmla="*/ 936221 h 936221"/>
                    <a:gd name="connsiteX4" fmla="*/ 914400 w 914400"/>
                    <a:gd name="connsiteY4" fmla="*/ 936221 h 936221"/>
                    <a:gd name="connsiteX0" fmla="*/ 0 w 914400"/>
                    <a:gd name="connsiteY0" fmla="*/ 835213 h 853143"/>
                    <a:gd name="connsiteX1" fmla="*/ 547770 w 914400"/>
                    <a:gd name="connsiteY1" fmla="*/ 158 h 853143"/>
                    <a:gd name="connsiteX2" fmla="*/ 896470 w 914400"/>
                    <a:gd name="connsiteY2" fmla="*/ 853143 h 853143"/>
                    <a:gd name="connsiteX3" fmla="*/ 896470 w 914400"/>
                    <a:gd name="connsiteY3" fmla="*/ 853143 h 853143"/>
                    <a:gd name="connsiteX4" fmla="*/ 914400 w 914400"/>
                    <a:gd name="connsiteY4" fmla="*/ 853143 h 853143"/>
                    <a:gd name="connsiteX0" fmla="*/ 0 w 914400"/>
                    <a:gd name="connsiteY0" fmla="*/ 791451 h 809381"/>
                    <a:gd name="connsiteX1" fmla="*/ 640463 w 914400"/>
                    <a:gd name="connsiteY1" fmla="*/ 179 h 809381"/>
                    <a:gd name="connsiteX2" fmla="*/ 896470 w 914400"/>
                    <a:gd name="connsiteY2" fmla="*/ 809381 h 809381"/>
                    <a:gd name="connsiteX3" fmla="*/ 896470 w 914400"/>
                    <a:gd name="connsiteY3" fmla="*/ 809381 h 809381"/>
                    <a:gd name="connsiteX4" fmla="*/ 914400 w 914400"/>
                    <a:gd name="connsiteY4" fmla="*/ 809381 h 809381"/>
                    <a:gd name="connsiteX0" fmla="*/ 0 w 914400"/>
                    <a:gd name="connsiteY0" fmla="*/ 813339 h 831269"/>
                    <a:gd name="connsiteX1" fmla="*/ 640463 w 914400"/>
                    <a:gd name="connsiteY1" fmla="*/ 22067 h 831269"/>
                    <a:gd name="connsiteX2" fmla="*/ 896470 w 914400"/>
                    <a:gd name="connsiteY2" fmla="*/ 831269 h 831269"/>
                    <a:gd name="connsiteX3" fmla="*/ 896470 w 914400"/>
                    <a:gd name="connsiteY3" fmla="*/ 831269 h 831269"/>
                    <a:gd name="connsiteX4" fmla="*/ 914400 w 914400"/>
                    <a:gd name="connsiteY4" fmla="*/ 831269 h 831269"/>
                    <a:gd name="connsiteX0" fmla="*/ 0 w 914400"/>
                    <a:gd name="connsiteY0" fmla="*/ 827648 h 845578"/>
                    <a:gd name="connsiteX1" fmla="*/ 424180 w 914400"/>
                    <a:gd name="connsiteY1" fmla="*/ 21781 h 845578"/>
                    <a:gd name="connsiteX2" fmla="*/ 896470 w 914400"/>
                    <a:gd name="connsiteY2" fmla="*/ 845578 h 845578"/>
                    <a:gd name="connsiteX3" fmla="*/ 896470 w 914400"/>
                    <a:gd name="connsiteY3" fmla="*/ 845578 h 845578"/>
                    <a:gd name="connsiteX4" fmla="*/ 914400 w 914400"/>
                    <a:gd name="connsiteY4" fmla="*/ 845578 h 845578"/>
                    <a:gd name="connsiteX0" fmla="*/ 0 w 914400"/>
                    <a:gd name="connsiteY0" fmla="*/ 806228 h 824158"/>
                    <a:gd name="connsiteX1" fmla="*/ 424180 w 914400"/>
                    <a:gd name="connsiteY1" fmla="*/ 361 h 824158"/>
                    <a:gd name="connsiteX2" fmla="*/ 896470 w 914400"/>
                    <a:gd name="connsiteY2" fmla="*/ 824158 h 824158"/>
                    <a:gd name="connsiteX3" fmla="*/ 896470 w 914400"/>
                    <a:gd name="connsiteY3" fmla="*/ 824158 h 824158"/>
                    <a:gd name="connsiteX4" fmla="*/ 914400 w 914400"/>
                    <a:gd name="connsiteY4" fmla="*/ 824158 h 824158"/>
                    <a:gd name="connsiteX0" fmla="*/ 0 w 914400"/>
                    <a:gd name="connsiteY0" fmla="*/ 879172 h 897102"/>
                    <a:gd name="connsiteX1" fmla="*/ 455077 w 914400"/>
                    <a:gd name="connsiteY1" fmla="*/ 332 h 897102"/>
                    <a:gd name="connsiteX2" fmla="*/ 896470 w 914400"/>
                    <a:gd name="connsiteY2" fmla="*/ 897102 h 897102"/>
                    <a:gd name="connsiteX3" fmla="*/ 896470 w 914400"/>
                    <a:gd name="connsiteY3" fmla="*/ 897102 h 897102"/>
                    <a:gd name="connsiteX4" fmla="*/ 914400 w 914400"/>
                    <a:gd name="connsiteY4" fmla="*/ 897102 h 897102"/>
                    <a:gd name="connsiteX0" fmla="*/ 0 w 1115234"/>
                    <a:gd name="connsiteY0" fmla="*/ 879172 h 897102"/>
                    <a:gd name="connsiteX1" fmla="*/ 455077 w 1115234"/>
                    <a:gd name="connsiteY1" fmla="*/ 332 h 897102"/>
                    <a:gd name="connsiteX2" fmla="*/ 896470 w 1115234"/>
                    <a:gd name="connsiteY2" fmla="*/ 897102 h 897102"/>
                    <a:gd name="connsiteX3" fmla="*/ 896470 w 1115234"/>
                    <a:gd name="connsiteY3" fmla="*/ 897102 h 897102"/>
                    <a:gd name="connsiteX4" fmla="*/ 1115234 w 1115234"/>
                    <a:gd name="connsiteY4" fmla="*/ 882507 h 897102"/>
                    <a:gd name="connsiteX0" fmla="*/ 0 w 1115234"/>
                    <a:gd name="connsiteY0" fmla="*/ 879172 h 897102"/>
                    <a:gd name="connsiteX1" fmla="*/ 455077 w 1115234"/>
                    <a:gd name="connsiteY1" fmla="*/ 332 h 897102"/>
                    <a:gd name="connsiteX2" fmla="*/ 896470 w 1115234"/>
                    <a:gd name="connsiteY2" fmla="*/ 897102 h 897102"/>
                    <a:gd name="connsiteX3" fmla="*/ 1081855 w 1115234"/>
                    <a:gd name="connsiteY3" fmla="*/ 882508 h 897102"/>
                    <a:gd name="connsiteX4" fmla="*/ 1115234 w 1115234"/>
                    <a:gd name="connsiteY4" fmla="*/ 882507 h 897102"/>
                    <a:gd name="connsiteX0" fmla="*/ 0 w 1115234"/>
                    <a:gd name="connsiteY0" fmla="*/ 878948 h 882284"/>
                    <a:gd name="connsiteX1" fmla="*/ 455077 w 1115234"/>
                    <a:gd name="connsiteY1" fmla="*/ 108 h 882284"/>
                    <a:gd name="connsiteX2" fmla="*/ 1057788 w 1115234"/>
                    <a:gd name="connsiteY2" fmla="*/ 813307 h 882284"/>
                    <a:gd name="connsiteX3" fmla="*/ 1081855 w 1115234"/>
                    <a:gd name="connsiteY3" fmla="*/ 882284 h 882284"/>
                    <a:gd name="connsiteX4" fmla="*/ 1115234 w 1115234"/>
                    <a:gd name="connsiteY4" fmla="*/ 882283 h 882284"/>
                    <a:gd name="connsiteX0" fmla="*/ 0 w 1141253"/>
                    <a:gd name="connsiteY0" fmla="*/ 878948 h 882284"/>
                    <a:gd name="connsiteX1" fmla="*/ 455077 w 1141253"/>
                    <a:gd name="connsiteY1" fmla="*/ 108 h 882284"/>
                    <a:gd name="connsiteX2" fmla="*/ 1057788 w 1141253"/>
                    <a:gd name="connsiteY2" fmla="*/ 813307 h 882284"/>
                    <a:gd name="connsiteX3" fmla="*/ 1081855 w 1141253"/>
                    <a:gd name="connsiteY3" fmla="*/ 882284 h 882284"/>
                    <a:gd name="connsiteX4" fmla="*/ 1141253 w 1141253"/>
                    <a:gd name="connsiteY4" fmla="*/ 862619 h 882284"/>
                    <a:gd name="connsiteX0" fmla="*/ 0 w 1081855"/>
                    <a:gd name="connsiteY0" fmla="*/ 878948 h 882284"/>
                    <a:gd name="connsiteX1" fmla="*/ 455077 w 1081855"/>
                    <a:gd name="connsiteY1" fmla="*/ 108 h 882284"/>
                    <a:gd name="connsiteX2" fmla="*/ 1057788 w 1081855"/>
                    <a:gd name="connsiteY2" fmla="*/ 813307 h 882284"/>
                    <a:gd name="connsiteX3" fmla="*/ 1081855 w 1081855"/>
                    <a:gd name="connsiteY3" fmla="*/ 882284 h 882284"/>
                    <a:gd name="connsiteX0" fmla="*/ 0 w 1057788"/>
                    <a:gd name="connsiteY0" fmla="*/ 878948 h 878948"/>
                    <a:gd name="connsiteX1" fmla="*/ 455077 w 1057788"/>
                    <a:gd name="connsiteY1" fmla="*/ 108 h 878948"/>
                    <a:gd name="connsiteX2" fmla="*/ 1057788 w 1057788"/>
                    <a:gd name="connsiteY2" fmla="*/ 813307 h 878948"/>
                    <a:gd name="connsiteX0" fmla="*/ 0 w 1146253"/>
                    <a:gd name="connsiteY0" fmla="*/ 878847 h 878847"/>
                    <a:gd name="connsiteX1" fmla="*/ 455077 w 1146253"/>
                    <a:gd name="connsiteY1" fmla="*/ 7 h 878847"/>
                    <a:gd name="connsiteX2" fmla="*/ 1146253 w 1146253"/>
                    <a:gd name="connsiteY2" fmla="*/ 862366 h 878847"/>
                    <a:gd name="connsiteX0" fmla="*/ 0 w 1146253"/>
                    <a:gd name="connsiteY0" fmla="*/ 886730 h 886730"/>
                    <a:gd name="connsiteX1" fmla="*/ 455077 w 1146253"/>
                    <a:gd name="connsiteY1" fmla="*/ 7890 h 886730"/>
                    <a:gd name="connsiteX2" fmla="*/ 901419 w 1146253"/>
                    <a:gd name="connsiteY2" fmla="*/ 476918 h 886730"/>
                    <a:gd name="connsiteX3" fmla="*/ 1146253 w 1146253"/>
                    <a:gd name="connsiteY3" fmla="*/ 870249 h 886730"/>
                    <a:gd name="connsiteX0" fmla="*/ 0 w 1146253"/>
                    <a:gd name="connsiteY0" fmla="*/ 893192 h 893192"/>
                    <a:gd name="connsiteX1" fmla="*/ 455077 w 1146253"/>
                    <a:gd name="connsiteY1" fmla="*/ 14352 h 893192"/>
                    <a:gd name="connsiteX2" fmla="*/ 1005495 w 1146253"/>
                    <a:gd name="connsiteY2" fmla="*/ 385060 h 893192"/>
                    <a:gd name="connsiteX3" fmla="*/ 1146253 w 1146253"/>
                    <a:gd name="connsiteY3" fmla="*/ 876711 h 893192"/>
                    <a:gd name="connsiteX0" fmla="*/ 0 w 1146253"/>
                    <a:gd name="connsiteY0" fmla="*/ 888633 h 888633"/>
                    <a:gd name="connsiteX1" fmla="*/ 455077 w 1146253"/>
                    <a:gd name="connsiteY1" fmla="*/ 9793 h 888633"/>
                    <a:gd name="connsiteX2" fmla="*/ 1005495 w 1146253"/>
                    <a:gd name="connsiteY2" fmla="*/ 380501 h 888633"/>
                    <a:gd name="connsiteX3" fmla="*/ 1146253 w 1146253"/>
                    <a:gd name="connsiteY3" fmla="*/ 872152 h 888633"/>
                    <a:gd name="connsiteX0" fmla="*/ 0 w 1146253"/>
                    <a:gd name="connsiteY0" fmla="*/ 887498 h 887498"/>
                    <a:gd name="connsiteX1" fmla="*/ 455077 w 1146253"/>
                    <a:gd name="connsiteY1" fmla="*/ 8658 h 887498"/>
                    <a:gd name="connsiteX2" fmla="*/ 1005495 w 1146253"/>
                    <a:gd name="connsiteY2" fmla="*/ 379366 h 887498"/>
                    <a:gd name="connsiteX3" fmla="*/ 1146253 w 1146253"/>
                    <a:gd name="connsiteY3" fmla="*/ 871017 h 887498"/>
                    <a:gd name="connsiteX0" fmla="*/ 0 w 1146253"/>
                    <a:gd name="connsiteY0" fmla="*/ 887498 h 887498"/>
                    <a:gd name="connsiteX1" fmla="*/ 455077 w 1146253"/>
                    <a:gd name="connsiteY1" fmla="*/ 8658 h 887498"/>
                    <a:gd name="connsiteX2" fmla="*/ 1005495 w 1146253"/>
                    <a:gd name="connsiteY2" fmla="*/ 379366 h 887498"/>
                    <a:gd name="connsiteX3" fmla="*/ 1146253 w 1146253"/>
                    <a:gd name="connsiteY3" fmla="*/ 871017 h 887498"/>
                    <a:gd name="connsiteX0" fmla="*/ 0 w 1146253"/>
                    <a:gd name="connsiteY0" fmla="*/ 709220 h 709220"/>
                    <a:gd name="connsiteX1" fmla="*/ 335391 w 1146253"/>
                    <a:gd name="connsiteY1" fmla="*/ 12272 h 709220"/>
                    <a:gd name="connsiteX2" fmla="*/ 1005495 w 1146253"/>
                    <a:gd name="connsiteY2" fmla="*/ 201088 h 709220"/>
                    <a:gd name="connsiteX3" fmla="*/ 1146253 w 1146253"/>
                    <a:gd name="connsiteY3" fmla="*/ 692739 h 709220"/>
                    <a:gd name="connsiteX0" fmla="*/ 0 w 1146253"/>
                    <a:gd name="connsiteY0" fmla="*/ 709912 h 709912"/>
                    <a:gd name="connsiteX1" fmla="*/ 335391 w 1146253"/>
                    <a:gd name="connsiteY1" fmla="*/ 12964 h 709912"/>
                    <a:gd name="connsiteX2" fmla="*/ 911828 w 1146253"/>
                    <a:gd name="connsiteY2" fmla="*/ 191947 h 709912"/>
                    <a:gd name="connsiteX3" fmla="*/ 1146253 w 1146253"/>
                    <a:gd name="connsiteY3" fmla="*/ 693431 h 709912"/>
                    <a:gd name="connsiteX0" fmla="*/ 0 w 1146253"/>
                    <a:gd name="connsiteY0" fmla="*/ 709912 h 709912"/>
                    <a:gd name="connsiteX1" fmla="*/ 335391 w 1146253"/>
                    <a:gd name="connsiteY1" fmla="*/ 12964 h 709912"/>
                    <a:gd name="connsiteX2" fmla="*/ 911828 w 1146253"/>
                    <a:gd name="connsiteY2" fmla="*/ 191947 h 709912"/>
                    <a:gd name="connsiteX3" fmla="*/ 1146253 w 1146253"/>
                    <a:gd name="connsiteY3" fmla="*/ 693431 h 709912"/>
                    <a:gd name="connsiteX0" fmla="*/ 0 w 1146253"/>
                    <a:gd name="connsiteY0" fmla="*/ 717500 h 717500"/>
                    <a:gd name="connsiteX1" fmla="*/ 335391 w 1146253"/>
                    <a:gd name="connsiteY1" fmla="*/ 20552 h 717500"/>
                    <a:gd name="connsiteX2" fmla="*/ 911828 w 1146253"/>
                    <a:gd name="connsiteY2" fmla="*/ 199535 h 717500"/>
                    <a:gd name="connsiteX3" fmla="*/ 1146253 w 1146253"/>
                    <a:gd name="connsiteY3" fmla="*/ 701019 h 717500"/>
                    <a:gd name="connsiteX0" fmla="*/ 0 w 1146253"/>
                    <a:gd name="connsiteY0" fmla="*/ 530916 h 530916"/>
                    <a:gd name="connsiteX1" fmla="*/ 293761 w 1146253"/>
                    <a:gd name="connsiteY1" fmla="*/ 178088 h 530916"/>
                    <a:gd name="connsiteX2" fmla="*/ 911828 w 1146253"/>
                    <a:gd name="connsiteY2" fmla="*/ 12951 h 530916"/>
                    <a:gd name="connsiteX3" fmla="*/ 1146253 w 1146253"/>
                    <a:gd name="connsiteY3" fmla="*/ 514435 h 530916"/>
                    <a:gd name="connsiteX0" fmla="*/ 0 w 1146253"/>
                    <a:gd name="connsiteY0" fmla="*/ 533602 h 533602"/>
                    <a:gd name="connsiteX1" fmla="*/ 293761 w 1146253"/>
                    <a:gd name="connsiteY1" fmla="*/ 180774 h 533602"/>
                    <a:gd name="connsiteX2" fmla="*/ 911828 w 1146253"/>
                    <a:gd name="connsiteY2" fmla="*/ 15637 h 533602"/>
                    <a:gd name="connsiteX3" fmla="*/ 1146253 w 1146253"/>
                    <a:gd name="connsiteY3" fmla="*/ 517121 h 533602"/>
                    <a:gd name="connsiteX0" fmla="*/ 0 w 1146253"/>
                    <a:gd name="connsiteY0" fmla="*/ 527286 h 527286"/>
                    <a:gd name="connsiteX1" fmla="*/ 293761 w 1146253"/>
                    <a:gd name="connsiteY1" fmla="*/ 174458 h 527286"/>
                    <a:gd name="connsiteX2" fmla="*/ 911828 w 1146253"/>
                    <a:gd name="connsiteY2" fmla="*/ 9321 h 527286"/>
                    <a:gd name="connsiteX3" fmla="*/ 1146253 w 1146253"/>
                    <a:gd name="connsiteY3" fmla="*/ 510805 h 527286"/>
                    <a:gd name="connsiteX0" fmla="*/ 0 w 1146253"/>
                    <a:gd name="connsiteY0" fmla="*/ 530915 h 530915"/>
                    <a:gd name="connsiteX1" fmla="*/ 293761 w 1146253"/>
                    <a:gd name="connsiteY1" fmla="*/ 178087 h 530915"/>
                    <a:gd name="connsiteX2" fmla="*/ 911828 w 1146253"/>
                    <a:gd name="connsiteY2" fmla="*/ 12950 h 530915"/>
                    <a:gd name="connsiteX3" fmla="*/ 1146253 w 1146253"/>
                    <a:gd name="connsiteY3" fmla="*/ 514434 h 530915"/>
                    <a:gd name="connsiteX0" fmla="*/ 0 w 1146253"/>
                    <a:gd name="connsiteY0" fmla="*/ 535588 h 535588"/>
                    <a:gd name="connsiteX1" fmla="*/ 293761 w 1146253"/>
                    <a:gd name="connsiteY1" fmla="*/ 182760 h 535588"/>
                    <a:gd name="connsiteX2" fmla="*/ 911828 w 1146253"/>
                    <a:gd name="connsiteY2" fmla="*/ 17623 h 535588"/>
                    <a:gd name="connsiteX3" fmla="*/ 1146253 w 1146253"/>
                    <a:gd name="connsiteY3" fmla="*/ 519107 h 535588"/>
                    <a:gd name="connsiteX0" fmla="*/ 0 w 1146253"/>
                    <a:gd name="connsiteY0" fmla="*/ 529452 h 529452"/>
                    <a:gd name="connsiteX1" fmla="*/ 293761 w 1146253"/>
                    <a:gd name="connsiteY1" fmla="*/ 176624 h 529452"/>
                    <a:gd name="connsiteX2" fmla="*/ 911828 w 1146253"/>
                    <a:gd name="connsiteY2" fmla="*/ 11487 h 529452"/>
                    <a:gd name="connsiteX3" fmla="*/ 1146253 w 1146253"/>
                    <a:gd name="connsiteY3" fmla="*/ 512971 h 529452"/>
                    <a:gd name="connsiteX0" fmla="*/ 0 w 1146253"/>
                    <a:gd name="connsiteY0" fmla="*/ 529452 h 529452"/>
                    <a:gd name="connsiteX1" fmla="*/ 293761 w 1146253"/>
                    <a:gd name="connsiteY1" fmla="*/ 176624 h 529452"/>
                    <a:gd name="connsiteX2" fmla="*/ 911828 w 1146253"/>
                    <a:gd name="connsiteY2" fmla="*/ 11487 h 529452"/>
                    <a:gd name="connsiteX3" fmla="*/ 1146253 w 1146253"/>
                    <a:gd name="connsiteY3" fmla="*/ 512971 h 529452"/>
                    <a:gd name="connsiteX0" fmla="*/ 0 w 1146253"/>
                    <a:gd name="connsiteY0" fmla="*/ 524406 h 524406"/>
                    <a:gd name="connsiteX1" fmla="*/ 175114 w 1146253"/>
                    <a:gd name="connsiteY1" fmla="*/ 329430 h 524406"/>
                    <a:gd name="connsiteX2" fmla="*/ 911828 w 1146253"/>
                    <a:gd name="connsiteY2" fmla="*/ 6441 h 524406"/>
                    <a:gd name="connsiteX3" fmla="*/ 1146253 w 1146253"/>
                    <a:gd name="connsiteY3" fmla="*/ 507925 h 524406"/>
                    <a:gd name="connsiteX0" fmla="*/ 0 w 1146253"/>
                    <a:gd name="connsiteY0" fmla="*/ 425737 h 425737"/>
                    <a:gd name="connsiteX1" fmla="*/ 175114 w 1146253"/>
                    <a:gd name="connsiteY1" fmla="*/ 230761 h 425737"/>
                    <a:gd name="connsiteX2" fmla="*/ 971151 w 1146253"/>
                    <a:gd name="connsiteY2" fmla="*/ 9249 h 425737"/>
                    <a:gd name="connsiteX3" fmla="*/ 1146253 w 1146253"/>
                    <a:gd name="connsiteY3" fmla="*/ 409256 h 425737"/>
                    <a:gd name="connsiteX0" fmla="*/ 0 w 1146253"/>
                    <a:gd name="connsiteY0" fmla="*/ 425737 h 425737"/>
                    <a:gd name="connsiteX1" fmla="*/ 175114 w 1146253"/>
                    <a:gd name="connsiteY1" fmla="*/ 230761 h 425737"/>
                    <a:gd name="connsiteX2" fmla="*/ 971151 w 1146253"/>
                    <a:gd name="connsiteY2" fmla="*/ 9249 h 425737"/>
                    <a:gd name="connsiteX3" fmla="*/ 1146253 w 1146253"/>
                    <a:gd name="connsiteY3" fmla="*/ 409256 h 425737"/>
                    <a:gd name="connsiteX0" fmla="*/ 0 w 1146253"/>
                    <a:gd name="connsiteY0" fmla="*/ 491678 h 491678"/>
                    <a:gd name="connsiteX1" fmla="*/ 175114 w 1146253"/>
                    <a:gd name="connsiteY1" fmla="*/ 296702 h 491678"/>
                    <a:gd name="connsiteX2" fmla="*/ 812956 w 1146253"/>
                    <a:gd name="connsiteY2" fmla="*/ 7539 h 491678"/>
                    <a:gd name="connsiteX3" fmla="*/ 1146253 w 1146253"/>
                    <a:gd name="connsiteY3" fmla="*/ 475197 h 491678"/>
                    <a:gd name="connsiteX0" fmla="*/ 0 w 1146253"/>
                    <a:gd name="connsiteY0" fmla="*/ 484139 h 484139"/>
                    <a:gd name="connsiteX1" fmla="*/ 175114 w 1146253"/>
                    <a:gd name="connsiteY1" fmla="*/ 289163 h 484139"/>
                    <a:gd name="connsiteX2" fmla="*/ 812956 w 1146253"/>
                    <a:gd name="connsiteY2" fmla="*/ 0 h 484139"/>
                    <a:gd name="connsiteX3" fmla="*/ 1146253 w 1146253"/>
                    <a:gd name="connsiteY3" fmla="*/ 467658 h 484139"/>
                    <a:gd name="connsiteX0" fmla="*/ 0 w 1146253"/>
                    <a:gd name="connsiteY0" fmla="*/ 484139 h 484139"/>
                    <a:gd name="connsiteX1" fmla="*/ 175114 w 1146253"/>
                    <a:gd name="connsiteY1" fmla="*/ 289163 h 484139"/>
                    <a:gd name="connsiteX2" fmla="*/ 812956 w 1146253"/>
                    <a:gd name="connsiteY2" fmla="*/ 0 h 484139"/>
                    <a:gd name="connsiteX3" fmla="*/ 1146253 w 1146253"/>
                    <a:gd name="connsiteY3" fmla="*/ 467658 h 484139"/>
                    <a:gd name="connsiteX0" fmla="*/ 0 w 1146253"/>
                    <a:gd name="connsiteY0" fmla="*/ 484139 h 484139"/>
                    <a:gd name="connsiteX1" fmla="*/ 175114 w 1146253"/>
                    <a:gd name="connsiteY1" fmla="*/ 289163 h 484139"/>
                    <a:gd name="connsiteX2" fmla="*/ 812956 w 1146253"/>
                    <a:gd name="connsiteY2" fmla="*/ 0 h 484139"/>
                    <a:gd name="connsiteX3" fmla="*/ 1146253 w 1146253"/>
                    <a:gd name="connsiteY3" fmla="*/ 467658 h 484139"/>
                    <a:gd name="connsiteX0" fmla="*/ 0 w 1146253"/>
                    <a:gd name="connsiteY0" fmla="*/ 484139 h 484139"/>
                    <a:gd name="connsiteX1" fmla="*/ 175114 w 1146253"/>
                    <a:gd name="connsiteY1" fmla="*/ 289163 h 484139"/>
                    <a:gd name="connsiteX2" fmla="*/ 812956 w 1146253"/>
                    <a:gd name="connsiteY2" fmla="*/ 0 h 484139"/>
                    <a:gd name="connsiteX3" fmla="*/ 1146253 w 1146253"/>
                    <a:gd name="connsiteY3" fmla="*/ 467658 h 484139"/>
                    <a:gd name="connsiteX0" fmla="*/ 0 w 1146253"/>
                    <a:gd name="connsiteY0" fmla="*/ 484139 h 484139"/>
                    <a:gd name="connsiteX1" fmla="*/ 158816 w 1146253"/>
                    <a:gd name="connsiteY1" fmla="*/ 239602 h 484139"/>
                    <a:gd name="connsiteX2" fmla="*/ 812956 w 1146253"/>
                    <a:gd name="connsiteY2" fmla="*/ 0 h 484139"/>
                    <a:gd name="connsiteX3" fmla="*/ 1146253 w 1146253"/>
                    <a:gd name="connsiteY3" fmla="*/ 467658 h 484139"/>
                    <a:gd name="connsiteX0" fmla="*/ 0 w 1146253"/>
                    <a:gd name="connsiteY0" fmla="*/ 484139 h 484139"/>
                    <a:gd name="connsiteX1" fmla="*/ 158816 w 1146253"/>
                    <a:gd name="connsiteY1" fmla="*/ 239602 h 484139"/>
                    <a:gd name="connsiteX2" fmla="*/ 812956 w 1146253"/>
                    <a:gd name="connsiteY2" fmla="*/ 0 h 484139"/>
                    <a:gd name="connsiteX3" fmla="*/ 1146253 w 1146253"/>
                    <a:gd name="connsiteY3" fmla="*/ 467658 h 484139"/>
                    <a:gd name="connsiteX0" fmla="*/ 0 w 1146253"/>
                    <a:gd name="connsiteY0" fmla="*/ 484139 h 484139"/>
                    <a:gd name="connsiteX1" fmla="*/ 158816 w 1146253"/>
                    <a:gd name="connsiteY1" fmla="*/ 239602 h 484139"/>
                    <a:gd name="connsiteX2" fmla="*/ 812956 w 1146253"/>
                    <a:gd name="connsiteY2" fmla="*/ 0 h 484139"/>
                    <a:gd name="connsiteX3" fmla="*/ 1146253 w 1146253"/>
                    <a:gd name="connsiteY3" fmla="*/ 467658 h 484139"/>
                    <a:gd name="connsiteX0" fmla="*/ 0 w 1146253"/>
                    <a:gd name="connsiteY0" fmla="*/ 484139 h 484139"/>
                    <a:gd name="connsiteX1" fmla="*/ 812956 w 1146253"/>
                    <a:gd name="connsiteY1" fmla="*/ 0 h 484139"/>
                    <a:gd name="connsiteX2" fmla="*/ 1146253 w 1146253"/>
                    <a:gd name="connsiteY2" fmla="*/ 467658 h 484139"/>
                    <a:gd name="connsiteX0" fmla="*/ 0 w 1146253"/>
                    <a:gd name="connsiteY0" fmla="*/ 592554 h 592554"/>
                    <a:gd name="connsiteX1" fmla="*/ 840118 w 1146253"/>
                    <a:gd name="connsiteY1" fmla="*/ 0 h 592554"/>
                    <a:gd name="connsiteX2" fmla="*/ 1146253 w 1146253"/>
                    <a:gd name="connsiteY2" fmla="*/ 576073 h 592554"/>
                    <a:gd name="connsiteX0" fmla="*/ 0 w 1146253"/>
                    <a:gd name="connsiteY0" fmla="*/ 394309 h 394309"/>
                    <a:gd name="connsiteX1" fmla="*/ 986797 w 1146253"/>
                    <a:gd name="connsiteY1" fmla="*/ 0 h 394309"/>
                    <a:gd name="connsiteX2" fmla="*/ 1146253 w 1146253"/>
                    <a:gd name="connsiteY2" fmla="*/ 377828 h 394309"/>
                    <a:gd name="connsiteX0" fmla="*/ 0 w 1146253"/>
                    <a:gd name="connsiteY0" fmla="*/ 396358 h 396358"/>
                    <a:gd name="connsiteX1" fmla="*/ 329457 w 1146253"/>
                    <a:gd name="connsiteY1" fmla="*/ 236225 h 396358"/>
                    <a:gd name="connsiteX2" fmla="*/ 986797 w 1146253"/>
                    <a:gd name="connsiteY2" fmla="*/ 2049 h 396358"/>
                    <a:gd name="connsiteX3" fmla="*/ 1146253 w 1146253"/>
                    <a:gd name="connsiteY3" fmla="*/ 379877 h 396358"/>
                    <a:gd name="connsiteX0" fmla="*/ 0 w 1146253"/>
                    <a:gd name="connsiteY0" fmla="*/ 397090 h 397090"/>
                    <a:gd name="connsiteX1" fmla="*/ 166480 w 1146253"/>
                    <a:gd name="connsiteY1" fmla="*/ 181200 h 397090"/>
                    <a:gd name="connsiteX2" fmla="*/ 986797 w 1146253"/>
                    <a:gd name="connsiteY2" fmla="*/ 2781 h 397090"/>
                    <a:gd name="connsiteX3" fmla="*/ 1146253 w 1146253"/>
                    <a:gd name="connsiteY3" fmla="*/ 380609 h 397090"/>
                    <a:gd name="connsiteX0" fmla="*/ 0 w 1146253"/>
                    <a:gd name="connsiteY0" fmla="*/ 395886 h 395886"/>
                    <a:gd name="connsiteX1" fmla="*/ 166480 w 1146253"/>
                    <a:gd name="connsiteY1" fmla="*/ 179996 h 395886"/>
                    <a:gd name="connsiteX2" fmla="*/ 986797 w 1146253"/>
                    <a:gd name="connsiteY2" fmla="*/ 1577 h 395886"/>
                    <a:gd name="connsiteX3" fmla="*/ 1146253 w 1146253"/>
                    <a:gd name="connsiteY3" fmla="*/ 379405 h 395886"/>
                    <a:gd name="connsiteX0" fmla="*/ 95212 w 1241465"/>
                    <a:gd name="connsiteY0" fmla="*/ 395886 h 395886"/>
                    <a:gd name="connsiteX1" fmla="*/ 261692 w 1241465"/>
                    <a:gd name="connsiteY1" fmla="*/ 179996 h 395886"/>
                    <a:gd name="connsiteX2" fmla="*/ 1082009 w 1241465"/>
                    <a:gd name="connsiteY2" fmla="*/ 1577 h 395886"/>
                    <a:gd name="connsiteX3" fmla="*/ 1241465 w 1241465"/>
                    <a:gd name="connsiteY3" fmla="*/ 379405 h 395886"/>
                    <a:gd name="connsiteX0" fmla="*/ 0 w 1146253"/>
                    <a:gd name="connsiteY0" fmla="*/ 396431 h 396431"/>
                    <a:gd name="connsiteX1" fmla="*/ 166480 w 1146253"/>
                    <a:gd name="connsiteY1" fmla="*/ 180541 h 396431"/>
                    <a:gd name="connsiteX2" fmla="*/ 986797 w 1146253"/>
                    <a:gd name="connsiteY2" fmla="*/ 2122 h 396431"/>
                    <a:gd name="connsiteX3" fmla="*/ 1146253 w 1146253"/>
                    <a:gd name="connsiteY3" fmla="*/ 379950 h 396431"/>
                    <a:gd name="connsiteX0" fmla="*/ 0 w 1146253"/>
                    <a:gd name="connsiteY0" fmla="*/ 395863 h 395863"/>
                    <a:gd name="connsiteX1" fmla="*/ 334889 w 1146253"/>
                    <a:gd name="connsiteY1" fmla="*/ 254315 h 395863"/>
                    <a:gd name="connsiteX2" fmla="*/ 986797 w 1146253"/>
                    <a:gd name="connsiteY2" fmla="*/ 1554 h 395863"/>
                    <a:gd name="connsiteX3" fmla="*/ 1146253 w 1146253"/>
                    <a:gd name="connsiteY3" fmla="*/ 379382 h 395863"/>
                    <a:gd name="connsiteX0" fmla="*/ 0 w 1146253"/>
                    <a:gd name="connsiteY0" fmla="*/ 395506 h 395506"/>
                    <a:gd name="connsiteX1" fmla="*/ 334889 w 1146253"/>
                    <a:gd name="connsiteY1" fmla="*/ 253958 h 395506"/>
                    <a:gd name="connsiteX2" fmla="*/ 986797 w 1146253"/>
                    <a:gd name="connsiteY2" fmla="*/ 1197 h 395506"/>
                    <a:gd name="connsiteX3" fmla="*/ 1146253 w 1146253"/>
                    <a:gd name="connsiteY3" fmla="*/ 379025 h 395506"/>
                    <a:gd name="connsiteX0" fmla="*/ 0 w 1146253"/>
                    <a:gd name="connsiteY0" fmla="*/ 395581 h 395581"/>
                    <a:gd name="connsiteX1" fmla="*/ 334889 w 1146253"/>
                    <a:gd name="connsiteY1" fmla="*/ 254033 h 395581"/>
                    <a:gd name="connsiteX2" fmla="*/ 986797 w 1146253"/>
                    <a:gd name="connsiteY2" fmla="*/ 1272 h 395581"/>
                    <a:gd name="connsiteX3" fmla="*/ 1146253 w 1146253"/>
                    <a:gd name="connsiteY3" fmla="*/ 379100 h 395581"/>
                    <a:gd name="connsiteX0" fmla="*/ 0 w 1146253"/>
                    <a:gd name="connsiteY0" fmla="*/ 395695 h 395695"/>
                    <a:gd name="connsiteX1" fmla="*/ 242536 w 1146253"/>
                    <a:gd name="connsiteY1" fmla="*/ 226269 h 395695"/>
                    <a:gd name="connsiteX2" fmla="*/ 986797 w 1146253"/>
                    <a:gd name="connsiteY2" fmla="*/ 1386 h 395695"/>
                    <a:gd name="connsiteX3" fmla="*/ 1146253 w 1146253"/>
                    <a:gd name="connsiteY3" fmla="*/ 379214 h 395695"/>
                    <a:gd name="connsiteX0" fmla="*/ 0 w 1146253"/>
                    <a:gd name="connsiteY0" fmla="*/ 399523 h 399523"/>
                    <a:gd name="connsiteX1" fmla="*/ 242536 w 1146253"/>
                    <a:gd name="connsiteY1" fmla="*/ 230097 h 399523"/>
                    <a:gd name="connsiteX2" fmla="*/ 899876 w 1146253"/>
                    <a:gd name="connsiteY2" fmla="*/ 2116 h 399523"/>
                    <a:gd name="connsiteX3" fmla="*/ 1146253 w 1146253"/>
                    <a:gd name="connsiteY3" fmla="*/ 383042 h 399523"/>
                    <a:gd name="connsiteX0" fmla="*/ 0 w 1146253"/>
                    <a:gd name="connsiteY0" fmla="*/ 398796 h 398796"/>
                    <a:gd name="connsiteX1" fmla="*/ 242536 w 1146253"/>
                    <a:gd name="connsiteY1" fmla="*/ 229370 h 398796"/>
                    <a:gd name="connsiteX2" fmla="*/ 899876 w 1146253"/>
                    <a:gd name="connsiteY2" fmla="*/ 1389 h 398796"/>
                    <a:gd name="connsiteX3" fmla="*/ 1146253 w 1146253"/>
                    <a:gd name="connsiteY3" fmla="*/ 382315 h 398796"/>
                    <a:gd name="connsiteX0" fmla="*/ 0 w 1146253"/>
                    <a:gd name="connsiteY0" fmla="*/ 398873 h 398873"/>
                    <a:gd name="connsiteX1" fmla="*/ 242536 w 1146253"/>
                    <a:gd name="connsiteY1" fmla="*/ 229447 h 398873"/>
                    <a:gd name="connsiteX2" fmla="*/ 899876 w 1146253"/>
                    <a:gd name="connsiteY2" fmla="*/ 1466 h 398873"/>
                    <a:gd name="connsiteX3" fmla="*/ 1146253 w 1146253"/>
                    <a:gd name="connsiteY3" fmla="*/ 382392 h 398873"/>
                    <a:gd name="connsiteX0" fmla="*/ 0 w 1146253"/>
                    <a:gd name="connsiteY0" fmla="*/ 398550 h 398550"/>
                    <a:gd name="connsiteX1" fmla="*/ 250788 w 1146253"/>
                    <a:gd name="connsiteY1" fmla="*/ 312156 h 398550"/>
                    <a:gd name="connsiteX2" fmla="*/ 899876 w 1146253"/>
                    <a:gd name="connsiteY2" fmla="*/ 1143 h 398550"/>
                    <a:gd name="connsiteX3" fmla="*/ 1146253 w 1146253"/>
                    <a:gd name="connsiteY3" fmla="*/ 382069 h 398550"/>
                    <a:gd name="connsiteX0" fmla="*/ 0 w 1146253"/>
                    <a:gd name="connsiteY0" fmla="*/ 392033 h 392033"/>
                    <a:gd name="connsiteX1" fmla="*/ 250788 w 1146253"/>
                    <a:gd name="connsiteY1" fmla="*/ 312511 h 392033"/>
                    <a:gd name="connsiteX2" fmla="*/ 899876 w 1146253"/>
                    <a:gd name="connsiteY2" fmla="*/ 1498 h 392033"/>
                    <a:gd name="connsiteX3" fmla="*/ 1146253 w 1146253"/>
                    <a:gd name="connsiteY3" fmla="*/ 382424 h 392033"/>
                    <a:gd name="connsiteX0" fmla="*/ 0 w 1146253"/>
                    <a:gd name="connsiteY0" fmla="*/ 397947 h 397947"/>
                    <a:gd name="connsiteX1" fmla="*/ 206402 w 1146253"/>
                    <a:gd name="connsiteY1" fmla="*/ 84790 h 397947"/>
                    <a:gd name="connsiteX2" fmla="*/ 899876 w 1146253"/>
                    <a:gd name="connsiteY2" fmla="*/ 7412 h 397947"/>
                    <a:gd name="connsiteX3" fmla="*/ 1146253 w 1146253"/>
                    <a:gd name="connsiteY3" fmla="*/ 388338 h 397947"/>
                    <a:gd name="connsiteX0" fmla="*/ 0 w 1146253"/>
                    <a:gd name="connsiteY0" fmla="*/ 392533 h 392533"/>
                    <a:gd name="connsiteX1" fmla="*/ 206402 w 1146253"/>
                    <a:gd name="connsiteY1" fmla="*/ 79376 h 392533"/>
                    <a:gd name="connsiteX2" fmla="*/ 899876 w 1146253"/>
                    <a:gd name="connsiteY2" fmla="*/ 1998 h 392533"/>
                    <a:gd name="connsiteX3" fmla="*/ 1146253 w 1146253"/>
                    <a:gd name="connsiteY3" fmla="*/ 382924 h 392533"/>
                    <a:gd name="connsiteX0" fmla="*/ 0 w 1146253"/>
                    <a:gd name="connsiteY0" fmla="*/ 391706 h 391706"/>
                    <a:gd name="connsiteX1" fmla="*/ 226888 w 1146253"/>
                    <a:gd name="connsiteY1" fmla="*/ 229724 h 391706"/>
                    <a:gd name="connsiteX2" fmla="*/ 899876 w 1146253"/>
                    <a:gd name="connsiteY2" fmla="*/ 1171 h 391706"/>
                    <a:gd name="connsiteX3" fmla="*/ 1146253 w 1146253"/>
                    <a:gd name="connsiteY3" fmla="*/ 382097 h 391706"/>
                    <a:gd name="connsiteX0" fmla="*/ 0 w 1146253"/>
                    <a:gd name="connsiteY0" fmla="*/ 419909 h 419909"/>
                    <a:gd name="connsiteX1" fmla="*/ 226888 w 1146253"/>
                    <a:gd name="connsiteY1" fmla="*/ 257927 h 419909"/>
                    <a:gd name="connsiteX2" fmla="*/ 882805 w 1146253"/>
                    <a:gd name="connsiteY2" fmla="*/ 1888 h 419909"/>
                    <a:gd name="connsiteX3" fmla="*/ 1146253 w 1146253"/>
                    <a:gd name="connsiteY3" fmla="*/ 410300 h 419909"/>
                    <a:gd name="connsiteX0" fmla="*/ 0 w 1146253"/>
                    <a:gd name="connsiteY0" fmla="*/ 418021 h 418021"/>
                    <a:gd name="connsiteX1" fmla="*/ 226888 w 1146253"/>
                    <a:gd name="connsiteY1" fmla="*/ 256039 h 418021"/>
                    <a:gd name="connsiteX2" fmla="*/ 882805 w 1146253"/>
                    <a:gd name="connsiteY2" fmla="*/ 0 h 418021"/>
                    <a:gd name="connsiteX3" fmla="*/ 1146253 w 1146253"/>
                    <a:gd name="connsiteY3" fmla="*/ 408412 h 418021"/>
                    <a:gd name="connsiteX0" fmla="*/ 0 w 1146253"/>
                    <a:gd name="connsiteY0" fmla="*/ 418021 h 418021"/>
                    <a:gd name="connsiteX1" fmla="*/ 226888 w 1146253"/>
                    <a:gd name="connsiteY1" fmla="*/ 256039 h 418021"/>
                    <a:gd name="connsiteX2" fmla="*/ 882805 w 1146253"/>
                    <a:gd name="connsiteY2" fmla="*/ 0 h 418021"/>
                    <a:gd name="connsiteX3" fmla="*/ 1146253 w 1146253"/>
                    <a:gd name="connsiteY3" fmla="*/ 408412 h 4180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146253" h="418021">
                      <a:moveTo>
                        <a:pt x="0" y="418021"/>
                      </a:moveTo>
                      <a:cubicBezTo>
                        <a:pt x="54909" y="391332"/>
                        <a:pt x="35368" y="136740"/>
                        <a:pt x="226888" y="256039"/>
                      </a:cubicBezTo>
                      <a:cubicBezTo>
                        <a:pt x="418408" y="375338"/>
                        <a:pt x="647658" y="27596"/>
                        <a:pt x="882805" y="0"/>
                      </a:cubicBezTo>
                      <a:cubicBezTo>
                        <a:pt x="1018816" y="6078"/>
                        <a:pt x="1105447" y="342857"/>
                        <a:pt x="1146253" y="408412"/>
                      </a:cubicBezTo>
                    </a:path>
                  </a:pathLst>
                </a:custGeom>
                <a:gradFill flip="none" rotWithShape="1">
                  <a:gsLst>
                    <a:gs pos="0">
                      <a:srgbClr val="DA4035"/>
                    </a:gs>
                    <a:gs pos="50000">
                      <a:srgbClr val="F7FCC9"/>
                    </a:gs>
                    <a:gs pos="37000">
                      <a:srgbClr val="FEEC9D"/>
                    </a:gs>
                    <a:gs pos="90000">
                      <a:srgbClr val="8DCB65"/>
                    </a:gs>
                    <a:gs pos="100000">
                      <a:srgbClr val="2D9C52"/>
                    </a:gs>
                  </a:gsLst>
                  <a:lin ang="10800000" scaled="0"/>
                  <a:tileRect/>
                </a:gradFill>
                <a:ln w="127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A" dirty="0"/>
                </a:p>
              </p:txBody>
            </p:sp>
            <p:cxnSp>
              <p:nvCxnSpPr>
                <p:cNvPr id="44" name="Straight Connector 43">
                  <a:extLst>
                    <a:ext uri="{FF2B5EF4-FFF2-40B4-BE49-F238E27FC236}">
                      <a16:creationId xmlns:a16="http://schemas.microsoft.com/office/drawing/2014/main" id="{1ADFDCD8-EF2C-54D9-666D-330E73B0D768}"/>
                    </a:ext>
                  </a:extLst>
                </p:cNvPr>
                <p:cNvCxnSpPr>
                  <a:cxnSpLocks/>
                  <a:stCxn id="43" idx="3"/>
                </p:cNvCxnSpPr>
                <p:nvPr/>
              </p:nvCxnSpPr>
              <p:spPr>
                <a:xfrm>
                  <a:off x="1341148" y="5850354"/>
                  <a:ext cx="1749875" cy="9836"/>
                </a:xfrm>
                <a:prstGeom prst="line">
                  <a:avLst/>
                </a:prstGeom>
                <a:ln w="12700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0" name="Straight Connector 49">
                  <a:extLst>
                    <a:ext uri="{FF2B5EF4-FFF2-40B4-BE49-F238E27FC236}">
                      <a16:creationId xmlns:a16="http://schemas.microsoft.com/office/drawing/2014/main" id="{CFD6291D-34E1-AEE9-5572-36B18F0114D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341148" y="3368265"/>
                  <a:ext cx="1764280" cy="0"/>
                </a:xfrm>
                <a:prstGeom prst="line">
                  <a:avLst/>
                </a:prstGeom>
                <a:ln w="12700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6" name="TextBox 55">
                      <a:extLst>
                        <a:ext uri="{FF2B5EF4-FFF2-40B4-BE49-F238E27FC236}">
                          <a16:creationId xmlns:a16="http://schemas.microsoft.com/office/drawing/2014/main" id="{FE5BA085-645B-AD6E-A361-395ED20F562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609342" y="1758598"/>
                      <a:ext cx="432000" cy="288000"/>
                    </a:xfrm>
                    <a:prstGeom prst="roundRect">
                      <a:avLst/>
                    </a:prstGeom>
                    <a:solidFill>
                      <a:srgbClr val="DE5441"/>
                    </a:solidFill>
                    <a:ln w="6350">
                      <a:solidFill>
                        <a:schemeClr val="tx1"/>
                      </a:solidFill>
                    </a:ln>
                  </p:spPr>
                  <p:txBody>
                    <a:bodyPr wrap="square" lIns="0" tIns="0" rIns="0" bIns="108000" anchor="ctr" anchorCtr="0">
                      <a:no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CA" sz="200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CA" sz="2000" b="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CA" sz="2000" b="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sub>
                            </m:sSub>
                          </m:oMath>
                        </m:oMathPara>
                      </a14:m>
                      <a:endParaRPr lang="en-CA" sz="2000" dirty="0">
                        <a:solidFill>
                          <a:schemeClr val="bg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56" name="TextBox 55">
                      <a:extLst>
                        <a:ext uri="{FF2B5EF4-FFF2-40B4-BE49-F238E27FC236}">
                          <a16:creationId xmlns:a16="http://schemas.microsoft.com/office/drawing/2014/main" id="{FE5BA085-645B-AD6E-A361-395ED20F562C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609342" y="1758598"/>
                      <a:ext cx="432000" cy="288000"/>
                    </a:xfrm>
                    <a:prstGeom prst="roundRect">
                      <a:avLst/>
                    </a:prstGeom>
                    <a:blipFill>
                      <a:blip r:embed="rId5"/>
                      <a:stretch>
                        <a:fillRect b="-8333"/>
                      </a:stretch>
                    </a:blipFill>
                    <a:ln w="6350">
                      <a:solidFill>
                        <a:schemeClr val="tx1"/>
                      </a:solidFill>
                    </a:ln>
                  </p:spPr>
                  <p:txBody>
                    <a:bodyPr/>
                    <a:lstStyle/>
                    <a:p>
                      <a:r>
                        <a:rPr lang="en-CA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9" name="TextBox 58">
                      <a:extLst>
                        <a:ext uri="{FF2B5EF4-FFF2-40B4-BE49-F238E27FC236}">
                          <a16:creationId xmlns:a16="http://schemas.microsoft.com/office/drawing/2014/main" id="{3C4F8C1C-4BED-857A-77C8-793E40B813C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104805" y="1765871"/>
                      <a:ext cx="432000" cy="288000"/>
                    </a:xfrm>
                    <a:prstGeom prst="roundRect">
                      <a:avLst/>
                    </a:prstGeom>
                    <a:solidFill>
                      <a:srgbClr val="5AB359"/>
                    </a:solidFill>
                    <a:ln w="6350">
                      <a:solidFill>
                        <a:schemeClr val="tx1"/>
                      </a:solidFill>
                    </a:ln>
                  </p:spPr>
                  <p:txBody>
                    <a:bodyPr wrap="square" lIns="0" tIns="0" rIns="0" bIns="108000" anchor="ctr" anchorCtr="0">
                      <a:no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CA" sz="200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CA" sz="2000" b="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CA" sz="2000" b="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sub>
                            </m:sSub>
                          </m:oMath>
                        </m:oMathPara>
                      </a14:m>
                      <a:endParaRPr lang="en-CA" sz="2000" dirty="0">
                        <a:solidFill>
                          <a:schemeClr val="bg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59" name="TextBox 58">
                      <a:extLst>
                        <a:ext uri="{FF2B5EF4-FFF2-40B4-BE49-F238E27FC236}">
                          <a16:creationId xmlns:a16="http://schemas.microsoft.com/office/drawing/2014/main" id="{3C4F8C1C-4BED-857A-77C8-793E40B813C3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104805" y="1765871"/>
                      <a:ext cx="432000" cy="288000"/>
                    </a:xfrm>
                    <a:prstGeom prst="roundRect">
                      <a:avLst/>
                    </a:prstGeom>
                    <a:blipFill>
                      <a:blip r:embed="rId6"/>
                      <a:stretch>
                        <a:fillRect l="-2857" b="-8333"/>
                      </a:stretch>
                    </a:blipFill>
                    <a:ln w="6350">
                      <a:solidFill>
                        <a:schemeClr val="tx1"/>
                      </a:solidFill>
                    </a:ln>
                  </p:spPr>
                  <p:txBody>
                    <a:bodyPr/>
                    <a:lstStyle/>
                    <a:p>
                      <a:r>
                        <a:rPr lang="en-CA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1" name="TextBox 60">
                      <a:extLst>
                        <a:ext uri="{FF2B5EF4-FFF2-40B4-BE49-F238E27FC236}">
                          <a16:creationId xmlns:a16="http://schemas.microsoft.com/office/drawing/2014/main" id="{54FC27E2-2085-1611-F09C-1AC237F203B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837964" y="4588037"/>
                      <a:ext cx="432000" cy="288000"/>
                    </a:xfrm>
                    <a:prstGeom prst="roundRect">
                      <a:avLst/>
                    </a:prstGeom>
                    <a:solidFill>
                      <a:srgbClr val="F3B37A"/>
                    </a:solidFill>
                    <a:ln w="3175">
                      <a:solidFill>
                        <a:schemeClr val="tx1"/>
                      </a:solidFill>
                    </a:ln>
                  </p:spPr>
                  <p:txBody>
                    <a:bodyPr wrap="square" lIns="0" tIns="0" rIns="0" bIns="108000" anchor="ctr" anchorCtr="0">
                      <a:no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CA" sz="200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CA" sz="2000" b="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CA" sz="2000" b="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sub>
                            </m:sSub>
                          </m:oMath>
                        </m:oMathPara>
                      </a14:m>
                      <a:endParaRPr lang="en-CA" sz="2000" dirty="0">
                        <a:solidFill>
                          <a:schemeClr val="bg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61" name="TextBox 60">
                      <a:extLst>
                        <a:ext uri="{FF2B5EF4-FFF2-40B4-BE49-F238E27FC236}">
                          <a16:creationId xmlns:a16="http://schemas.microsoft.com/office/drawing/2014/main" id="{54FC27E2-2085-1611-F09C-1AC237F203B7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837964" y="4588037"/>
                      <a:ext cx="432000" cy="288000"/>
                    </a:xfrm>
                    <a:prstGeom prst="roundRect">
                      <a:avLst/>
                    </a:prstGeom>
                    <a:blipFill>
                      <a:blip r:embed="rId7"/>
                      <a:stretch>
                        <a:fillRect l="-2857" b="-4167"/>
                      </a:stretch>
                    </a:blipFill>
                    <a:ln w="3175">
                      <a:solidFill>
                        <a:schemeClr val="tx1"/>
                      </a:solidFill>
                    </a:ln>
                  </p:spPr>
                  <p:txBody>
                    <a:bodyPr/>
                    <a:lstStyle/>
                    <a:p>
                      <a:r>
                        <a:rPr lang="en-CA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4" name="TextBox 63">
                      <a:extLst>
                        <a:ext uri="{FF2B5EF4-FFF2-40B4-BE49-F238E27FC236}">
                          <a16:creationId xmlns:a16="http://schemas.microsoft.com/office/drawing/2014/main" id="{BC893EDC-7679-AE31-B89F-0711559E75E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875954" y="4567250"/>
                      <a:ext cx="432000" cy="288000"/>
                    </a:xfrm>
                    <a:prstGeom prst="roundRect">
                      <a:avLst/>
                    </a:prstGeom>
                    <a:solidFill>
                      <a:srgbClr val="9FD276"/>
                    </a:solidFill>
                    <a:ln w="6350">
                      <a:solidFill>
                        <a:schemeClr val="tx1"/>
                      </a:solidFill>
                    </a:ln>
                  </p:spPr>
                  <p:txBody>
                    <a:bodyPr wrap="square" lIns="0" tIns="0" rIns="0" bIns="108000" anchor="ctr" anchorCtr="0">
                      <a:no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CA" sz="200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CA" sz="2000" b="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CA" sz="2000" b="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sub>
                            </m:sSub>
                          </m:oMath>
                        </m:oMathPara>
                      </a14:m>
                      <a:endParaRPr lang="en-CA" sz="2000" dirty="0">
                        <a:solidFill>
                          <a:schemeClr val="bg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64" name="TextBox 63">
                      <a:extLst>
                        <a:ext uri="{FF2B5EF4-FFF2-40B4-BE49-F238E27FC236}">
                          <a16:creationId xmlns:a16="http://schemas.microsoft.com/office/drawing/2014/main" id="{BC893EDC-7679-AE31-B89F-0711559E75E1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875954" y="4567250"/>
                      <a:ext cx="432000" cy="288000"/>
                    </a:xfrm>
                    <a:prstGeom prst="roundRect">
                      <a:avLst/>
                    </a:prstGeom>
                    <a:blipFill>
                      <a:blip r:embed="rId8"/>
                      <a:stretch>
                        <a:fillRect l="-2857" b="-8333"/>
                      </a:stretch>
                    </a:blipFill>
                    <a:ln w="6350">
                      <a:solidFill>
                        <a:schemeClr val="tx1"/>
                      </a:solidFill>
                    </a:ln>
                  </p:spPr>
                  <p:txBody>
                    <a:bodyPr/>
                    <a:lstStyle/>
                    <a:p>
                      <a:r>
                        <a:rPr lang="en-CA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67" name="Straight Connector 66">
                  <a:extLst>
                    <a:ext uri="{FF2B5EF4-FFF2-40B4-BE49-F238E27FC236}">
                      <a16:creationId xmlns:a16="http://schemas.microsoft.com/office/drawing/2014/main" id="{3BC2DE61-025F-AE7D-1D60-9F179C3C7904}"/>
                    </a:ext>
                  </a:extLst>
                </p:cNvPr>
                <p:cNvCxnSpPr>
                  <a:cxnSpLocks/>
                  <a:stCxn id="61" idx="2"/>
                </p:cNvCxnSpPr>
                <p:nvPr/>
              </p:nvCxnSpPr>
              <p:spPr>
                <a:xfrm>
                  <a:off x="2053964" y="4876037"/>
                  <a:ext cx="0" cy="984153"/>
                </a:xfrm>
                <a:prstGeom prst="line">
                  <a:avLst/>
                </a:prstGeom>
                <a:ln w="635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1" name="Straight Connector 70">
                  <a:extLst>
                    <a:ext uri="{FF2B5EF4-FFF2-40B4-BE49-F238E27FC236}">
                      <a16:creationId xmlns:a16="http://schemas.microsoft.com/office/drawing/2014/main" id="{BAFDE8F6-FB8D-1E96-9C68-355A9732C356}"/>
                    </a:ext>
                  </a:extLst>
                </p:cNvPr>
                <p:cNvCxnSpPr>
                  <a:cxnSpLocks/>
                  <a:stCxn id="56" idx="2"/>
                </p:cNvCxnSpPr>
                <p:nvPr/>
              </p:nvCxnSpPr>
              <p:spPr>
                <a:xfrm flipH="1">
                  <a:off x="1823832" y="2046598"/>
                  <a:ext cx="1510" cy="1321667"/>
                </a:xfrm>
                <a:prstGeom prst="line">
                  <a:avLst/>
                </a:prstGeom>
                <a:ln w="635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6" name="Straight Connector 75">
                  <a:extLst>
                    <a:ext uri="{FF2B5EF4-FFF2-40B4-BE49-F238E27FC236}">
                      <a16:creationId xmlns:a16="http://schemas.microsoft.com/office/drawing/2014/main" id="{2462F247-F9D8-2EDA-B909-992C700543A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315653" y="2044508"/>
                  <a:ext cx="1510" cy="1321667"/>
                </a:xfrm>
                <a:prstGeom prst="line">
                  <a:avLst/>
                </a:prstGeom>
                <a:ln w="635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7" name="Straight Connector 76">
                  <a:extLst>
                    <a:ext uri="{FF2B5EF4-FFF2-40B4-BE49-F238E27FC236}">
                      <a16:creationId xmlns:a16="http://schemas.microsoft.com/office/drawing/2014/main" id="{A245B45A-ED34-3693-515F-E471118BE304}"/>
                    </a:ext>
                  </a:extLst>
                </p:cNvPr>
                <p:cNvCxnSpPr>
                  <a:cxnSpLocks/>
                  <a:stCxn id="64" idx="2"/>
                </p:cNvCxnSpPr>
                <p:nvPr/>
              </p:nvCxnSpPr>
              <p:spPr>
                <a:xfrm flipH="1">
                  <a:off x="5090444" y="4855250"/>
                  <a:ext cx="1510" cy="1004940"/>
                </a:xfrm>
                <a:prstGeom prst="line">
                  <a:avLst/>
                </a:prstGeom>
                <a:ln w="635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pic>
              <p:nvPicPr>
                <p:cNvPr id="30" name="Graphic 29" descr="Badge 1 with solid fill">
                  <a:extLst>
                    <a:ext uri="{FF2B5EF4-FFF2-40B4-BE49-F238E27FC236}">
                      <a16:creationId xmlns:a16="http://schemas.microsoft.com/office/drawing/2014/main" id="{288D2CAA-B349-E05F-362F-7D6219B625F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96DAC541-7B7A-43D3-8B79-37D633B846F1}">
                      <asvg:svgBlip xmlns:asvg="http://schemas.microsoft.com/office/drawing/2016/SVG/main" r:embed="rId1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091023" y="1711500"/>
                  <a:ext cx="457196" cy="457196"/>
                </a:xfrm>
                <a:prstGeom prst="rect">
                  <a:avLst/>
                </a:prstGeom>
              </p:spPr>
            </p:pic>
            <p:pic>
              <p:nvPicPr>
                <p:cNvPr id="33" name="Graphic 32" descr="Badge with solid fill">
                  <a:extLst>
                    <a:ext uri="{FF2B5EF4-FFF2-40B4-BE49-F238E27FC236}">
                      <a16:creationId xmlns:a16="http://schemas.microsoft.com/office/drawing/2014/main" id="{64F94875-36AD-77E4-2FC5-A9F19382D62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1">
                  <a:extLst>
                    <a:ext uri="{96DAC541-7B7A-43D3-8B79-37D633B846F1}">
                      <asvg:svgBlip xmlns:asvg="http://schemas.microsoft.com/office/drawing/2016/SVG/main" r:embed="rId1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714262" y="1702627"/>
                  <a:ext cx="457199" cy="457199"/>
                </a:xfrm>
                <a:prstGeom prst="rect">
                  <a:avLst/>
                </a:prstGeom>
              </p:spPr>
            </p:pic>
            <p:pic>
              <p:nvPicPr>
                <p:cNvPr id="35" name="Graphic 34" descr="Badge 3 with solid fill">
                  <a:extLst>
                    <a:ext uri="{FF2B5EF4-FFF2-40B4-BE49-F238E27FC236}">
                      <a16:creationId xmlns:a16="http://schemas.microsoft.com/office/drawing/2014/main" id="{5957DBCC-BB91-921F-9E44-046CCB6BB33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3">
                  <a:extLst>
                    <a:ext uri="{96DAC541-7B7A-43D3-8B79-37D633B846F1}">
                      <asvg:svgBlip xmlns:asvg="http://schemas.microsoft.com/office/drawing/2016/SVG/main" r:embed="rId1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105428" y="4276388"/>
                  <a:ext cx="457196" cy="457196"/>
                </a:xfrm>
                <a:prstGeom prst="rect">
                  <a:avLst/>
                </a:prstGeom>
              </p:spPr>
            </p:pic>
            <p:pic>
              <p:nvPicPr>
                <p:cNvPr id="37" name="Graphic 36" descr="Badge 4 with solid fill">
                  <a:extLst>
                    <a:ext uri="{FF2B5EF4-FFF2-40B4-BE49-F238E27FC236}">
                      <a16:creationId xmlns:a16="http://schemas.microsoft.com/office/drawing/2014/main" id="{D23F529E-0085-C79E-2987-6949C6AC9C4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5">
                  <a:extLst>
                    <a:ext uri="{96DAC541-7B7A-43D3-8B79-37D633B846F1}">
                      <asvg:svgBlip xmlns:asvg="http://schemas.microsoft.com/office/drawing/2016/SVG/main" r:embed="rId1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695601" y="4279589"/>
                  <a:ext cx="452448" cy="452448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173" name="Group 172">
              <a:extLst>
                <a:ext uri="{FF2B5EF4-FFF2-40B4-BE49-F238E27FC236}">
                  <a16:creationId xmlns:a16="http://schemas.microsoft.com/office/drawing/2014/main" id="{6AD18E64-D426-7A69-F9B6-89FB127DB0F2}"/>
                </a:ext>
              </a:extLst>
            </p:cNvPr>
            <p:cNvGrpSpPr/>
            <p:nvPr/>
          </p:nvGrpSpPr>
          <p:grpSpPr>
            <a:xfrm>
              <a:off x="7523296" y="1882535"/>
              <a:ext cx="1259772" cy="1693741"/>
              <a:chOff x="7930980" y="1951082"/>
              <a:chExt cx="1259772" cy="1693741"/>
            </a:xfrm>
          </p:grpSpPr>
          <p:pic>
            <p:nvPicPr>
              <p:cNvPr id="129" name="Graphic 128" descr="Harvey Balls 100% with solid fill">
                <a:extLst>
                  <a:ext uri="{FF2B5EF4-FFF2-40B4-BE49-F238E27FC236}">
                    <a16:creationId xmlns:a16="http://schemas.microsoft.com/office/drawing/2014/main" id="{4946928B-6D91-6E59-78A0-21FFA805BCB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>
                <a:extLs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/>
              </a:stretch>
            </p:blipFill>
            <p:spPr>
              <a:xfrm>
                <a:off x="7932974" y="2390127"/>
                <a:ext cx="432000" cy="432000"/>
              </a:xfrm>
              <a:prstGeom prst="rect">
                <a:avLst/>
              </a:prstGeom>
            </p:spPr>
          </p:pic>
          <p:pic>
            <p:nvPicPr>
              <p:cNvPr id="130" name="Graphic 129" descr="Harvey Balls 100% with solid fill">
                <a:extLst>
                  <a:ext uri="{FF2B5EF4-FFF2-40B4-BE49-F238E27FC236}">
                    <a16:creationId xmlns:a16="http://schemas.microsoft.com/office/drawing/2014/main" id="{06914FB1-76BB-2AE3-C2C1-2939F358BDE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>
                <a:extLs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/>
              </a:stretch>
            </p:blipFill>
            <p:spPr>
              <a:xfrm>
                <a:off x="7932974" y="2807464"/>
                <a:ext cx="432000" cy="432000"/>
              </a:xfrm>
              <a:prstGeom prst="rect">
                <a:avLst/>
              </a:prstGeom>
            </p:spPr>
          </p:pic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0771364C-F6E5-5DC4-2779-8B3EBCBDBE89}"/>
                  </a:ext>
                </a:extLst>
              </p:cNvPr>
              <p:cNvSpPr txBox="1"/>
              <p:nvPr/>
            </p:nvSpPr>
            <p:spPr>
              <a:xfrm>
                <a:off x="7988513" y="2416768"/>
                <a:ext cx="32092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A" dirty="0">
                    <a:solidFill>
                      <a:schemeClr val="bg1"/>
                    </a:solidFill>
                  </a:rPr>
                  <a:t>B</a:t>
                </a:r>
              </a:p>
            </p:txBody>
          </p:sp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9635EF2B-DD4F-2B3A-0151-B904EBB1FA83}"/>
                  </a:ext>
                </a:extLst>
              </p:cNvPr>
              <p:cNvSpPr txBox="1"/>
              <p:nvPr/>
            </p:nvSpPr>
            <p:spPr>
              <a:xfrm>
                <a:off x="7988513" y="2834840"/>
                <a:ext cx="34496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dirty="0">
                    <a:solidFill>
                      <a:schemeClr val="bg1"/>
                    </a:solidFill>
                  </a:rPr>
                  <a:t>C</a:t>
                </a:r>
              </a:p>
            </p:txBody>
          </p:sp>
          <p:pic>
            <p:nvPicPr>
              <p:cNvPr id="133" name="Graphic 132" descr="Harvey Balls 100% with solid fill">
                <a:extLst>
                  <a:ext uri="{FF2B5EF4-FFF2-40B4-BE49-F238E27FC236}">
                    <a16:creationId xmlns:a16="http://schemas.microsoft.com/office/drawing/2014/main" id="{BF9034A8-3D58-F5FB-A51A-D4FF9B0467C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>
                <a:extLs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/>
              </a:stretch>
            </p:blipFill>
            <p:spPr>
              <a:xfrm>
                <a:off x="7932974" y="3212823"/>
                <a:ext cx="432000" cy="432000"/>
              </a:xfrm>
              <a:prstGeom prst="rect">
                <a:avLst/>
              </a:prstGeom>
            </p:spPr>
          </p:pic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69D44199-D4C9-B324-7646-D784E2959949}"/>
                  </a:ext>
                </a:extLst>
              </p:cNvPr>
              <p:cNvSpPr txBox="1"/>
              <p:nvPr/>
            </p:nvSpPr>
            <p:spPr>
              <a:xfrm>
                <a:off x="7988513" y="3239464"/>
                <a:ext cx="34336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dirty="0">
                    <a:solidFill>
                      <a:schemeClr val="bg1"/>
                    </a:solidFill>
                  </a:rPr>
                  <a:t>D</a:t>
                </a:r>
              </a:p>
            </p:txBody>
          </p:sp>
          <p:pic>
            <p:nvPicPr>
              <p:cNvPr id="135" name="Graphic 134" descr="Harvey Balls 100% with solid fill">
                <a:extLst>
                  <a:ext uri="{FF2B5EF4-FFF2-40B4-BE49-F238E27FC236}">
                    <a16:creationId xmlns:a16="http://schemas.microsoft.com/office/drawing/2014/main" id="{8711A05C-657B-EA5F-E339-F53337FBF87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>
                <a:extLs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/>
              </a:stretch>
            </p:blipFill>
            <p:spPr>
              <a:xfrm>
                <a:off x="7930980" y="1956464"/>
                <a:ext cx="432000" cy="432000"/>
              </a:xfrm>
              <a:prstGeom prst="rect">
                <a:avLst/>
              </a:prstGeom>
            </p:spPr>
          </p:pic>
          <p:sp>
            <p:nvSpPr>
              <p:cNvPr id="136" name="TextBox 135">
                <a:extLst>
                  <a:ext uri="{FF2B5EF4-FFF2-40B4-BE49-F238E27FC236}">
                    <a16:creationId xmlns:a16="http://schemas.microsoft.com/office/drawing/2014/main" id="{BF31B7EE-61A2-A3FE-5E60-E2622DB85719}"/>
                  </a:ext>
                </a:extLst>
              </p:cNvPr>
              <p:cNvSpPr txBox="1"/>
              <p:nvPr/>
            </p:nvSpPr>
            <p:spPr>
              <a:xfrm>
                <a:off x="7986519" y="1983105"/>
                <a:ext cx="32092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A" dirty="0">
                    <a:solidFill>
                      <a:schemeClr val="bg1"/>
                    </a:solidFill>
                  </a:rPr>
                  <a:t>A</a:t>
                </a:r>
              </a:p>
            </p:txBody>
          </p:sp>
          <p:pic>
            <p:nvPicPr>
              <p:cNvPr id="137" name="Graphic 136" descr="Harvey Balls 100% with solid fill">
                <a:extLst>
                  <a:ext uri="{FF2B5EF4-FFF2-40B4-BE49-F238E27FC236}">
                    <a16:creationId xmlns:a16="http://schemas.microsoft.com/office/drawing/2014/main" id="{4FEA1DC9-E3FE-16E4-A4B5-6C0DFEAD9A4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>
                <a:extLs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/>
              </a:stretch>
            </p:blipFill>
            <p:spPr>
              <a:xfrm>
                <a:off x="8758752" y="2384745"/>
                <a:ext cx="432000" cy="432000"/>
              </a:xfrm>
              <a:prstGeom prst="rect">
                <a:avLst/>
              </a:prstGeom>
            </p:spPr>
          </p:pic>
          <p:pic>
            <p:nvPicPr>
              <p:cNvPr id="138" name="Graphic 137" descr="Harvey Balls 100% with solid fill">
                <a:extLst>
                  <a:ext uri="{FF2B5EF4-FFF2-40B4-BE49-F238E27FC236}">
                    <a16:creationId xmlns:a16="http://schemas.microsoft.com/office/drawing/2014/main" id="{E92BD681-009B-09A0-7F78-97E5E8DEE58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>
                <a:extLs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/>
              </a:stretch>
            </p:blipFill>
            <p:spPr>
              <a:xfrm>
                <a:off x="8758752" y="2802082"/>
                <a:ext cx="432000" cy="432000"/>
              </a:xfrm>
              <a:prstGeom prst="rect">
                <a:avLst/>
              </a:prstGeom>
            </p:spPr>
          </p:pic>
          <p:sp>
            <p:nvSpPr>
              <p:cNvPr id="139" name="TextBox 138">
                <a:extLst>
                  <a:ext uri="{FF2B5EF4-FFF2-40B4-BE49-F238E27FC236}">
                    <a16:creationId xmlns:a16="http://schemas.microsoft.com/office/drawing/2014/main" id="{612F82F0-B4D4-8A43-2F8E-7CB330FCBFFF}"/>
                  </a:ext>
                </a:extLst>
              </p:cNvPr>
              <p:cNvSpPr txBox="1"/>
              <p:nvPr/>
            </p:nvSpPr>
            <p:spPr>
              <a:xfrm>
                <a:off x="8814291" y="2411386"/>
                <a:ext cx="32092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A" dirty="0">
                    <a:solidFill>
                      <a:schemeClr val="bg1"/>
                    </a:solidFill>
                  </a:rPr>
                  <a:t>B</a:t>
                </a:r>
              </a:p>
            </p:txBody>
          </p:sp>
          <p:sp>
            <p:nvSpPr>
              <p:cNvPr id="140" name="TextBox 139">
                <a:extLst>
                  <a:ext uri="{FF2B5EF4-FFF2-40B4-BE49-F238E27FC236}">
                    <a16:creationId xmlns:a16="http://schemas.microsoft.com/office/drawing/2014/main" id="{05E5896F-E652-AC1B-A7AF-623E1C58D3A0}"/>
                  </a:ext>
                </a:extLst>
              </p:cNvPr>
              <p:cNvSpPr txBox="1"/>
              <p:nvPr/>
            </p:nvSpPr>
            <p:spPr>
              <a:xfrm>
                <a:off x="8814291" y="2829458"/>
                <a:ext cx="34496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dirty="0">
                    <a:solidFill>
                      <a:schemeClr val="bg1"/>
                    </a:solidFill>
                  </a:rPr>
                  <a:t>C</a:t>
                </a:r>
              </a:p>
            </p:txBody>
          </p:sp>
          <p:pic>
            <p:nvPicPr>
              <p:cNvPr id="141" name="Graphic 140" descr="Harvey Balls 100% with solid fill">
                <a:extLst>
                  <a:ext uri="{FF2B5EF4-FFF2-40B4-BE49-F238E27FC236}">
                    <a16:creationId xmlns:a16="http://schemas.microsoft.com/office/drawing/2014/main" id="{CE40DA7F-E6FC-EAEF-03B2-7F8A9C6D5CE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>
                <a:extLs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/>
              </a:stretch>
            </p:blipFill>
            <p:spPr>
              <a:xfrm>
                <a:off x="8758752" y="3207441"/>
                <a:ext cx="432000" cy="432000"/>
              </a:xfrm>
              <a:prstGeom prst="rect">
                <a:avLst/>
              </a:prstGeom>
            </p:spPr>
          </p:pic>
          <p:sp>
            <p:nvSpPr>
              <p:cNvPr id="142" name="TextBox 141">
                <a:extLst>
                  <a:ext uri="{FF2B5EF4-FFF2-40B4-BE49-F238E27FC236}">
                    <a16:creationId xmlns:a16="http://schemas.microsoft.com/office/drawing/2014/main" id="{511BF824-FBCC-0BDF-361D-AFC3EEA71546}"/>
                  </a:ext>
                </a:extLst>
              </p:cNvPr>
              <p:cNvSpPr txBox="1"/>
              <p:nvPr/>
            </p:nvSpPr>
            <p:spPr>
              <a:xfrm>
                <a:off x="8814291" y="3234082"/>
                <a:ext cx="34336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dirty="0">
                    <a:solidFill>
                      <a:schemeClr val="bg1"/>
                    </a:solidFill>
                  </a:rPr>
                  <a:t>D</a:t>
                </a:r>
              </a:p>
            </p:txBody>
          </p:sp>
          <p:pic>
            <p:nvPicPr>
              <p:cNvPr id="143" name="Graphic 142" descr="Harvey Balls 100% with solid fill">
                <a:extLst>
                  <a:ext uri="{FF2B5EF4-FFF2-40B4-BE49-F238E27FC236}">
                    <a16:creationId xmlns:a16="http://schemas.microsoft.com/office/drawing/2014/main" id="{F100D3D3-82C6-8973-0859-CE20618CE94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>
                <a:extLs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/>
              </a:stretch>
            </p:blipFill>
            <p:spPr>
              <a:xfrm>
                <a:off x="8756758" y="1951082"/>
                <a:ext cx="432000" cy="432000"/>
              </a:xfrm>
              <a:prstGeom prst="rect">
                <a:avLst/>
              </a:prstGeom>
            </p:spPr>
          </p:pic>
          <p:sp>
            <p:nvSpPr>
              <p:cNvPr id="144" name="TextBox 143">
                <a:extLst>
                  <a:ext uri="{FF2B5EF4-FFF2-40B4-BE49-F238E27FC236}">
                    <a16:creationId xmlns:a16="http://schemas.microsoft.com/office/drawing/2014/main" id="{5712B6D4-3D2B-CE78-E75B-520083A2E547}"/>
                  </a:ext>
                </a:extLst>
              </p:cNvPr>
              <p:cNvSpPr txBox="1"/>
              <p:nvPr/>
            </p:nvSpPr>
            <p:spPr>
              <a:xfrm>
                <a:off x="8812297" y="1977723"/>
                <a:ext cx="32092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A" dirty="0">
                    <a:solidFill>
                      <a:schemeClr val="bg1"/>
                    </a:solidFill>
                  </a:rPr>
                  <a:t>A</a:t>
                </a:r>
              </a:p>
            </p:txBody>
          </p:sp>
          <p:cxnSp>
            <p:nvCxnSpPr>
              <p:cNvPr id="145" name="Straight Arrow Connector 144">
                <a:extLst>
                  <a:ext uri="{FF2B5EF4-FFF2-40B4-BE49-F238E27FC236}">
                    <a16:creationId xmlns:a16="http://schemas.microsoft.com/office/drawing/2014/main" id="{6DC9D642-C894-80A7-F2DB-96A5A491E58F}"/>
                  </a:ext>
                </a:extLst>
              </p:cNvPr>
              <p:cNvCxnSpPr>
                <a:cxnSpLocks/>
                <a:stCxn id="136" idx="3"/>
                <a:endCxn id="144" idx="1"/>
              </p:cNvCxnSpPr>
              <p:nvPr/>
            </p:nvCxnSpPr>
            <p:spPr>
              <a:xfrm flipV="1">
                <a:off x="8307441" y="2162389"/>
                <a:ext cx="504856" cy="5382"/>
              </a:xfrm>
              <a:prstGeom prst="straightConnector1">
                <a:avLst/>
              </a:prstGeom>
              <a:ln w="6350"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6" name="Straight Arrow Connector 145">
                <a:extLst>
                  <a:ext uri="{FF2B5EF4-FFF2-40B4-BE49-F238E27FC236}">
                    <a16:creationId xmlns:a16="http://schemas.microsoft.com/office/drawing/2014/main" id="{9FE319EB-77C8-2F96-11CE-F53092B2D5E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312583" y="2610820"/>
                <a:ext cx="504856" cy="5382"/>
              </a:xfrm>
              <a:prstGeom prst="straightConnector1">
                <a:avLst/>
              </a:prstGeom>
              <a:ln w="6350"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7" name="Straight Arrow Connector 146">
                <a:extLst>
                  <a:ext uri="{FF2B5EF4-FFF2-40B4-BE49-F238E27FC236}">
                    <a16:creationId xmlns:a16="http://schemas.microsoft.com/office/drawing/2014/main" id="{0913516B-E41B-A753-CDDD-6CFA3481DF0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311405" y="3017321"/>
                <a:ext cx="504856" cy="5382"/>
              </a:xfrm>
              <a:prstGeom prst="straightConnector1">
                <a:avLst/>
              </a:prstGeom>
              <a:ln w="6350"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8" name="Straight Arrow Connector 147">
                <a:extLst>
                  <a:ext uri="{FF2B5EF4-FFF2-40B4-BE49-F238E27FC236}">
                    <a16:creationId xmlns:a16="http://schemas.microsoft.com/office/drawing/2014/main" id="{A7CBE3F6-3EFA-F352-6818-39A481FE4F0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309435" y="3435439"/>
                <a:ext cx="504856" cy="5382"/>
              </a:xfrm>
              <a:prstGeom prst="straightConnector1">
                <a:avLst/>
              </a:prstGeom>
              <a:ln w="6350"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72" name="Group 171">
              <a:extLst>
                <a:ext uri="{FF2B5EF4-FFF2-40B4-BE49-F238E27FC236}">
                  <a16:creationId xmlns:a16="http://schemas.microsoft.com/office/drawing/2014/main" id="{32FD42D8-6793-E455-3F40-91A2B0E4FB74}"/>
                </a:ext>
              </a:extLst>
            </p:cNvPr>
            <p:cNvGrpSpPr/>
            <p:nvPr/>
          </p:nvGrpSpPr>
          <p:grpSpPr>
            <a:xfrm>
              <a:off x="7449229" y="4625398"/>
              <a:ext cx="1271495" cy="1682837"/>
              <a:chOff x="7930980" y="4687610"/>
              <a:chExt cx="1271495" cy="1682837"/>
            </a:xfrm>
          </p:grpSpPr>
          <p:pic>
            <p:nvPicPr>
              <p:cNvPr id="149" name="Graphic 148" descr="Harvey Balls 100% with solid fill">
                <a:extLst>
                  <a:ext uri="{FF2B5EF4-FFF2-40B4-BE49-F238E27FC236}">
                    <a16:creationId xmlns:a16="http://schemas.microsoft.com/office/drawing/2014/main" id="{63946E95-4D17-39B7-F622-5E87128FC4F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>
                <a:extLs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/>
              </a:stretch>
            </p:blipFill>
            <p:spPr>
              <a:xfrm>
                <a:off x="7944697" y="5115751"/>
                <a:ext cx="432000" cy="432000"/>
              </a:xfrm>
              <a:prstGeom prst="rect">
                <a:avLst/>
              </a:prstGeom>
            </p:spPr>
          </p:pic>
          <p:pic>
            <p:nvPicPr>
              <p:cNvPr id="150" name="Graphic 149" descr="Harvey Balls 100% with solid fill">
                <a:extLst>
                  <a:ext uri="{FF2B5EF4-FFF2-40B4-BE49-F238E27FC236}">
                    <a16:creationId xmlns:a16="http://schemas.microsoft.com/office/drawing/2014/main" id="{A0FBA504-FEB9-B5A8-9A13-564407421B4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>
                <a:extLs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/>
              </a:stretch>
            </p:blipFill>
            <p:spPr>
              <a:xfrm>
                <a:off x="7944697" y="5533088"/>
                <a:ext cx="432000" cy="432000"/>
              </a:xfrm>
              <a:prstGeom prst="rect">
                <a:avLst/>
              </a:prstGeom>
            </p:spPr>
          </p:pic>
          <p:sp>
            <p:nvSpPr>
              <p:cNvPr id="151" name="TextBox 150">
                <a:extLst>
                  <a:ext uri="{FF2B5EF4-FFF2-40B4-BE49-F238E27FC236}">
                    <a16:creationId xmlns:a16="http://schemas.microsoft.com/office/drawing/2014/main" id="{EE810B44-ECBE-8D51-DE2E-E750E39A1608}"/>
                  </a:ext>
                </a:extLst>
              </p:cNvPr>
              <p:cNvSpPr txBox="1"/>
              <p:nvPr/>
            </p:nvSpPr>
            <p:spPr>
              <a:xfrm>
                <a:off x="8000236" y="5142392"/>
                <a:ext cx="32092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A" dirty="0">
                    <a:solidFill>
                      <a:schemeClr val="bg1"/>
                    </a:solidFill>
                  </a:rPr>
                  <a:t>B</a:t>
                </a:r>
              </a:p>
            </p:txBody>
          </p:sp>
          <p:sp>
            <p:nvSpPr>
              <p:cNvPr id="152" name="TextBox 151">
                <a:extLst>
                  <a:ext uri="{FF2B5EF4-FFF2-40B4-BE49-F238E27FC236}">
                    <a16:creationId xmlns:a16="http://schemas.microsoft.com/office/drawing/2014/main" id="{74458FC3-F5C3-869F-DBB6-FBE992CF0F68}"/>
                  </a:ext>
                </a:extLst>
              </p:cNvPr>
              <p:cNvSpPr txBox="1"/>
              <p:nvPr/>
            </p:nvSpPr>
            <p:spPr>
              <a:xfrm>
                <a:off x="8000236" y="5560464"/>
                <a:ext cx="34496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dirty="0">
                    <a:solidFill>
                      <a:schemeClr val="bg1"/>
                    </a:solidFill>
                  </a:rPr>
                  <a:t>C</a:t>
                </a:r>
              </a:p>
            </p:txBody>
          </p:sp>
          <p:pic>
            <p:nvPicPr>
              <p:cNvPr id="153" name="Graphic 152" descr="Harvey Balls 100% with solid fill">
                <a:extLst>
                  <a:ext uri="{FF2B5EF4-FFF2-40B4-BE49-F238E27FC236}">
                    <a16:creationId xmlns:a16="http://schemas.microsoft.com/office/drawing/2014/main" id="{8ECA2093-020F-6151-E0A9-4FE32CD95CC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>
                <a:extLs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/>
              </a:stretch>
            </p:blipFill>
            <p:spPr>
              <a:xfrm>
                <a:off x="7944697" y="5938447"/>
                <a:ext cx="432000" cy="432000"/>
              </a:xfrm>
              <a:prstGeom prst="rect">
                <a:avLst/>
              </a:prstGeom>
            </p:spPr>
          </p:pic>
          <p:sp>
            <p:nvSpPr>
              <p:cNvPr id="154" name="TextBox 153">
                <a:extLst>
                  <a:ext uri="{FF2B5EF4-FFF2-40B4-BE49-F238E27FC236}">
                    <a16:creationId xmlns:a16="http://schemas.microsoft.com/office/drawing/2014/main" id="{1C24B76A-84EE-7DD9-B350-2191C811777F}"/>
                  </a:ext>
                </a:extLst>
              </p:cNvPr>
              <p:cNvSpPr txBox="1"/>
              <p:nvPr/>
            </p:nvSpPr>
            <p:spPr>
              <a:xfrm>
                <a:off x="8000236" y="5965088"/>
                <a:ext cx="34336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dirty="0">
                    <a:solidFill>
                      <a:schemeClr val="bg1"/>
                    </a:solidFill>
                  </a:rPr>
                  <a:t>D</a:t>
                </a:r>
              </a:p>
            </p:txBody>
          </p:sp>
          <p:sp>
            <p:nvSpPr>
              <p:cNvPr id="155" name="TextBox 154">
                <a:extLst>
                  <a:ext uri="{FF2B5EF4-FFF2-40B4-BE49-F238E27FC236}">
                    <a16:creationId xmlns:a16="http://schemas.microsoft.com/office/drawing/2014/main" id="{6A6E6EC8-40C7-106D-4195-49462011ECBC}"/>
                  </a:ext>
                </a:extLst>
              </p:cNvPr>
              <p:cNvSpPr txBox="1"/>
              <p:nvPr/>
            </p:nvSpPr>
            <p:spPr>
              <a:xfrm>
                <a:off x="7998242" y="4708729"/>
                <a:ext cx="32092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A" dirty="0">
                    <a:solidFill>
                      <a:schemeClr val="bg1"/>
                    </a:solidFill>
                  </a:rPr>
                  <a:t>A</a:t>
                </a:r>
              </a:p>
            </p:txBody>
          </p:sp>
          <p:pic>
            <p:nvPicPr>
              <p:cNvPr id="156" name="Graphic 155" descr="Harvey Balls 100% with solid fill">
                <a:extLst>
                  <a:ext uri="{FF2B5EF4-FFF2-40B4-BE49-F238E27FC236}">
                    <a16:creationId xmlns:a16="http://schemas.microsoft.com/office/drawing/2014/main" id="{0B471345-4F99-F5DD-368B-47FFBD3892C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>
                <a:extLs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/>
              </a:stretch>
            </p:blipFill>
            <p:spPr>
              <a:xfrm>
                <a:off x="8770475" y="5110369"/>
                <a:ext cx="432000" cy="432000"/>
              </a:xfrm>
              <a:prstGeom prst="rect">
                <a:avLst/>
              </a:prstGeom>
            </p:spPr>
          </p:pic>
          <p:pic>
            <p:nvPicPr>
              <p:cNvPr id="157" name="Graphic 156" descr="Harvey Balls 100% with solid fill">
                <a:extLst>
                  <a:ext uri="{FF2B5EF4-FFF2-40B4-BE49-F238E27FC236}">
                    <a16:creationId xmlns:a16="http://schemas.microsoft.com/office/drawing/2014/main" id="{93EA0745-0668-AEF2-39A4-C63A489375D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>
                <a:extLs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/>
              </a:stretch>
            </p:blipFill>
            <p:spPr>
              <a:xfrm>
                <a:off x="8770475" y="5527706"/>
                <a:ext cx="432000" cy="432000"/>
              </a:xfrm>
              <a:prstGeom prst="rect">
                <a:avLst/>
              </a:prstGeom>
            </p:spPr>
          </p:pic>
          <p:sp>
            <p:nvSpPr>
              <p:cNvPr id="158" name="TextBox 157">
                <a:extLst>
                  <a:ext uri="{FF2B5EF4-FFF2-40B4-BE49-F238E27FC236}">
                    <a16:creationId xmlns:a16="http://schemas.microsoft.com/office/drawing/2014/main" id="{B9AE47B2-D811-BCB2-EB86-0A69C85B1B34}"/>
                  </a:ext>
                </a:extLst>
              </p:cNvPr>
              <p:cNvSpPr txBox="1"/>
              <p:nvPr/>
            </p:nvSpPr>
            <p:spPr>
              <a:xfrm>
                <a:off x="8826014" y="5137010"/>
                <a:ext cx="32092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A" dirty="0">
                    <a:solidFill>
                      <a:schemeClr val="bg1"/>
                    </a:solidFill>
                  </a:rPr>
                  <a:t>C</a:t>
                </a:r>
              </a:p>
            </p:txBody>
          </p:sp>
          <p:sp>
            <p:nvSpPr>
              <p:cNvPr id="159" name="TextBox 158">
                <a:extLst>
                  <a:ext uri="{FF2B5EF4-FFF2-40B4-BE49-F238E27FC236}">
                    <a16:creationId xmlns:a16="http://schemas.microsoft.com/office/drawing/2014/main" id="{845F7C92-CCB6-7BEB-2A81-96113EB30E12}"/>
                  </a:ext>
                </a:extLst>
              </p:cNvPr>
              <p:cNvSpPr txBox="1"/>
              <p:nvPr/>
            </p:nvSpPr>
            <p:spPr>
              <a:xfrm>
                <a:off x="8826014" y="5555082"/>
                <a:ext cx="32092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dirty="0">
                    <a:solidFill>
                      <a:schemeClr val="bg1"/>
                    </a:solidFill>
                  </a:rPr>
                  <a:t>A</a:t>
                </a:r>
              </a:p>
            </p:txBody>
          </p:sp>
          <p:pic>
            <p:nvPicPr>
              <p:cNvPr id="160" name="Graphic 159" descr="Harvey Balls 100% with solid fill">
                <a:extLst>
                  <a:ext uri="{FF2B5EF4-FFF2-40B4-BE49-F238E27FC236}">
                    <a16:creationId xmlns:a16="http://schemas.microsoft.com/office/drawing/2014/main" id="{7CDD1DC8-70FF-6ED1-93C8-0FF24DF139E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>
                <a:extLs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/>
              </a:stretch>
            </p:blipFill>
            <p:spPr>
              <a:xfrm>
                <a:off x="8770475" y="5933065"/>
                <a:ext cx="432000" cy="432000"/>
              </a:xfrm>
              <a:prstGeom prst="rect">
                <a:avLst/>
              </a:prstGeom>
            </p:spPr>
          </p:pic>
          <p:sp>
            <p:nvSpPr>
              <p:cNvPr id="161" name="TextBox 160">
                <a:extLst>
                  <a:ext uri="{FF2B5EF4-FFF2-40B4-BE49-F238E27FC236}">
                    <a16:creationId xmlns:a16="http://schemas.microsoft.com/office/drawing/2014/main" id="{CD2DD4CF-B1BB-8CE0-E0BD-42C38377D7C4}"/>
                  </a:ext>
                </a:extLst>
              </p:cNvPr>
              <p:cNvSpPr txBox="1"/>
              <p:nvPr/>
            </p:nvSpPr>
            <p:spPr>
              <a:xfrm>
                <a:off x="8826014" y="5959706"/>
                <a:ext cx="3241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dirty="0">
                    <a:solidFill>
                      <a:schemeClr val="bg1"/>
                    </a:solidFill>
                  </a:rPr>
                  <a:t>B</a:t>
                </a:r>
              </a:p>
            </p:txBody>
          </p:sp>
          <p:sp>
            <p:nvSpPr>
              <p:cNvPr id="162" name="TextBox 161">
                <a:extLst>
                  <a:ext uri="{FF2B5EF4-FFF2-40B4-BE49-F238E27FC236}">
                    <a16:creationId xmlns:a16="http://schemas.microsoft.com/office/drawing/2014/main" id="{60837077-EBC3-F16C-7D62-DF087FD5A825}"/>
                  </a:ext>
                </a:extLst>
              </p:cNvPr>
              <p:cNvSpPr txBox="1"/>
              <p:nvPr/>
            </p:nvSpPr>
            <p:spPr>
              <a:xfrm>
                <a:off x="8824020" y="4703347"/>
                <a:ext cx="32092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A" dirty="0">
                    <a:solidFill>
                      <a:schemeClr val="bg1"/>
                    </a:solidFill>
                  </a:rPr>
                  <a:t>A</a:t>
                </a:r>
              </a:p>
            </p:txBody>
          </p:sp>
          <p:pic>
            <p:nvPicPr>
              <p:cNvPr id="163" name="Graphic 162" descr="Harvey Balls 100% with solid fill">
                <a:extLst>
                  <a:ext uri="{FF2B5EF4-FFF2-40B4-BE49-F238E27FC236}">
                    <a16:creationId xmlns:a16="http://schemas.microsoft.com/office/drawing/2014/main" id="{1D313AFA-6EB4-CEBD-53FB-A90D70C513B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>
                <a:extLs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/>
              </a:stretch>
            </p:blipFill>
            <p:spPr>
              <a:xfrm>
                <a:off x="7930980" y="4692992"/>
                <a:ext cx="432000" cy="432000"/>
              </a:xfrm>
              <a:prstGeom prst="rect">
                <a:avLst/>
              </a:prstGeom>
            </p:spPr>
          </p:pic>
          <p:sp>
            <p:nvSpPr>
              <p:cNvPr id="164" name="TextBox 163">
                <a:extLst>
                  <a:ext uri="{FF2B5EF4-FFF2-40B4-BE49-F238E27FC236}">
                    <a16:creationId xmlns:a16="http://schemas.microsoft.com/office/drawing/2014/main" id="{A74B845B-585C-5606-EAC8-DF2EC91EB1FF}"/>
                  </a:ext>
                </a:extLst>
              </p:cNvPr>
              <p:cNvSpPr txBox="1"/>
              <p:nvPr/>
            </p:nvSpPr>
            <p:spPr>
              <a:xfrm>
                <a:off x="7984926" y="4724005"/>
                <a:ext cx="32092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A" dirty="0">
                    <a:solidFill>
                      <a:schemeClr val="bg1"/>
                    </a:solidFill>
                  </a:rPr>
                  <a:t>A</a:t>
                </a:r>
              </a:p>
            </p:txBody>
          </p:sp>
          <p:pic>
            <p:nvPicPr>
              <p:cNvPr id="165" name="Graphic 164" descr="Harvey Balls 100% with solid fill">
                <a:extLst>
                  <a:ext uri="{FF2B5EF4-FFF2-40B4-BE49-F238E27FC236}">
                    <a16:creationId xmlns:a16="http://schemas.microsoft.com/office/drawing/2014/main" id="{C3E18CD6-7B9B-95CD-ECD2-A19708507D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>
                <a:extLs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/>
              </a:stretch>
            </p:blipFill>
            <p:spPr>
              <a:xfrm>
                <a:off x="8756758" y="4687610"/>
                <a:ext cx="432000" cy="432000"/>
              </a:xfrm>
              <a:prstGeom prst="rect">
                <a:avLst/>
              </a:prstGeom>
            </p:spPr>
          </p:pic>
          <p:sp>
            <p:nvSpPr>
              <p:cNvPr id="166" name="TextBox 165">
                <a:extLst>
                  <a:ext uri="{FF2B5EF4-FFF2-40B4-BE49-F238E27FC236}">
                    <a16:creationId xmlns:a16="http://schemas.microsoft.com/office/drawing/2014/main" id="{222B4B6C-6BFD-E019-86A0-80F035D3DCE8}"/>
                  </a:ext>
                </a:extLst>
              </p:cNvPr>
              <p:cNvSpPr txBox="1"/>
              <p:nvPr/>
            </p:nvSpPr>
            <p:spPr>
              <a:xfrm>
                <a:off x="8812297" y="4714251"/>
                <a:ext cx="32092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A" dirty="0">
                    <a:solidFill>
                      <a:schemeClr val="bg1"/>
                    </a:solidFill>
                  </a:rPr>
                  <a:t>D</a:t>
                </a:r>
              </a:p>
            </p:txBody>
          </p:sp>
          <p:cxnSp>
            <p:nvCxnSpPr>
              <p:cNvPr id="167" name="Straight Arrow Connector 166">
                <a:extLst>
                  <a:ext uri="{FF2B5EF4-FFF2-40B4-BE49-F238E27FC236}">
                    <a16:creationId xmlns:a16="http://schemas.microsoft.com/office/drawing/2014/main" id="{EE555888-08EE-B240-0F64-DCAEE663C69A}"/>
                  </a:ext>
                </a:extLst>
              </p:cNvPr>
              <p:cNvCxnSpPr>
                <a:cxnSpLocks/>
                <a:stCxn id="164" idx="3"/>
                <a:endCxn id="159" idx="1"/>
              </p:cNvCxnSpPr>
              <p:nvPr/>
            </p:nvCxnSpPr>
            <p:spPr>
              <a:xfrm>
                <a:off x="8305848" y="4908671"/>
                <a:ext cx="520166" cy="831077"/>
              </a:xfrm>
              <a:prstGeom prst="straightConnector1">
                <a:avLst/>
              </a:prstGeom>
              <a:ln w="6350"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8" name="Straight Arrow Connector 167">
                <a:extLst>
                  <a:ext uri="{FF2B5EF4-FFF2-40B4-BE49-F238E27FC236}">
                    <a16:creationId xmlns:a16="http://schemas.microsoft.com/office/drawing/2014/main" id="{A9063208-DC10-EC88-5820-53E6A8DB4712}"/>
                  </a:ext>
                </a:extLst>
              </p:cNvPr>
              <p:cNvCxnSpPr>
                <a:cxnSpLocks/>
                <a:stCxn id="151" idx="3"/>
                <a:endCxn id="161" idx="1"/>
              </p:cNvCxnSpPr>
              <p:nvPr/>
            </p:nvCxnSpPr>
            <p:spPr>
              <a:xfrm>
                <a:off x="8321158" y="5327058"/>
                <a:ext cx="504856" cy="817314"/>
              </a:xfrm>
              <a:prstGeom prst="straightConnector1">
                <a:avLst/>
              </a:prstGeom>
              <a:ln w="6350"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9" name="Straight Arrow Connector 168">
                <a:extLst>
                  <a:ext uri="{FF2B5EF4-FFF2-40B4-BE49-F238E27FC236}">
                    <a16:creationId xmlns:a16="http://schemas.microsoft.com/office/drawing/2014/main" id="{6AA853DB-E7E3-62B8-D143-7D2C9B98E3A3}"/>
                  </a:ext>
                </a:extLst>
              </p:cNvPr>
              <p:cNvCxnSpPr>
                <a:cxnSpLocks/>
                <a:endCxn id="158" idx="1"/>
              </p:cNvCxnSpPr>
              <p:nvPr/>
            </p:nvCxnSpPr>
            <p:spPr>
              <a:xfrm flipV="1">
                <a:off x="8234355" y="5321676"/>
                <a:ext cx="591659" cy="453364"/>
              </a:xfrm>
              <a:prstGeom prst="straightConnector1">
                <a:avLst/>
              </a:prstGeom>
              <a:ln w="6350"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0" name="Straight Arrow Connector 169">
                <a:extLst>
                  <a:ext uri="{FF2B5EF4-FFF2-40B4-BE49-F238E27FC236}">
                    <a16:creationId xmlns:a16="http://schemas.microsoft.com/office/drawing/2014/main" id="{F1D49C44-51E0-C446-1EA3-96C1C7532752}"/>
                  </a:ext>
                </a:extLst>
              </p:cNvPr>
              <p:cNvCxnSpPr>
                <a:cxnSpLocks/>
                <a:endCxn id="166" idx="1"/>
              </p:cNvCxnSpPr>
              <p:nvPr/>
            </p:nvCxnSpPr>
            <p:spPr>
              <a:xfrm flipV="1">
                <a:off x="8240412" y="4898917"/>
                <a:ext cx="571885" cy="1178929"/>
              </a:xfrm>
              <a:prstGeom prst="straightConnector1">
                <a:avLst/>
              </a:prstGeom>
              <a:ln w="6350"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3236559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5641</TotalTime>
  <Words>239</Words>
  <Application>Microsoft Macintosh PowerPoint</Application>
  <PresentationFormat>Letter Paper (8.5x11 in)</PresentationFormat>
  <Paragraphs>112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Katherine Hébert</dc:creator>
  <cp:lastModifiedBy>Katherine Hébert</cp:lastModifiedBy>
  <cp:revision>5</cp:revision>
  <dcterms:created xsi:type="dcterms:W3CDTF">2026-02-16T13:50:09Z</dcterms:created>
  <dcterms:modified xsi:type="dcterms:W3CDTF">2026-05-11T20:50:25Z</dcterms:modified>
</cp:coreProperties>
</file>